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5.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6.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7.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8.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9.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10.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11.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12.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13.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14.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notesSlides/notesSlide15.xml" ContentType="application/vnd.openxmlformats-officedocument.presentationml.notesSlide+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notesSlides/notesSlide16.xml" ContentType="application/vnd.openxmlformats-officedocument.presentationml.notesSlide+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notesSlides/notesSlide17.xml" ContentType="application/vnd.openxmlformats-officedocument.presentationml.notesSlide+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notesSlides/notesSlide18.xml" ContentType="application/vnd.openxmlformats-officedocument.presentationml.notesSlide+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notesSlides/notesSlide19.xml" ContentType="application/vnd.openxmlformats-officedocument.presentationml.notesSlide+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26.xml" ContentType="application/vnd.openxmlformats-officedocument.presentationml.notesSlide+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6" r:id="rId2"/>
    <p:sldId id="257" r:id="rId3"/>
    <p:sldId id="258" r:id="rId4"/>
    <p:sldId id="259" r:id="rId5"/>
    <p:sldId id="260" r:id="rId6"/>
    <p:sldId id="290" r:id="rId7"/>
    <p:sldId id="262" r:id="rId8"/>
    <p:sldId id="263" r:id="rId9"/>
    <p:sldId id="291"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0970" autoAdjust="0"/>
  </p:normalViewPr>
  <p:slideViewPr>
    <p:cSldViewPr snapToGrid="0">
      <p:cViewPr varScale="1">
        <p:scale>
          <a:sx n="89" d="100"/>
          <a:sy n="89" d="100"/>
        </p:scale>
        <p:origin x="1398"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zh-TW"/>
        </a:p>
      </c:txPr>
    </c:title>
    <c:autoTitleDeleted val="0"/>
    <c:plotArea>
      <c:layout/>
      <c:pieChart>
        <c:varyColors val="1"/>
        <c:ser>
          <c:idx val="0"/>
          <c:order val="0"/>
          <c:tx>
            <c:strRef>
              <c:f>工作表1!$B$1</c:f>
              <c:strCache>
                <c:ptCount val="1"/>
                <c:pt idx="0">
                  <c:v>比例</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12B3-429E-A846-9E00B776365B}"/>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12B3-429E-A846-9E00B776365B}"/>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12B3-429E-A846-9E00B776365B}"/>
              </c:ext>
            </c:extLst>
          </c:dPt>
          <c:cat>
            <c:strRef>
              <c:f>工作表1!$A$2:$A$4</c:f>
              <c:strCache>
                <c:ptCount val="3"/>
                <c:pt idx="0">
                  <c:v>敗訴</c:v>
                </c:pt>
                <c:pt idx="1">
                  <c:v>部分勝訴</c:v>
                </c:pt>
                <c:pt idx="2">
                  <c:v>勝訴</c:v>
                </c:pt>
              </c:strCache>
            </c:strRef>
          </c:cat>
          <c:val>
            <c:numRef>
              <c:f>工作表1!$B$2:$B$4</c:f>
              <c:numCache>
                <c:formatCode>General</c:formatCode>
                <c:ptCount val="3"/>
                <c:pt idx="0">
                  <c:v>0.86655345800988004</c:v>
                </c:pt>
                <c:pt idx="1">
                  <c:v>6.697688779110797E-2</c:v>
                </c:pt>
                <c:pt idx="2">
                  <c:v>6.646965419901199E-2</c:v>
                </c:pt>
              </c:numCache>
            </c:numRef>
          </c:val>
          <c:extLst>
            <c:ext xmlns:c16="http://schemas.microsoft.com/office/drawing/2014/chart" uri="{C3380CC4-5D6E-409C-BE32-E72D297353CC}">
              <c16:uniqueId val="{00000000-34E4-4EDB-9EA5-1EC724E26984}"/>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TW"/>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TW"/>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Times New Roman" panose="02020603050405020304" pitchFamily="18" charset="0"/>
                <a:ea typeface="標楷體" panose="03000509000000000000" pitchFamily="65" charset="-120"/>
                <a:cs typeface="Times New Roman" panose="02020603050405020304" pitchFamily="18" charset="0"/>
              </a:defRPr>
            </a:pPr>
            <a:r>
              <a:rPr lang="zh-TW"/>
              <a:t>案件類型與裁判結果分佈</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Times New Roman" panose="02020603050405020304" pitchFamily="18" charset="0"/>
              <a:ea typeface="標楷體" panose="03000509000000000000" pitchFamily="65" charset="-120"/>
              <a:cs typeface="Times New Roman" panose="02020603050405020304" pitchFamily="18" charset="0"/>
            </a:defRPr>
          </a:pPr>
          <a:endParaRPr lang="zh-TW"/>
        </a:p>
      </c:txPr>
    </c:title>
    <c:autoTitleDeleted val="0"/>
    <c:plotArea>
      <c:layout/>
      <c:barChart>
        <c:barDir val="col"/>
        <c:grouping val="stacked"/>
        <c:varyColors val="0"/>
        <c:ser>
          <c:idx val="0"/>
          <c:order val="0"/>
          <c:tx>
            <c:strRef>
              <c:f>工作表1!$B$1</c:f>
              <c:strCache>
                <c:ptCount val="1"/>
                <c:pt idx="0">
                  <c:v>敗訴</c:v>
                </c:pt>
              </c:strCache>
            </c:strRef>
          </c:tx>
          <c:spPr>
            <a:solidFill>
              <a:schemeClr val="accent1"/>
            </a:solidFill>
            <a:ln>
              <a:noFill/>
            </a:ln>
            <a:effectLst/>
          </c:spPr>
          <c:invertIfNegative val="0"/>
          <c:cat>
            <c:strRef>
              <c:f>工作表1!$A$2:$A$5</c:f>
              <c:strCache>
                <c:ptCount val="4"/>
                <c:pt idx="0">
                  <c:v>行政</c:v>
                </c:pt>
                <c:pt idx="1">
                  <c:v>民事</c:v>
                </c:pt>
                <c:pt idx="2">
                  <c:v>刑事</c:v>
                </c:pt>
                <c:pt idx="3">
                  <c:v>刑事附帶民事</c:v>
                </c:pt>
              </c:strCache>
            </c:strRef>
          </c:cat>
          <c:val>
            <c:numRef>
              <c:f>工作表1!$B$2:$B$5</c:f>
              <c:numCache>
                <c:formatCode>General</c:formatCode>
                <c:ptCount val="4"/>
                <c:pt idx="0">
                  <c:v>10106</c:v>
                </c:pt>
                <c:pt idx="1">
                  <c:v>3887</c:v>
                </c:pt>
                <c:pt idx="2">
                  <c:v>24552</c:v>
                </c:pt>
                <c:pt idx="3">
                  <c:v>748</c:v>
                </c:pt>
              </c:numCache>
            </c:numRef>
          </c:val>
          <c:extLst>
            <c:ext xmlns:c16="http://schemas.microsoft.com/office/drawing/2014/chart" uri="{C3380CC4-5D6E-409C-BE32-E72D297353CC}">
              <c16:uniqueId val="{00000000-331E-4F76-83C9-FF7BA51232FC}"/>
            </c:ext>
          </c:extLst>
        </c:ser>
        <c:ser>
          <c:idx val="1"/>
          <c:order val="1"/>
          <c:tx>
            <c:strRef>
              <c:f>工作表1!$C$1</c:f>
              <c:strCache>
                <c:ptCount val="1"/>
                <c:pt idx="0">
                  <c:v>部分勝訴</c:v>
                </c:pt>
              </c:strCache>
            </c:strRef>
          </c:tx>
          <c:spPr>
            <a:solidFill>
              <a:schemeClr val="accent2"/>
            </a:solidFill>
            <a:ln>
              <a:noFill/>
            </a:ln>
            <a:effectLst/>
          </c:spPr>
          <c:invertIfNegative val="0"/>
          <c:cat>
            <c:strRef>
              <c:f>工作表1!$A$2:$A$5</c:f>
              <c:strCache>
                <c:ptCount val="4"/>
                <c:pt idx="0">
                  <c:v>行政</c:v>
                </c:pt>
                <c:pt idx="1">
                  <c:v>民事</c:v>
                </c:pt>
                <c:pt idx="2">
                  <c:v>刑事</c:v>
                </c:pt>
                <c:pt idx="3">
                  <c:v>刑事附帶民事</c:v>
                </c:pt>
              </c:strCache>
            </c:strRef>
          </c:cat>
          <c:val>
            <c:numRef>
              <c:f>工作表1!$C$2:$C$5</c:f>
              <c:numCache>
                <c:formatCode>General</c:formatCode>
                <c:ptCount val="4"/>
                <c:pt idx="0">
                  <c:v>502</c:v>
                </c:pt>
                <c:pt idx="1">
                  <c:v>1408</c:v>
                </c:pt>
                <c:pt idx="2">
                  <c:v>80</c:v>
                </c:pt>
                <c:pt idx="3">
                  <c:v>1047</c:v>
                </c:pt>
              </c:numCache>
            </c:numRef>
          </c:val>
          <c:extLst>
            <c:ext xmlns:c16="http://schemas.microsoft.com/office/drawing/2014/chart" uri="{C3380CC4-5D6E-409C-BE32-E72D297353CC}">
              <c16:uniqueId val="{00000001-331E-4F76-83C9-FF7BA51232FC}"/>
            </c:ext>
          </c:extLst>
        </c:ser>
        <c:ser>
          <c:idx val="2"/>
          <c:order val="2"/>
          <c:tx>
            <c:strRef>
              <c:f>工作表1!$D$1</c:f>
              <c:strCache>
                <c:ptCount val="1"/>
                <c:pt idx="0">
                  <c:v>勝訴</c:v>
                </c:pt>
              </c:strCache>
            </c:strRef>
          </c:tx>
          <c:spPr>
            <a:solidFill>
              <a:schemeClr val="accent3"/>
            </a:solidFill>
            <a:ln>
              <a:noFill/>
            </a:ln>
            <a:effectLst/>
          </c:spPr>
          <c:invertIfNegative val="0"/>
          <c:cat>
            <c:strRef>
              <c:f>工作表1!$A$2:$A$5</c:f>
              <c:strCache>
                <c:ptCount val="4"/>
                <c:pt idx="0">
                  <c:v>行政</c:v>
                </c:pt>
                <c:pt idx="1">
                  <c:v>民事</c:v>
                </c:pt>
                <c:pt idx="2">
                  <c:v>刑事</c:v>
                </c:pt>
                <c:pt idx="3">
                  <c:v>刑事附帶民事</c:v>
                </c:pt>
              </c:strCache>
            </c:strRef>
          </c:cat>
          <c:val>
            <c:numRef>
              <c:f>工作表1!$D$2:$D$5</c:f>
              <c:numCache>
                <c:formatCode>General</c:formatCode>
                <c:ptCount val="4"/>
                <c:pt idx="0">
                  <c:v>911</c:v>
                </c:pt>
                <c:pt idx="1">
                  <c:v>435</c:v>
                </c:pt>
                <c:pt idx="2">
                  <c:v>1636</c:v>
                </c:pt>
                <c:pt idx="3">
                  <c:v>32</c:v>
                </c:pt>
              </c:numCache>
            </c:numRef>
          </c:val>
          <c:extLst>
            <c:ext xmlns:c16="http://schemas.microsoft.com/office/drawing/2014/chart" uri="{C3380CC4-5D6E-409C-BE32-E72D297353CC}">
              <c16:uniqueId val="{00000002-331E-4F76-83C9-FF7BA51232FC}"/>
            </c:ext>
          </c:extLst>
        </c:ser>
        <c:dLbls>
          <c:showLegendKey val="0"/>
          <c:showVal val="0"/>
          <c:showCatName val="0"/>
          <c:showSerName val="0"/>
          <c:showPercent val="0"/>
          <c:showBubbleSize val="0"/>
        </c:dLbls>
        <c:gapWidth val="150"/>
        <c:overlap val="100"/>
        <c:axId val="1416440176"/>
        <c:axId val="1416440656"/>
      </c:barChart>
      <c:catAx>
        <c:axId val="14164401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標楷體" panose="03000509000000000000" pitchFamily="65" charset="-120"/>
                <a:cs typeface="Times New Roman" panose="02020603050405020304" pitchFamily="18" charset="0"/>
              </a:defRPr>
            </a:pPr>
            <a:endParaRPr lang="zh-TW"/>
          </a:p>
        </c:txPr>
        <c:crossAx val="1416440656"/>
        <c:crosses val="autoZero"/>
        <c:auto val="1"/>
        <c:lblAlgn val="ctr"/>
        <c:lblOffset val="100"/>
        <c:noMultiLvlLbl val="0"/>
      </c:catAx>
      <c:valAx>
        <c:axId val="141644065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標楷體" panose="03000509000000000000" pitchFamily="65" charset="-120"/>
                <a:cs typeface="Times New Roman" panose="02020603050405020304" pitchFamily="18" charset="0"/>
              </a:defRPr>
            </a:pPr>
            <a:endParaRPr lang="zh-TW"/>
          </a:p>
        </c:txPr>
        <c:crossAx val="141644017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標楷體" panose="03000509000000000000" pitchFamily="65" charset="-120"/>
              <a:cs typeface="Times New Roman" panose="02020603050405020304" pitchFamily="18" charset="0"/>
            </a:defRPr>
          </a:pPr>
          <a:endParaRPr lang="zh-TW"/>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Times New Roman" panose="02020603050405020304" pitchFamily="18" charset="0"/>
          <a:ea typeface="標楷體" panose="03000509000000000000" pitchFamily="65" charset="-120"/>
          <a:cs typeface="Times New Roman" panose="02020603050405020304" pitchFamily="18" charset="0"/>
        </a:defRPr>
      </a:pPr>
      <a:endParaRPr lang="zh-TW"/>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zh-TW"/>
        </a:p>
      </c:txPr>
    </c:title>
    <c:autoTitleDeleted val="0"/>
    <c:plotArea>
      <c:layout/>
      <c:barChart>
        <c:barDir val="col"/>
        <c:grouping val="clustered"/>
        <c:varyColors val="0"/>
        <c:ser>
          <c:idx val="0"/>
          <c:order val="0"/>
          <c:tx>
            <c:strRef>
              <c:f>工作表1!$A$2</c:f>
              <c:strCache>
                <c:ptCount val="1"/>
                <c:pt idx="0">
                  <c:v>行政</c:v>
                </c:pt>
              </c:strCache>
            </c:strRef>
          </c:tx>
          <c:spPr>
            <a:solidFill>
              <a:schemeClr val="accent1"/>
            </a:solidFill>
            <a:ln>
              <a:noFill/>
            </a:ln>
            <a:effectLst/>
          </c:spPr>
          <c:invertIfNegative val="0"/>
          <c:cat>
            <c:strRef>
              <c:f>工作表1!$B$1:$E$1</c:f>
              <c:strCache>
                <c:ptCount val="4"/>
                <c:pt idx="0">
                  <c:v>Lose F1</c:v>
                </c:pt>
                <c:pt idx="1">
                  <c:v>Mixed F1</c:v>
                </c:pt>
                <c:pt idx="2">
                  <c:v>Win F1</c:v>
                </c:pt>
                <c:pt idx="3">
                  <c:v>Macro F1</c:v>
                </c:pt>
              </c:strCache>
            </c:strRef>
          </c:cat>
          <c:val>
            <c:numRef>
              <c:f>工作表1!$B$2:$E$2</c:f>
              <c:numCache>
                <c:formatCode>General</c:formatCode>
                <c:ptCount val="4"/>
                <c:pt idx="0">
                  <c:v>0.90800000000000003</c:v>
                </c:pt>
                <c:pt idx="1">
                  <c:v>0.114</c:v>
                </c:pt>
                <c:pt idx="2">
                  <c:v>0.11899999999999999</c:v>
                </c:pt>
                <c:pt idx="3">
                  <c:v>0.38</c:v>
                </c:pt>
              </c:numCache>
            </c:numRef>
          </c:val>
          <c:extLst>
            <c:ext xmlns:c16="http://schemas.microsoft.com/office/drawing/2014/chart" uri="{C3380CC4-5D6E-409C-BE32-E72D297353CC}">
              <c16:uniqueId val="{00000000-F01D-465E-B882-856DD0885905}"/>
            </c:ext>
          </c:extLst>
        </c:ser>
        <c:ser>
          <c:idx val="1"/>
          <c:order val="1"/>
          <c:tx>
            <c:strRef>
              <c:f>工作表1!$A$3</c:f>
              <c:strCache>
                <c:ptCount val="1"/>
                <c:pt idx="0">
                  <c:v>民事</c:v>
                </c:pt>
              </c:strCache>
            </c:strRef>
          </c:tx>
          <c:spPr>
            <a:solidFill>
              <a:schemeClr val="accent2"/>
            </a:solidFill>
            <a:ln>
              <a:noFill/>
            </a:ln>
            <a:effectLst/>
          </c:spPr>
          <c:invertIfNegative val="0"/>
          <c:cat>
            <c:strRef>
              <c:f>工作表1!$B$1:$E$1</c:f>
              <c:strCache>
                <c:ptCount val="4"/>
                <c:pt idx="0">
                  <c:v>Lose F1</c:v>
                </c:pt>
                <c:pt idx="1">
                  <c:v>Mixed F1</c:v>
                </c:pt>
                <c:pt idx="2">
                  <c:v>Win F1</c:v>
                </c:pt>
                <c:pt idx="3">
                  <c:v>Macro F1</c:v>
                </c:pt>
              </c:strCache>
            </c:strRef>
          </c:cat>
          <c:val>
            <c:numRef>
              <c:f>工作表1!$B$3:$E$3</c:f>
              <c:numCache>
                <c:formatCode>General</c:formatCode>
                <c:ptCount val="4"/>
                <c:pt idx="0">
                  <c:v>0.80200000000000005</c:v>
                </c:pt>
                <c:pt idx="1">
                  <c:v>0.35199999999999998</c:v>
                </c:pt>
                <c:pt idx="2">
                  <c:v>0.13</c:v>
                </c:pt>
                <c:pt idx="3">
                  <c:v>0.42799999999999999</c:v>
                </c:pt>
              </c:numCache>
            </c:numRef>
          </c:val>
          <c:extLst>
            <c:ext xmlns:c16="http://schemas.microsoft.com/office/drawing/2014/chart" uri="{C3380CC4-5D6E-409C-BE32-E72D297353CC}">
              <c16:uniqueId val="{00000001-F01D-465E-B882-856DD0885905}"/>
            </c:ext>
          </c:extLst>
        </c:ser>
        <c:ser>
          <c:idx val="2"/>
          <c:order val="2"/>
          <c:tx>
            <c:strRef>
              <c:f>工作表1!$A$4</c:f>
              <c:strCache>
                <c:ptCount val="1"/>
                <c:pt idx="0">
                  <c:v>刑事</c:v>
                </c:pt>
              </c:strCache>
            </c:strRef>
          </c:tx>
          <c:spPr>
            <a:solidFill>
              <a:schemeClr val="accent3"/>
            </a:solidFill>
            <a:ln>
              <a:noFill/>
            </a:ln>
            <a:effectLst/>
          </c:spPr>
          <c:invertIfNegative val="0"/>
          <c:cat>
            <c:strRef>
              <c:f>工作表1!$B$1:$E$1</c:f>
              <c:strCache>
                <c:ptCount val="4"/>
                <c:pt idx="0">
                  <c:v>Lose F1</c:v>
                </c:pt>
                <c:pt idx="1">
                  <c:v>Mixed F1</c:v>
                </c:pt>
                <c:pt idx="2">
                  <c:v>Win F1</c:v>
                </c:pt>
                <c:pt idx="3">
                  <c:v>Macro F1</c:v>
                </c:pt>
              </c:strCache>
            </c:strRef>
          </c:cat>
          <c:val>
            <c:numRef>
              <c:f>工作表1!$B$4:$E$4</c:f>
              <c:numCache>
                <c:formatCode>General</c:formatCode>
                <c:ptCount val="4"/>
                <c:pt idx="0">
                  <c:v>0.97399999999999998</c:v>
                </c:pt>
                <c:pt idx="1">
                  <c:v>0.16700000000000001</c:v>
                </c:pt>
                <c:pt idx="2">
                  <c:v>0.59099999999999997</c:v>
                </c:pt>
                <c:pt idx="3">
                  <c:v>0.57699999999999996</c:v>
                </c:pt>
              </c:numCache>
            </c:numRef>
          </c:val>
          <c:extLst>
            <c:ext xmlns:c16="http://schemas.microsoft.com/office/drawing/2014/chart" uri="{C3380CC4-5D6E-409C-BE32-E72D297353CC}">
              <c16:uniqueId val="{00000002-F01D-465E-B882-856DD0885905}"/>
            </c:ext>
          </c:extLst>
        </c:ser>
        <c:ser>
          <c:idx val="3"/>
          <c:order val="3"/>
          <c:tx>
            <c:strRef>
              <c:f>工作表1!$A$5</c:f>
              <c:strCache>
                <c:ptCount val="1"/>
                <c:pt idx="0">
                  <c:v>刑事附帶民事</c:v>
                </c:pt>
              </c:strCache>
            </c:strRef>
          </c:tx>
          <c:spPr>
            <a:solidFill>
              <a:schemeClr val="accent4"/>
            </a:solidFill>
            <a:ln>
              <a:noFill/>
            </a:ln>
            <a:effectLst/>
          </c:spPr>
          <c:invertIfNegative val="0"/>
          <c:cat>
            <c:strRef>
              <c:f>工作表1!$B$1:$E$1</c:f>
              <c:strCache>
                <c:ptCount val="4"/>
                <c:pt idx="0">
                  <c:v>Lose F1</c:v>
                </c:pt>
                <c:pt idx="1">
                  <c:v>Mixed F1</c:v>
                </c:pt>
                <c:pt idx="2">
                  <c:v>Win F1</c:v>
                </c:pt>
                <c:pt idx="3">
                  <c:v>Macro F1</c:v>
                </c:pt>
              </c:strCache>
            </c:strRef>
          </c:cat>
          <c:val>
            <c:numRef>
              <c:f>工作表1!$B$5:$E$5</c:f>
              <c:numCache>
                <c:formatCode>General</c:formatCode>
                <c:ptCount val="4"/>
                <c:pt idx="0">
                  <c:v>0.83399999999999996</c:v>
                </c:pt>
                <c:pt idx="1">
                  <c:v>0.878</c:v>
                </c:pt>
                <c:pt idx="2">
                  <c:v>0.25</c:v>
                </c:pt>
                <c:pt idx="3">
                  <c:v>0.65400000000000003</c:v>
                </c:pt>
              </c:numCache>
            </c:numRef>
          </c:val>
          <c:extLst>
            <c:ext xmlns:c16="http://schemas.microsoft.com/office/drawing/2014/chart" uri="{C3380CC4-5D6E-409C-BE32-E72D297353CC}">
              <c16:uniqueId val="{00000003-F01D-465E-B882-856DD0885905}"/>
            </c:ext>
          </c:extLst>
        </c:ser>
        <c:dLbls>
          <c:showLegendKey val="0"/>
          <c:showVal val="0"/>
          <c:showCatName val="0"/>
          <c:showSerName val="0"/>
          <c:showPercent val="0"/>
          <c:showBubbleSize val="0"/>
        </c:dLbls>
        <c:gapWidth val="219"/>
        <c:overlap val="-27"/>
        <c:axId val="939635664"/>
        <c:axId val="939635184"/>
      </c:barChart>
      <c:catAx>
        <c:axId val="9396356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TW"/>
          </a:p>
        </c:txPr>
        <c:crossAx val="939635184"/>
        <c:crosses val="autoZero"/>
        <c:auto val="1"/>
        <c:lblAlgn val="ctr"/>
        <c:lblOffset val="100"/>
        <c:noMultiLvlLbl val="0"/>
      </c:catAx>
      <c:valAx>
        <c:axId val="93963518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TW"/>
          </a:p>
        </c:txPr>
        <c:crossAx val="93963566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TW"/>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TW"/>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3425A27-58CB-49FA-91B9-18D5A1D5F8AD}"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zh-TW" altLang="en-US"/>
        </a:p>
      </dgm:t>
    </dgm:pt>
    <dgm:pt modelId="{21F9DE54-4948-465A-A99F-619B4837EFAA}">
      <dgm:prSet phldrT="[文字]"/>
      <dgm:spPr/>
      <dgm:t>
        <a:bodyPr/>
        <a:lstStyle/>
        <a:p>
          <a:r>
            <a:rPr lang="zh-TW" altLang="en-US" dirty="0"/>
            <a:t>裁判書文本</a:t>
          </a:r>
        </a:p>
      </dgm:t>
    </dgm:pt>
    <dgm:pt modelId="{D106030B-546B-43F1-A856-4ED5B26D179D}" type="parTrans" cxnId="{F089A9B2-D868-4673-969D-73BDF1150038}">
      <dgm:prSet/>
      <dgm:spPr/>
      <dgm:t>
        <a:bodyPr/>
        <a:lstStyle/>
        <a:p>
          <a:endParaRPr lang="zh-TW" altLang="en-US"/>
        </a:p>
      </dgm:t>
    </dgm:pt>
    <dgm:pt modelId="{A11B5A0F-2667-4F97-B89D-2821961D6961}" type="sibTrans" cxnId="{F089A9B2-D868-4673-969D-73BDF1150038}">
      <dgm:prSet/>
      <dgm:spPr/>
      <dgm:t>
        <a:bodyPr/>
        <a:lstStyle/>
        <a:p>
          <a:endParaRPr lang="zh-TW" altLang="en-US"/>
        </a:p>
      </dgm:t>
    </dgm:pt>
    <dgm:pt modelId="{11009B4F-4691-4A23-A8B1-15064D703228}">
      <dgm:prSet phldrT="[文字]"/>
      <dgm:spPr/>
      <dgm:t>
        <a:bodyPr/>
        <a:lstStyle/>
        <a:p>
          <a:r>
            <a:rPr lang="zh-TW" altLang="en-US" dirty="0"/>
            <a:t>機器學習</a:t>
          </a:r>
        </a:p>
      </dgm:t>
    </dgm:pt>
    <dgm:pt modelId="{9289675B-8624-4F93-AC99-2425A1521AFE}" type="parTrans" cxnId="{85AF3F35-0094-4FB3-AB00-E998FF859BE3}">
      <dgm:prSet/>
      <dgm:spPr/>
      <dgm:t>
        <a:bodyPr/>
        <a:lstStyle/>
        <a:p>
          <a:endParaRPr lang="zh-TW" altLang="en-US"/>
        </a:p>
      </dgm:t>
    </dgm:pt>
    <dgm:pt modelId="{DBB4D210-B0FF-4227-A442-E969A6B0C97B}" type="sibTrans" cxnId="{85AF3F35-0094-4FB3-AB00-E998FF859BE3}">
      <dgm:prSet/>
      <dgm:spPr/>
      <dgm:t>
        <a:bodyPr/>
        <a:lstStyle/>
        <a:p>
          <a:endParaRPr lang="zh-TW" altLang="en-US"/>
        </a:p>
      </dgm:t>
    </dgm:pt>
    <dgm:pt modelId="{31AF4006-6A2D-4151-ADAD-47ADDE25F334}">
      <dgm:prSet phldrT="[文字]"/>
      <dgm:spPr/>
      <dgm:t>
        <a:bodyPr/>
        <a:lstStyle/>
        <a:p>
          <a:r>
            <a:rPr lang="zh-TW" altLang="en-US" dirty="0"/>
            <a:t>裁判結果</a:t>
          </a:r>
        </a:p>
      </dgm:t>
    </dgm:pt>
    <dgm:pt modelId="{A005C37D-50EC-44F4-AF47-B769CBC4F4DD}" type="parTrans" cxnId="{004A054B-3C05-49C9-B174-40580F8C95D1}">
      <dgm:prSet/>
      <dgm:spPr/>
      <dgm:t>
        <a:bodyPr/>
        <a:lstStyle/>
        <a:p>
          <a:endParaRPr lang="zh-TW" altLang="en-US"/>
        </a:p>
      </dgm:t>
    </dgm:pt>
    <dgm:pt modelId="{CDEAECAB-EC86-4352-AF1C-A098EC3D646F}" type="sibTrans" cxnId="{004A054B-3C05-49C9-B174-40580F8C95D1}">
      <dgm:prSet/>
      <dgm:spPr/>
      <dgm:t>
        <a:bodyPr/>
        <a:lstStyle/>
        <a:p>
          <a:endParaRPr lang="zh-TW" altLang="en-US"/>
        </a:p>
      </dgm:t>
    </dgm:pt>
    <dgm:pt modelId="{1D618176-8B59-45CE-8BA7-A628E81692E7}">
      <dgm:prSet phldrT="[文字]"/>
      <dgm:spPr/>
      <dgm:t>
        <a:bodyPr/>
        <a:lstStyle/>
        <a:p>
          <a:r>
            <a:rPr lang="zh-TW" altLang="en-US" dirty="0"/>
            <a:t>勝訴 </a:t>
          </a:r>
          <a:r>
            <a:rPr lang="en-US" altLang="zh-TW" dirty="0"/>
            <a:t>/ </a:t>
          </a:r>
          <a:r>
            <a:rPr lang="zh-TW" altLang="en-US" dirty="0"/>
            <a:t>敗訴 </a:t>
          </a:r>
          <a:r>
            <a:rPr lang="en-US" altLang="zh-TW" dirty="0"/>
            <a:t>/ </a:t>
          </a:r>
          <a:r>
            <a:rPr lang="zh-TW" altLang="en-US" dirty="0"/>
            <a:t>部分勝訴</a:t>
          </a:r>
        </a:p>
      </dgm:t>
    </dgm:pt>
    <dgm:pt modelId="{3548B7A8-7A7B-4F31-AC47-AD6C8E747CB3}" type="parTrans" cxnId="{C0AEC013-A0E4-4864-AD63-0DB88972A6CD}">
      <dgm:prSet/>
      <dgm:spPr/>
      <dgm:t>
        <a:bodyPr/>
        <a:lstStyle/>
        <a:p>
          <a:endParaRPr lang="zh-TW" altLang="en-US"/>
        </a:p>
      </dgm:t>
    </dgm:pt>
    <dgm:pt modelId="{DF0F7082-E461-4C49-9052-788F8210D014}" type="sibTrans" cxnId="{C0AEC013-A0E4-4864-AD63-0DB88972A6CD}">
      <dgm:prSet/>
      <dgm:spPr/>
      <dgm:t>
        <a:bodyPr/>
        <a:lstStyle/>
        <a:p>
          <a:endParaRPr lang="zh-TW" altLang="en-US"/>
        </a:p>
      </dgm:t>
    </dgm:pt>
    <dgm:pt modelId="{6534770B-1D70-4998-98FB-669528B9274B}">
      <dgm:prSet phldrT="[文字]"/>
      <dgm:spPr/>
      <dgm:t>
        <a:bodyPr/>
        <a:lstStyle/>
        <a:p>
          <a:r>
            <a:rPr lang="zh-TW" altLang="en-US" dirty="0"/>
            <a:t>智慧財產權裁判書</a:t>
          </a:r>
        </a:p>
      </dgm:t>
    </dgm:pt>
    <dgm:pt modelId="{BD641E1C-BDD9-4555-A0D5-35691586C93A}" type="parTrans" cxnId="{E32DA76A-2699-4D2F-AC21-0073E3699F49}">
      <dgm:prSet/>
      <dgm:spPr/>
      <dgm:t>
        <a:bodyPr/>
        <a:lstStyle/>
        <a:p>
          <a:endParaRPr lang="zh-TW" altLang="en-US"/>
        </a:p>
      </dgm:t>
    </dgm:pt>
    <dgm:pt modelId="{AC17C27A-E14C-4D04-97E5-E0F001050A5C}" type="sibTrans" cxnId="{E32DA76A-2699-4D2F-AC21-0073E3699F49}">
      <dgm:prSet/>
      <dgm:spPr/>
      <dgm:t>
        <a:bodyPr/>
        <a:lstStyle/>
        <a:p>
          <a:endParaRPr lang="zh-TW" altLang="en-US"/>
        </a:p>
      </dgm:t>
    </dgm:pt>
    <dgm:pt modelId="{656C9A56-72B8-45FB-B556-7C0E8909BC31}">
      <dgm:prSet phldrT="[文字]"/>
      <dgm:spPr/>
      <dgm:t>
        <a:bodyPr/>
        <a:lstStyle/>
        <a:p>
          <a:r>
            <a:rPr lang="zh-TW" altLang="en-US" dirty="0"/>
            <a:t>卡方 </a:t>
          </a:r>
          <a:r>
            <a:rPr lang="en-US" altLang="zh-TW" dirty="0"/>
            <a:t>+</a:t>
          </a:r>
          <a:r>
            <a:rPr lang="zh-TW" altLang="en-US" dirty="0"/>
            <a:t> </a:t>
          </a:r>
          <a:r>
            <a:rPr lang="en-US" altLang="zh-TW" dirty="0"/>
            <a:t>MNIR</a:t>
          </a:r>
          <a:r>
            <a:rPr lang="zh-TW" altLang="en-US" dirty="0"/>
            <a:t> </a:t>
          </a:r>
          <a:r>
            <a:rPr lang="en-US" altLang="zh-TW" dirty="0"/>
            <a:t>+</a:t>
          </a:r>
          <a:r>
            <a:rPr lang="zh-TW" altLang="en-US" dirty="0"/>
            <a:t> </a:t>
          </a:r>
          <a:r>
            <a:rPr lang="en-US" altLang="zh-TW" dirty="0"/>
            <a:t>SVM</a:t>
          </a:r>
          <a:endParaRPr lang="zh-TW" altLang="en-US" dirty="0"/>
        </a:p>
      </dgm:t>
    </dgm:pt>
    <dgm:pt modelId="{A2C0C5E6-1A19-48F3-9E3A-A5D1E7F2A337}" type="parTrans" cxnId="{536D81A7-724D-480A-91B2-BA6D92274988}">
      <dgm:prSet/>
      <dgm:spPr/>
      <dgm:t>
        <a:bodyPr/>
        <a:lstStyle/>
        <a:p>
          <a:endParaRPr lang="zh-TW" altLang="en-US"/>
        </a:p>
      </dgm:t>
    </dgm:pt>
    <dgm:pt modelId="{3350CC06-DCE3-40D2-967D-AB1E19D29346}" type="sibTrans" cxnId="{536D81A7-724D-480A-91B2-BA6D92274988}">
      <dgm:prSet/>
      <dgm:spPr/>
      <dgm:t>
        <a:bodyPr/>
        <a:lstStyle/>
        <a:p>
          <a:endParaRPr lang="zh-TW" altLang="en-US"/>
        </a:p>
      </dgm:t>
    </dgm:pt>
    <dgm:pt modelId="{4370E4F3-337A-43B0-929E-C09EDF31DF2F}">
      <dgm:prSet phldrT="[文字]"/>
      <dgm:spPr/>
      <dgm:t>
        <a:bodyPr/>
        <a:lstStyle/>
        <a:p>
          <a:r>
            <a:rPr lang="zh-TW" altLang="en-US" dirty="0"/>
            <a:t>卡方 </a:t>
          </a:r>
          <a:r>
            <a:rPr lang="en-US" altLang="zh-TW" dirty="0"/>
            <a:t>+ SVM</a:t>
          </a:r>
          <a:endParaRPr lang="zh-TW" altLang="en-US" dirty="0"/>
        </a:p>
      </dgm:t>
    </dgm:pt>
    <dgm:pt modelId="{3614B29F-D68F-421C-BD82-A5A650697F24}" type="parTrans" cxnId="{9029902C-CEF8-4FB8-976F-6F9084410CF3}">
      <dgm:prSet/>
      <dgm:spPr/>
      <dgm:t>
        <a:bodyPr/>
        <a:lstStyle/>
        <a:p>
          <a:endParaRPr lang="zh-TW" altLang="en-US"/>
        </a:p>
      </dgm:t>
    </dgm:pt>
    <dgm:pt modelId="{BDA38D28-29A8-4ADB-9287-E1CEFF11DCB2}" type="sibTrans" cxnId="{9029902C-CEF8-4FB8-976F-6F9084410CF3}">
      <dgm:prSet/>
      <dgm:spPr/>
      <dgm:t>
        <a:bodyPr/>
        <a:lstStyle/>
        <a:p>
          <a:endParaRPr lang="zh-TW" altLang="en-US"/>
        </a:p>
      </dgm:t>
    </dgm:pt>
    <dgm:pt modelId="{2E5CA025-36AD-44C5-A0C5-3E78D5C12A86}" type="pres">
      <dgm:prSet presAssocID="{83425A27-58CB-49FA-91B9-18D5A1D5F8AD}" presName="Name0" presStyleCnt="0">
        <dgm:presLayoutVars>
          <dgm:dir/>
          <dgm:resizeHandles val="exact"/>
        </dgm:presLayoutVars>
      </dgm:prSet>
      <dgm:spPr/>
    </dgm:pt>
    <dgm:pt modelId="{C7D06BC8-3305-4ADF-80E7-18B59D81B12F}" type="pres">
      <dgm:prSet presAssocID="{21F9DE54-4948-465A-A99F-619B4837EFAA}" presName="node" presStyleLbl="node1" presStyleIdx="0" presStyleCnt="3">
        <dgm:presLayoutVars>
          <dgm:bulletEnabled val="1"/>
        </dgm:presLayoutVars>
      </dgm:prSet>
      <dgm:spPr/>
    </dgm:pt>
    <dgm:pt modelId="{22D0D296-467C-4F31-9BDA-72D432AC1153}" type="pres">
      <dgm:prSet presAssocID="{A11B5A0F-2667-4F97-B89D-2821961D6961}" presName="sibTrans" presStyleLbl="sibTrans2D1" presStyleIdx="0" presStyleCnt="2"/>
      <dgm:spPr/>
    </dgm:pt>
    <dgm:pt modelId="{D8BC9054-3B25-4EE9-A604-385EB2570721}" type="pres">
      <dgm:prSet presAssocID="{A11B5A0F-2667-4F97-B89D-2821961D6961}" presName="connectorText" presStyleLbl="sibTrans2D1" presStyleIdx="0" presStyleCnt="2"/>
      <dgm:spPr/>
    </dgm:pt>
    <dgm:pt modelId="{FDB244AB-9A70-4648-9CF8-CF7FEFB240A6}" type="pres">
      <dgm:prSet presAssocID="{11009B4F-4691-4A23-A8B1-15064D703228}" presName="node" presStyleLbl="node1" presStyleIdx="1" presStyleCnt="3">
        <dgm:presLayoutVars>
          <dgm:bulletEnabled val="1"/>
        </dgm:presLayoutVars>
      </dgm:prSet>
      <dgm:spPr/>
    </dgm:pt>
    <dgm:pt modelId="{4C2186F0-D86E-4861-B78E-22C45633197D}" type="pres">
      <dgm:prSet presAssocID="{DBB4D210-B0FF-4227-A442-E969A6B0C97B}" presName="sibTrans" presStyleLbl="sibTrans2D1" presStyleIdx="1" presStyleCnt="2"/>
      <dgm:spPr/>
    </dgm:pt>
    <dgm:pt modelId="{A797E506-35D6-4A1D-A298-00D1A21BB359}" type="pres">
      <dgm:prSet presAssocID="{DBB4D210-B0FF-4227-A442-E969A6B0C97B}" presName="connectorText" presStyleLbl="sibTrans2D1" presStyleIdx="1" presStyleCnt="2"/>
      <dgm:spPr/>
    </dgm:pt>
    <dgm:pt modelId="{6F90567E-3D07-4050-8C69-4EB7218A8FD8}" type="pres">
      <dgm:prSet presAssocID="{31AF4006-6A2D-4151-ADAD-47ADDE25F334}" presName="node" presStyleLbl="node1" presStyleIdx="2" presStyleCnt="3">
        <dgm:presLayoutVars>
          <dgm:bulletEnabled val="1"/>
        </dgm:presLayoutVars>
      </dgm:prSet>
      <dgm:spPr/>
    </dgm:pt>
  </dgm:ptLst>
  <dgm:cxnLst>
    <dgm:cxn modelId="{05F8A004-AE7F-4084-A920-DA0386580075}" type="presOf" srcId="{1D618176-8B59-45CE-8BA7-A628E81692E7}" destId="{6F90567E-3D07-4050-8C69-4EB7218A8FD8}" srcOrd="0" destOrd="1" presId="urn:microsoft.com/office/officeart/2005/8/layout/process1"/>
    <dgm:cxn modelId="{C0AEC013-A0E4-4864-AD63-0DB88972A6CD}" srcId="{31AF4006-6A2D-4151-ADAD-47ADDE25F334}" destId="{1D618176-8B59-45CE-8BA7-A628E81692E7}" srcOrd="0" destOrd="0" parTransId="{3548B7A8-7A7B-4F31-AC47-AD6C8E747CB3}" sibTransId="{DF0F7082-E461-4C49-9052-788F8210D014}"/>
    <dgm:cxn modelId="{9029902C-CEF8-4FB8-976F-6F9084410CF3}" srcId="{11009B4F-4691-4A23-A8B1-15064D703228}" destId="{4370E4F3-337A-43B0-929E-C09EDF31DF2F}" srcOrd="1" destOrd="0" parTransId="{3614B29F-D68F-421C-BD82-A5A650697F24}" sibTransId="{BDA38D28-29A8-4ADB-9287-E1CEFF11DCB2}"/>
    <dgm:cxn modelId="{1AFCE032-ABD3-480C-96E8-CC648D0DEC43}" type="presOf" srcId="{A11B5A0F-2667-4F97-B89D-2821961D6961}" destId="{22D0D296-467C-4F31-9BDA-72D432AC1153}" srcOrd="0" destOrd="0" presId="urn:microsoft.com/office/officeart/2005/8/layout/process1"/>
    <dgm:cxn modelId="{85AF3F35-0094-4FB3-AB00-E998FF859BE3}" srcId="{83425A27-58CB-49FA-91B9-18D5A1D5F8AD}" destId="{11009B4F-4691-4A23-A8B1-15064D703228}" srcOrd="1" destOrd="0" parTransId="{9289675B-8624-4F93-AC99-2425A1521AFE}" sibTransId="{DBB4D210-B0FF-4227-A442-E969A6B0C97B}"/>
    <dgm:cxn modelId="{E32DA76A-2699-4D2F-AC21-0073E3699F49}" srcId="{21F9DE54-4948-465A-A99F-619B4837EFAA}" destId="{6534770B-1D70-4998-98FB-669528B9274B}" srcOrd="0" destOrd="0" parTransId="{BD641E1C-BDD9-4555-A0D5-35691586C93A}" sibTransId="{AC17C27A-E14C-4D04-97E5-E0F001050A5C}"/>
    <dgm:cxn modelId="{004A054B-3C05-49C9-B174-40580F8C95D1}" srcId="{83425A27-58CB-49FA-91B9-18D5A1D5F8AD}" destId="{31AF4006-6A2D-4151-ADAD-47ADDE25F334}" srcOrd="2" destOrd="0" parTransId="{A005C37D-50EC-44F4-AF47-B769CBC4F4DD}" sibTransId="{CDEAECAB-EC86-4352-AF1C-A098EC3D646F}"/>
    <dgm:cxn modelId="{1DDAC270-78DE-4E20-90CF-266FF6CEE089}" type="presOf" srcId="{A11B5A0F-2667-4F97-B89D-2821961D6961}" destId="{D8BC9054-3B25-4EE9-A604-385EB2570721}" srcOrd="1" destOrd="0" presId="urn:microsoft.com/office/officeart/2005/8/layout/process1"/>
    <dgm:cxn modelId="{E62E7A73-B50E-4A48-8356-267445A03C9D}" type="presOf" srcId="{31AF4006-6A2D-4151-ADAD-47ADDE25F334}" destId="{6F90567E-3D07-4050-8C69-4EB7218A8FD8}" srcOrd="0" destOrd="0" presId="urn:microsoft.com/office/officeart/2005/8/layout/process1"/>
    <dgm:cxn modelId="{E366B478-E9D5-42AB-98D4-8729F94AE609}" type="presOf" srcId="{656C9A56-72B8-45FB-B556-7C0E8909BC31}" destId="{FDB244AB-9A70-4648-9CF8-CF7FEFB240A6}" srcOrd="0" destOrd="1" presId="urn:microsoft.com/office/officeart/2005/8/layout/process1"/>
    <dgm:cxn modelId="{30C94989-109C-4FB5-B8ED-7113702A6400}" type="presOf" srcId="{DBB4D210-B0FF-4227-A442-E969A6B0C97B}" destId="{A797E506-35D6-4A1D-A298-00D1A21BB359}" srcOrd="1" destOrd="0" presId="urn:microsoft.com/office/officeart/2005/8/layout/process1"/>
    <dgm:cxn modelId="{79F4A695-51C5-4182-8892-B241A51F7B0C}" type="presOf" srcId="{11009B4F-4691-4A23-A8B1-15064D703228}" destId="{FDB244AB-9A70-4648-9CF8-CF7FEFB240A6}" srcOrd="0" destOrd="0" presId="urn:microsoft.com/office/officeart/2005/8/layout/process1"/>
    <dgm:cxn modelId="{63D71FA5-4E17-44E4-8EB2-70E4DBD31C5C}" type="presOf" srcId="{83425A27-58CB-49FA-91B9-18D5A1D5F8AD}" destId="{2E5CA025-36AD-44C5-A0C5-3E78D5C12A86}" srcOrd="0" destOrd="0" presId="urn:microsoft.com/office/officeart/2005/8/layout/process1"/>
    <dgm:cxn modelId="{DBF206A6-8418-4920-9B67-EEB6385395E6}" type="presOf" srcId="{4370E4F3-337A-43B0-929E-C09EDF31DF2F}" destId="{FDB244AB-9A70-4648-9CF8-CF7FEFB240A6}" srcOrd="0" destOrd="2" presId="urn:microsoft.com/office/officeart/2005/8/layout/process1"/>
    <dgm:cxn modelId="{536D81A7-724D-480A-91B2-BA6D92274988}" srcId="{11009B4F-4691-4A23-A8B1-15064D703228}" destId="{656C9A56-72B8-45FB-B556-7C0E8909BC31}" srcOrd="0" destOrd="0" parTransId="{A2C0C5E6-1A19-48F3-9E3A-A5D1E7F2A337}" sibTransId="{3350CC06-DCE3-40D2-967D-AB1E19D29346}"/>
    <dgm:cxn modelId="{F089A9B2-D868-4673-969D-73BDF1150038}" srcId="{83425A27-58CB-49FA-91B9-18D5A1D5F8AD}" destId="{21F9DE54-4948-465A-A99F-619B4837EFAA}" srcOrd="0" destOrd="0" parTransId="{D106030B-546B-43F1-A856-4ED5B26D179D}" sibTransId="{A11B5A0F-2667-4F97-B89D-2821961D6961}"/>
    <dgm:cxn modelId="{858BE5C6-D5F4-4CCA-AE28-0EC3585526ED}" type="presOf" srcId="{DBB4D210-B0FF-4227-A442-E969A6B0C97B}" destId="{4C2186F0-D86E-4861-B78E-22C45633197D}" srcOrd="0" destOrd="0" presId="urn:microsoft.com/office/officeart/2005/8/layout/process1"/>
    <dgm:cxn modelId="{A44F7BD3-CD00-4BFE-AF39-28D8615B4F99}" type="presOf" srcId="{6534770B-1D70-4998-98FB-669528B9274B}" destId="{C7D06BC8-3305-4ADF-80E7-18B59D81B12F}" srcOrd="0" destOrd="1" presId="urn:microsoft.com/office/officeart/2005/8/layout/process1"/>
    <dgm:cxn modelId="{7FAF51FB-F169-4919-809B-78A81CE6D27E}" type="presOf" srcId="{21F9DE54-4948-465A-A99F-619B4837EFAA}" destId="{C7D06BC8-3305-4ADF-80E7-18B59D81B12F}" srcOrd="0" destOrd="0" presId="urn:microsoft.com/office/officeart/2005/8/layout/process1"/>
    <dgm:cxn modelId="{09F8DEE9-6F54-4473-B76D-69CF6B96655E}" type="presParOf" srcId="{2E5CA025-36AD-44C5-A0C5-3E78D5C12A86}" destId="{C7D06BC8-3305-4ADF-80E7-18B59D81B12F}" srcOrd="0" destOrd="0" presId="urn:microsoft.com/office/officeart/2005/8/layout/process1"/>
    <dgm:cxn modelId="{C7281A40-84F6-4C38-BFF7-BEFFAEAC0E60}" type="presParOf" srcId="{2E5CA025-36AD-44C5-A0C5-3E78D5C12A86}" destId="{22D0D296-467C-4F31-9BDA-72D432AC1153}" srcOrd="1" destOrd="0" presId="urn:microsoft.com/office/officeart/2005/8/layout/process1"/>
    <dgm:cxn modelId="{EB35ABD0-319B-43B2-9671-B4EE6464A4A6}" type="presParOf" srcId="{22D0D296-467C-4F31-9BDA-72D432AC1153}" destId="{D8BC9054-3B25-4EE9-A604-385EB2570721}" srcOrd="0" destOrd="0" presId="urn:microsoft.com/office/officeart/2005/8/layout/process1"/>
    <dgm:cxn modelId="{789ABACE-30CC-49CE-A542-F9E1CA156974}" type="presParOf" srcId="{2E5CA025-36AD-44C5-A0C5-3E78D5C12A86}" destId="{FDB244AB-9A70-4648-9CF8-CF7FEFB240A6}" srcOrd="2" destOrd="0" presId="urn:microsoft.com/office/officeart/2005/8/layout/process1"/>
    <dgm:cxn modelId="{06B49700-1E30-4374-AFAC-1366242EE8E0}" type="presParOf" srcId="{2E5CA025-36AD-44C5-A0C5-3E78D5C12A86}" destId="{4C2186F0-D86E-4861-B78E-22C45633197D}" srcOrd="3" destOrd="0" presId="urn:microsoft.com/office/officeart/2005/8/layout/process1"/>
    <dgm:cxn modelId="{BADCE319-E7B3-4E22-8EFB-25FB6FF9DD27}" type="presParOf" srcId="{4C2186F0-D86E-4861-B78E-22C45633197D}" destId="{A797E506-35D6-4A1D-A298-00D1A21BB359}" srcOrd="0" destOrd="0" presId="urn:microsoft.com/office/officeart/2005/8/layout/process1"/>
    <dgm:cxn modelId="{193E0109-532F-4BEE-AC8E-70721B870AFF}" type="presParOf" srcId="{2E5CA025-36AD-44C5-A0C5-3E78D5C12A86}" destId="{6F90567E-3D07-4050-8C69-4EB7218A8FD8}"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32D0395-E338-4281-A0E0-4E56287E9F91}" type="doc">
      <dgm:prSet loTypeId="urn:microsoft.com/office/officeart/2005/8/layout/hierarchy6" loCatId="hierarchy" qsTypeId="urn:microsoft.com/office/officeart/2005/8/quickstyle/simple1" qsCatId="simple" csTypeId="urn:microsoft.com/office/officeart/2005/8/colors/accent1_2" csCatId="accent1" phldr="1"/>
      <dgm:spPr/>
      <dgm:t>
        <a:bodyPr/>
        <a:lstStyle/>
        <a:p>
          <a:endParaRPr lang="zh-TW" altLang="en-US"/>
        </a:p>
      </dgm:t>
    </dgm:pt>
    <dgm:pt modelId="{9EDBE06B-932E-4360-9192-B0118777C031}">
      <dgm:prSet phldrT="[文字]"/>
      <dgm:spPr/>
      <dgm:t>
        <a:bodyPr/>
        <a:lstStyle/>
        <a:p>
          <a:r>
            <a:rPr lang="zh-TW" altLang="en-US" dirty="0"/>
            <a:t>結論</a:t>
          </a:r>
        </a:p>
      </dgm:t>
    </dgm:pt>
    <dgm:pt modelId="{7D8F39FE-EEE2-4849-A0EB-00A112C2BA5D}" type="parTrans" cxnId="{706692E6-0AA5-438D-9C91-89D32A5AD008}">
      <dgm:prSet/>
      <dgm:spPr/>
      <dgm:t>
        <a:bodyPr/>
        <a:lstStyle/>
        <a:p>
          <a:endParaRPr lang="zh-TW" altLang="en-US"/>
        </a:p>
      </dgm:t>
    </dgm:pt>
    <dgm:pt modelId="{1768C462-8121-4D65-9C2B-FDE0983CFBD6}" type="sibTrans" cxnId="{706692E6-0AA5-438D-9C91-89D32A5AD008}">
      <dgm:prSet/>
      <dgm:spPr/>
      <dgm:t>
        <a:bodyPr/>
        <a:lstStyle/>
        <a:p>
          <a:endParaRPr lang="zh-TW" altLang="en-US"/>
        </a:p>
      </dgm:t>
    </dgm:pt>
    <dgm:pt modelId="{2CBE26B6-9D19-408B-A67E-180697CA3F8C}">
      <dgm:prSet phldrT="[文字]"/>
      <dgm:spPr/>
      <dgm:t>
        <a:bodyPr/>
        <a:lstStyle/>
        <a:p>
          <a:r>
            <a:rPr lang="zh-TW" altLang="en-US" dirty="0"/>
            <a:t>研究問題成立</a:t>
          </a:r>
        </a:p>
      </dgm:t>
    </dgm:pt>
    <dgm:pt modelId="{CA3CB270-1BDD-444E-9F54-029B7F707D25}" type="parTrans" cxnId="{5FAEA6ED-65FD-4FE2-8096-828E8A5A201D}">
      <dgm:prSet/>
      <dgm:spPr/>
      <dgm:t>
        <a:bodyPr/>
        <a:lstStyle/>
        <a:p>
          <a:endParaRPr lang="zh-TW" altLang="en-US"/>
        </a:p>
      </dgm:t>
    </dgm:pt>
    <dgm:pt modelId="{4B1EE610-9758-478F-AB73-05775A8A2594}" type="sibTrans" cxnId="{5FAEA6ED-65FD-4FE2-8096-828E8A5A201D}">
      <dgm:prSet/>
      <dgm:spPr/>
      <dgm:t>
        <a:bodyPr/>
        <a:lstStyle/>
        <a:p>
          <a:endParaRPr lang="zh-TW" altLang="en-US"/>
        </a:p>
      </dgm:t>
    </dgm:pt>
    <dgm:pt modelId="{B647D42C-8CD4-401A-B882-D80FA1267C33}">
      <dgm:prSet phldrT="[文字]" phldr="0"/>
      <dgm:spPr/>
      <dgm:t>
        <a:bodyPr/>
        <a:lstStyle/>
        <a:p>
          <a:r>
            <a:rPr lang="zh-TW" altLang="en-US" dirty="0"/>
            <a:t>研究設計驗證</a:t>
          </a:r>
        </a:p>
      </dgm:t>
    </dgm:pt>
    <dgm:pt modelId="{084791AC-70ED-481C-91CF-272BD44ECA01}" type="parTrans" cxnId="{1040D47E-7A09-4C1A-80A1-4E09E07717CA}">
      <dgm:prSet/>
      <dgm:spPr/>
      <dgm:t>
        <a:bodyPr/>
        <a:lstStyle/>
        <a:p>
          <a:endParaRPr lang="zh-TW" altLang="en-US"/>
        </a:p>
      </dgm:t>
    </dgm:pt>
    <dgm:pt modelId="{35DA327B-36E7-4CB6-AED6-0B0D5E1D467A}" type="sibTrans" cxnId="{1040D47E-7A09-4C1A-80A1-4E09E07717CA}">
      <dgm:prSet/>
      <dgm:spPr/>
      <dgm:t>
        <a:bodyPr/>
        <a:lstStyle/>
        <a:p>
          <a:endParaRPr lang="zh-TW" altLang="en-US"/>
        </a:p>
      </dgm:t>
    </dgm:pt>
    <dgm:pt modelId="{65012E56-8168-49F1-935C-E4F1030C95CB}">
      <dgm:prSet phldrT="[文字]" phldr="0"/>
      <dgm:spPr/>
      <dgm:t>
        <a:bodyPr/>
        <a:lstStyle/>
        <a:p>
          <a:r>
            <a:rPr lang="zh-TW" altLang="en-US" dirty="0"/>
            <a:t>實證結果支持</a:t>
          </a:r>
        </a:p>
      </dgm:t>
    </dgm:pt>
    <dgm:pt modelId="{DD272293-2389-421B-9239-5860E2041CDD}" type="parTrans" cxnId="{F3012EB2-792F-4DDC-B8E5-0B1C2BCD06B6}">
      <dgm:prSet/>
      <dgm:spPr/>
      <dgm:t>
        <a:bodyPr/>
        <a:lstStyle/>
        <a:p>
          <a:endParaRPr lang="zh-TW" altLang="en-US"/>
        </a:p>
      </dgm:t>
    </dgm:pt>
    <dgm:pt modelId="{E8DE17DC-53DB-45FE-A157-5841DEB20E0E}" type="sibTrans" cxnId="{F3012EB2-792F-4DDC-B8E5-0B1C2BCD06B6}">
      <dgm:prSet/>
      <dgm:spPr/>
      <dgm:t>
        <a:bodyPr/>
        <a:lstStyle/>
        <a:p>
          <a:endParaRPr lang="zh-TW" altLang="en-US"/>
        </a:p>
      </dgm:t>
    </dgm:pt>
    <dgm:pt modelId="{58763463-6239-4CD4-A7AE-59A11A0CEEBE}">
      <dgm:prSet phldrT="[文字]"/>
      <dgm:spPr/>
      <dgm:t>
        <a:bodyPr/>
        <a:lstStyle/>
        <a:p>
          <a:r>
            <a:rPr lang="zh-TW" altLang="en-US" dirty="0"/>
            <a:t>背景與動機</a:t>
          </a:r>
        </a:p>
      </dgm:t>
    </dgm:pt>
    <dgm:pt modelId="{09E6C4DA-4396-41A2-A771-DE4A0247FA47}" type="parTrans" cxnId="{BAA6B3EB-20F8-41BB-BC83-4E518D8421AA}">
      <dgm:prSet/>
      <dgm:spPr/>
      <dgm:t>
        <a:bodyPr/>
        <a:lstStyle/>
        <a:p>
          <a:endParaRPr lang="zh-TW" altLang="en-US"/>
        </a:p>
      </dgm:t>
    </dgm:pt>
    <dgm:pt modelId="{E4AADFDC-6D5B-4B4E-9600-ABB653CB3958}" type="sibTrans" cxnId="{BAA6B3EB-20F8-41BB-BC83-4E518D8421AA}">
      <dgm:prSet/>
      <dgm:spPr/>
      <dgm:t>
        <a:bodyPr/>
        <a:lstStyle/>
        <a:p>
          <a:endParaRPr lang="zh-TW" altLang="en-US"/>
        </a:p>
      </dgm:t>
    </dgm:pt>
    <dgm:pt modelId="{4C037005-34F5-490C-94DE-386438CC21E1}">
      <dgm:prSet phldrT="[文字]"/>
      <dgm:spPr/>
      <dgm:t>
        <a:bodyPr/>
        <a:lstStyle/>
        <a:p>
          <a:r>
            <a:rPr lang="zh-TW" altLang="en-US" dirty="0"/>
            <a:t>文獻回顧與缺口</a:t>
          </a:r>
        </a:p>
      </dgm:t>
    </dgm:pt>
    <dgm:pt modelId="{0130CB6C-A25A-4004-81EB-DE45B885BC49}" type="parTrans" cxnId="{F29C9A7B-B178-412D-AEC0-EB4FD1DA010D}">
      <dgm:prSet/>
      <dgm:spPr/>
      <dgm:t>
        <a:bodyPr/>
        <a:lstStyle/>
        <a:p>
          <a:endParaRPr lang="zh-TW" altLang="en-US"/>
        </a:p>
      </dgm:t>
    </dgm:pt>
    <dgm:pt modelId="{18C581E2-82A9-41ED-BFAB-353B90E5CFCE}" type="sibTrans" cxnId="{F29C9A7B-B178-412D-AEC0-EB4FD1DA010D}">
      <dgm:prSet/>
      <dgm:spPr/>
      <dgm:t>
        <a:bodyPr/>
        <a:lstStyle/>
        <a:p>
          <a:endParaRPr lang="zh-TW" altLang="en-US"/>
        </a:p>
      </dgm:t>
    </dgm:pt>
    <dgm:pt modelId="{42D720AA-C477-44D2-9AE4-84ED5C50CE1D}">
      <dgm:prSet phldrT="[文字]"/>
      <dgm:spPr/>
      <dgm:t>
        <a:bodyPr/>
        <a:lstStyle/>
        <a:p>
          <a:r>
            <a:rPr lang="zh-TW" altLang="en-US" dirty="0"/>
            <a:t>智財案件特性</a:t>
          </a:r>
        </a:p>
      </dgm:t>
    </dgm:pt>
    <dgm:pt modelId="{1756A311-A120-40BA-BAA7-105DC8DB634D}" type="parTrans" cxnId="{E0E1219D-297A-449B-B85D-D546BA070D7D}">
      <dgm:prSet/>
      <dgm:spPr/>
      <dgm:t>
        <a:bodyPr/>
        <a:lstStyle/>
        <a:p>
          <a:endParaRPr lang="zh-TW" altLang="en-US"/>
        </a:p>
      </dgm:t>
    </dgm:pt>
    <dgm:pt modelId="{E2188128-A0D5-4186-AE6C-BAA076832CE5}" type="sibTrans" cxnId="{E0E1219D-297A-449B-B85D-D546BA070D7D}">
      <dgm:prSet/>
      <dgm:spPr/>
      <dgm:t>
        <a:bodyPr/>
        <a:lstStyle/>
        <a:p>
          <a:endParaRPr lang="zh-TW" altLang="en-US"/>
        </a:p>
      </dgm:t>
    </dgm:pt>
    <dgm:pt modelId="{170F7AEB-3369-4C80-B05C-3DF01F72C0F4}">
      <dgm:prSet phldrT="[文字]"/>
      <dgm:spPr/>
      <dgm:t>
        <a:bodyPr/>
        <a:lstStyle/>
        <a:p>
          <a:r>
            <a:rPr lang="zh-TW" altLang="en-US" dirty="0"/>
            <a:t>類別不平衡</a:t>
          </a:r>
        </a:p>
      </dgm:t>
    </dgm:pt>
    <dgm:pt modelId="{93B04977-E0D7-40AA-834E-6A3CBA28A00F}" type="parTrans" cxnId="{2F4895A6-ED09-4717-859D-A9009F85C9E4}">
      <dgm:prSet/>
      <dgm:spPr/>
      <dgm:t>
        <a:bodyPr/>
        <a:lstStyle/>
        <a:p>
          <a:endParaRPr lang="zh-TW" altLang="en-US"/>
        </a:p>
      </dgm:t>
    </dgm:pt>
    <dgm:pt modelId="{77F4433C-744C-44B7-864C-851EAE9BDCF7}" type="sibTrans" cxnId="{2F4895A6-ED09-4717-859D-A9009F85C9E4}">
      <dgm:prSet/>
      <dgm:spPr/>
      <dgm:t>
        <a:bodyPr/>
        <a:lstStyle/>
        <a:p>
          <a:endParaRPr lang="zh-TW" altLang="en-US"/>
        </a:p>
      </dgm:t>
    </dgm:pt>
    <dgm:pt modelId="{C0FF8C76-AA7C-49D8-A24E-FC41FAE5AC4D}">
      <dgm:prSet phldrT="[文字]" phldr="0"/>
      <dgm:spPr/>
      <dgm:t>
        <a:bodyPr/>
        <a:lstStyle/>
        <a:p>
          <a:r>
            <a:rPr lang="zh-TW" altLang="en-US" dirty="0"/>
            <a:t>資料與標籤</a:t>
          </a:r>
        </a:p>
      </dgm:t>
    </dgm:pt>
    <dgm:pt modelId="{4E9A47A0-9185-45E8-978A-696D4C9E4697}" type="parTrans" cxnId="{7C404D65-903E-49F2-94E1-436D7996C8B8}">
      <dgm:prSet/>
      <dgm:spPr/>
      <dgm:t>
        <a:bodyPr/>
        <a:lstStyle/>
        <a:p>
          <a:endParaRPr lang="zh-TW" altLang="en-US"/>
        </a:p>
      </dgm:t>
    </dgm:pt>
    <dgm:pt modelId="{5ACD3197-221D-44CC-B843-9CFF887A8F44}" type="sibTrans" cxnId="{7C404D65-903E-49F2-94E1-436D7996C8B8}">
      <dgm:prSet/>
      <dgm:spPr/>
      <dgm:t>
        <a:bodyPr/>
        <a:lstStyle/>
        <a:p>
          <a:endParaRPr lang="zh-TW" altLang="en-US"/>
        </a:p>
      </dgm:t>
    </dgm:pt>
    <dgm:pt modelId="{8AC53A70-3198-4B43-B6C6-1F2645907EEA}">
      <dgm:prSet phldrT="[文字]" phldr="0"/>
      <dgm:spPr/>
      <dgm:t>
        <a:bodyPr/>
        <a:lstStyle/>
        <a:p>
          <a:r>
            <a:rPr lang="zh-TW" altLang="en-US" dirty="0"/>
            <a:t>特徵與模型</a:t>
          </a:r>
        </a:p>
      </dgm:t>
    </dgm:pt>
    <dgm:pt modelId="{3E101D25-A7BF-49F8-8448-46159B80260B}" type="parTrans" cxnId="{4235871D-6DEA-4EF5-BE7D-2DCD8056F072}">
      <dgm:prSet/>
      <dgm:spPr/>
      <dgm:t>
        <a:bodyPr/>
        <a:lstStyle/>
        <a:p>
          <a:endParaRPr lang="zh-TW" altLang="en-US"/>
        </a:p>
      </dgm:t>
    </dgm:pt>
    <dgm:pt modelId="{A48E97FF-7C2C-4973-A1CE-CF71FB10933E}" type="sibTrans" cxnId="{4235871D-6DEA-4EF5-BE7D-2DCD8056F072}">
      <dgm:prSet/>
      <dgm:spPr/>
      <dgm:t>
        <a:bodyPr/>
        <a:lstStyle/>
        <a:p>
          <a:endParaRPr lang="zh-TW" altLang="en-US"/>
        </a:p>
      </dgm:t>
    </dgm:pt>
    <dgm:pt modelId="{79FCBF43-CB44-41FC-99E7-F27D5E0FCA57}">
      <dgm:prSet phldrT="[文字]" phldr="0"/>
      <dgm:spPr/>
      <dgm:t>
        <a:bodyPr/>
        <a:lstStyle/>
        <a:p>
          <a:r>
            <a:rPr lang="zh-TW" altLang="en-US" dirty="0"/>
            <a:t>評估指標</a:t>
          </a:r>
        </a:p>
      </dgm:t>
    </dgm:pt>
    <dgm:pt modelId="{6841AB64-B240-42E9-92E0-3CB1F28EF640}" type="parTrans" cxnId="{2A6B57B1-DACA-48E1-85F1-BF8F874E01A3}">
      <dgm:prSet/>
      <dgm:spPr/>
      <dgm:t>
        <a:bodyPr/>
        <a:lstStyle/>
        <a:p>
          <a:endParaRPr lang="zh-TW" altLang="en-US"/>
        </a:p>
      </dgm:t>
    </dgm:pt>
    <dgm:pt modelId="{CA5F1335-FD47-4092-B4EB-4549E13B28CF}" type="sibTrans" cxnId="{2A6B57B1-DACA-48E1-85F1-BF8F874E01A3}">
      <dgm:prSet/>
      <dgm:spPr/>
      <dgm:t>
        <a:bodyPr/>
        <a:lstStyle/>
        <a:p>
          <a:endParaRPr lang="zh-TW" altLang="en-US"/>
        </a:p>
      </dgm:t>
    </dgm:pt>
    <dgm:pt modelId="{239B93F2-B5CB-42B3-807D-156247857635}">
      <dgm:prSet phldrT="[文字]" phldr="0"/>
      <dgm:spPr/>
      <dgm:t>
        <a:bodyPr/>
        <a:lstStyle/>
        <a:p>
          <a:r>
            <a:rPr lang="zh-TW" altLang="en-US" dirty="0"/>
            <a:t>分類建模</a:t>
          </a:r>
        </a:p>
      </dgm:t>
    </dgm:pt>
    <dgm:pt modelId="{CCEEA659-B395-4B5F-B226-6B4C50B7DB09}" type="parTrans" cxnId="{E111B0D3-6B17-45BB-9498-0A4D547281A9}">
      <dgm:prSet/>
      <dgm:spPr/>
      <dgm:t>
        <a:bodyPr/>
        <a:lstStyle/>
        <a:p>
          <a:endParaRPr lang="zh-TW" altLang="en-US"/>
        </a:p>
      </dgm:t>
    </dgm:pt>
    <dgm:pt modelId="{76EF6D56-6EDF-459D-BAF2-73A0C2C2B4EA}" type="sibTrans" cxnId="{E111B0D3-6B17-45BB-9498-0A4D547281A9}">
      <dgm:prSet/>
      <dgm:spPr/>
      <dgm:t>
        <a:bodyPr/>
        <a:lstStyle/>
        <a:p>
          <a:endParaRPr lang="zh-TW" altLang="en-US"/>
        </a:p>
      </dgm:t>
    </dgm:pt>
    <dgm:pt modelId="{5368EE9C-4272-4DC6-B320-31F4EFA6616B}">
      <dgm:prSet phldrT="[文字]" phldr="0"/>
      <dgm:spPr/>
      <dgm:t>
        <a:bodyPr/>
        <a:lstStyle/>
        <a:p>
          <a:r>
            <a:rPr lang="en-US" altLang="zh-TW" dirty="0"/>
            <a:t>Direct SVM</a:t>
          </a:r>
          <a:r>
            <a:rPr lang="zh-TW" altLang="en-US" dirty="0"/>
            <a:t> 較佳</a:t>
          </a:r>
        </a:p>
      </dgm:t>
    </dgm:pt>
    <dgm:pt modelId="{37194CC8-DF10-4797-BF14-A0EFC5E39B22}" type="parTrans" cxnId="{FFF1F844-D32E-4714-A802-28629D54A1F7}">
      <dgm:prSet/>
      <dgm:spPr/>
      <dgm:t>
        <a:bodyPr/>
        <a:lstStyle/>
        <a:p>
          <a:endParaRPr lang="zh-TW" altLang="en-US"/>
        </a:p>
      </dgm:t>
    </dgm:pt>
    <dgm:pt modelId="{6837E8A0-F585-447D-B111-F717434D106A}" type="sibTrans" cxnId="{FFF1F844-D32E-4714-A802-28629D54A1F7}">
      <dgm:prSet/>
      <dgm:spPr/>
      <dgm:t>
        <a:bodyPr/>
        <a:lstStyle/>
        <a:p>
          <a:endParaRPr lang="zh-TW" altLang="en-US"/>
        </a:p>
      </dgm:t>
    </dgm:pt>
    <dgm:pt modelId="{CB4CDCE6-A0E2-4036-B875-1BC1DA08C01C}">
      <dgm:prSet phldrT="[文字]" phldr="0"/>
      <dgm:spPr/>
      <dgm:t>
        <a:bodyPr/>
        <a:lstStyle/>
        <a:p>
          <a:r>
            <a:rPr lang="zh-TW" altLang="en-US" dirty="0"/>
            <a:t>無單一最佳特徵</a:t>
          </a:r>
        </a:p>
      </dgm:t>
    </dgm:pt>
    <dgm:pt modelId="{5883785A-3835-4B73-8E68-5548C7B5CE10}" type="parTrans" cxnId="{C627B0D4-47DE-4DBB-A82E-57627E7DF43A}">
      <dgm:prSet/>
      <dgm:spPr/>
      <dgm:t>
        <a:bodyPr/>
        <a:lstStyle/>
        <a:p>
          <a:endParaRPr lang="zh-TW" altLang="en-US"/>
        </a:p>
      </dgm:t>
    </dgm:pt>
    <dgm:pt modelId="{49DB3E45-74FD-4594-94D8-0A41DCC9083F}" type="sibTrans" cxnId="{C627B0D4-47DE-4DBB-A82E-57627E7DF43A}">
      <dgm:prSet/>
      <dgm:spPr/>
      <dgm:t>
        <a:bodyPr/>
        <a:lstStyle/>
        <a:p>
          <a:endParaRPr lang="zh-TW" altLang="en-US"/>
        </a:p>
      </dgm:t>
    </dgm:pt>
    <dgm:pt modelId="{486627FD-5576-4421-A918-DE62B9EBEDC8}">
      <dgm:prSet phldrT="[文字]" phldr="0"/>
      <dgm:spPr/>
      <dgm:t>
        <a:bodyPr/>
        <a:lstStyle/>
        <a:p>
          <a:r>
            <a:rPr lang="en-US" altLang="zh-TW" dirty="0"/>
            <a:t>Mixed / Win </a:t>
          </a:r>
          <a:r>
            <a:rPr lang="zh-TW" altLang="en-US" dirty="0"/>
            <a:t>較難辨識</a:t>
          </a:r>
        </a:p>
      </dgm:t>
    </dgm:pt>
    <dgm:pt modelId="{A0657F14-77BF-4231-956E-BD34945A6E11}" type="parTrans" cxnId="{B90AF38F-AEBA-4B9E-AB05-165B864DBF63}">
      <dgm:prSet/>
      <dgm:spPr/>
      <dgm:t>
        <a:bodyPr/>
        <a:lstStyle/>
        <a:p>
          <a:endParaRPr lang="zh-TW" altLang="en-US"/>
        </a:p>
      </dgm:t>
    </dgm:pt>
    <dgm:pt modelId="{DB3D4748-FDD9-4F4D-A39E-F65CD5FC2E01}" type="sibTrans" cxnId="{B90AF38F-AEBA-4B9E-AB05-165B864DBF63}">
      <dgm:prSet/>
      <dgm:spPr/>
      <dgm:t>
        <a:bodyPr/>
        <a:lstStyle/>
        <a:p>
          <a:endParaRPr lang="zh-TW" altLang="en-US"/>
        </a:p>
      </dgm:t>
    </dgm:pt>
    <dgm:pt modelId="{F6281F21-E27D-421C-B858-F217787FC19F}" type="pres">
      <dgm:prSet presAssocID="{632D0395-E338-4281-A0E0-4E56287E9F91}" presName="mainComposite" presStyleCnt="0">
        <dgm:presLayoutVars>
          <dgm:chPref val="1"/>
          <dgm:dir/>
          <dgm:animOne val="branch"/>
          <dgm:animLvl val="lvl"/>
          <dgm:resizeHandles val="exact"/>
        </dgm:presLayoutVars>
      </dgm:prSet>
      <dgm:spPr/>
    </dgm:pt>
    <dgm:pt modelId="{7F7BA213-46DF-4984-99A5-20500AA4F6CA}" type="pres">
      <dgm:prSet presAssocID="{632D0395-E338-4281-A0E0-4E56287E9F91}" presName="hierFlow" presStyleCnt="0"/>
      <dgm:spPr/>
    </dgm:pt>
    <dgm:pt modelId="{D4A845B6-1A95-43A4-BF18-5FDA1FDBF99B}" type="pres">
      <dgm:prSet presAssocID="{632D0395-E338-4281-A0E0-4E56287E9F91}" presName="hierChild1" presStyleCnt="0">
        <dgm:presLayoutVars>
          <dgm:chPref val="1"/>
          <dgm:animOne val="branch"/>
          <dgm:animLvl val="lvl"/>
        </dgm:presLayoutVars>
      </dgm:prSet>
      <dgm:spPr/>
    </dgm:pt>
    <dgm:pt modelId="{31360AD2-A608-481B-A696-33190C4D0F7D}" type="pres">
      <dgm:prSet presAssocID="{9EDBE06B-932E-4360-9192-B0118777C031}" presName="Name14" presStyleCnt="0"/>
      <dgm:spPr/>
    </dgm:pt>
    <dgm:pt modelId="{6F25E76F-F5C6-4837-9277-A7D414ECDB5D}" type="pres">
      <dgm:prSet presAssocID="{9EDBE06B-932E-4360-9192-B0118777C031}" presName="level1Shape" presStyleLbl="node0" presStyleIdx="0" presStyleCnt="1">
        <dgm:presLayoutVars>
          <dgm:chPref val="3"/>
        </dgm:presLayoutVars>
      </dgm:prSet>
      <dgm:spPr/>
    </dgm:pt>
    <dgm:pt modelId="{B3C4FED7-9F01-4CF0-A0F9-85D2F7446D1F}" type="pres">
      <dgm:prSet presAssocID="{9EDBE06B-932E-4360-9192-B0118777C031}" presName="hierChild2" presStyleCnt="0"/>
      <dgm:spPr/>
    </dgm:pt>
    <dgm:pt modelId="{719B400F-B4C6-446A-8A53-6BD10ABD5024}" type="pres">
      <dgm:prSet presAssocID="{CA3CB270-1BDD-444E-9F54-029B7F707D25}" presName="Name19" presStyleLbl="parChTrans1D2" presStyleIdx="0" presStyleCnt="3"/>
      <dgm:spPr/>
    </dgm:pt>
    <dgm:pt modelId="{09853D9A-77EC-43E3-8F0F-2FEF8FFD7179}" type="pres">
      <dgm:prSet presAssocID="{2CBE26B6-9D19-408B-A67E-180697CA3F8C}" presName="Name21" presStyleCnt="0"/>
      <dgm:spPr/>
    </dgm:pt>
    <dgm:pt modelId="{F591AE69-92A0-4FE1-BF2C-CBE39DE0011B}" type="pres">
      <dgm:prSet presAssocID="{2CBE26B6-9D19-408B-A67E-180697CA3F8C}" presName="level2Shape" presStyleLbl="node2" presStyleIdx="0" presStyleCnt="3"/>
      <dgm:spPr/>
    </dgm:pt>
    <dgm:pt modelId="{B353E231-6F08-441A-B2CC-602099576476}" type="pres">
      <dgm:prSet presAssocID="{2CBE26B6-9D19-408B-A67E-180697CA3F8C}" presName="hierChild3" presStyleCnt="0"/>
      <dgm:spPr/>
    </dgm:pt>
    <dgm:pt modelId="{75743E61-E5F3-4C07-A38E-85FACF6DBB46}" type="pres">
      <dgm:prSet presAssocID="{09E6C4DA-4396-41A2-A771-DE4A0247FA47}" presName="Name19" presStyleLbl="parChTrans1D3" presStyleIdx="0" presStyleCnt="11"/>
      <dgm:spPr/>
    </dgm:pt>
    <dgm:pt modelId="{6129BAD4-C514-41F6-BA5C-6ED2F6623C61}" type="pres">
      <dgm:prSet presAssocID="{58763463-6239-4CD4-A7AE-59A11A0CEEBE}" presName="Name21" presStyleCnt="0"/>
      <dgm:spPr/>
    </dgm:pt>
    <dgm:pt modelId="{BB3D50CD-BDED-45BC-A782-D5645A8D239F}" type="pres">
      <dgm:prSet presAssocID="{58763463-6239-4CD4-A7AE-59A11A0CEEBE}" presName="level2Shape" presStyleLbl="node3" presStyleIdx="0" presStyleCnt="11"/>
      <dgm:spPr/>
    </dgm:pt>
    <dgm:pt modelId="{CE102223-7DE0-4F39-8DE6-F61710EE6314}" type="pres">
      <dgm:prSet presAssocID="{58763463-6239-4CD4-A7AE-59A11A0CEEBE}" presName="hierChild3" presStyleCnt="0"/>
      <dgm:spPr/>
    </dgm:pt>
    <dgm:pt modelId="{86018806-A041-4251-89F2-45A32DE72AA5}" type="pres">
      <dgm:prSet presAssocID="{1756A311-A120-40BA-BAA7-105DC8DB634D}" presName="Name19" presStyleLbl="parChTrans1D3" presStyleIdx="1" presStyleCnt="11"/>
      <dgm:spPr/>
    </dgm:pt>
    <dgm:pt modelId="{724EBA8B-4D90-4272-B8B9-D36313140575}" type="pres">
      <dgm:prSet presAssocID="{42D720AA-C477-44D2-9AE4-84ED5C50CE1D}" presName="Name21" presStyleCnt="0"/>
      <dgm:spPr/>
    </dgm:pt>
    <dgm:pt modelId="{2BF7B003-5052-466E-8FE4-A4E1692AD762}" type="pres">
      <dgm:prSet presAssocID="{42D720AA-C477-44D2-9AE4-84ED5C50CE1D}" presName="level2Shape" presStyleLbl="node3" presStyleIdx="1" presStyleCnt="11"/>
      <dgm:spPr/>
    </dgm:pt>
    <dgm:pt modelId="{C012A1DA-7420-4FCB-B9C6-C3627DC875F0}" type="pres">
      <dgm:prSet presAssocID="{42D720AA-C477-44D2-9AE4-84ED5C50CE1D}" presName="hierChild3" presStyleCnt="0"/>
      <dgm:spPr/>
    </dgm:pt>
    <dgm:pt modelId="{EA1BDE9C-A409-4925-96F8-3216EB443E7D}" type="pres">
      <dgm:prSet presAssocID="{93B04977-E0D7-40AA-834E-6A3CBA28A00F}" presName="Name19" presStyleLbl="parChTrans1D3" presStyleIdx="2" presStyleCnt="11"/>
      <dgm:spPr/>
    </dgm:pt>
    <dgm:pt modelId="{91EE9A12-4FFB-466E-97BE-58CC6A29179D}" type="pres">
      <dgm:prSet presAssocID="{170F7AEB-3369-4C80-B05C-3DF01F72C0F4}" presName="Name21" presStyleCnt="0"/>
      <dgm:spPr/>
    </dgm:pt>
    <dgm:pt modelId="{8C73861D-C88F-497B-9E69-4D23030EC2BA}" type="pres">
      <dgm:prSet presAssocID="{170F7AEB-3369-4C80-B05C-3DF01F72C0F4}" presName="level2Shape" presStyleLbl="node3" presStyleIdx="2" presStyleCnt="11"/>
      <dgm:spPr/>
    </dgm:pt>
    <dgm:pt modelId="{7B49CD3D-34AB-4252-BAE2-1355918DB185}" type="pres">
      <dgm:prSet presAssocID="{170F7AEB-3369-4C80-B05C-3DF01F72C0F4}" presName="hierChild3" presStyleCnt="0"/>
      <dgm:spPr/>
    </dgm:pt>
    <dgm:pt modelId="{7A8E5DF0-74D7-4FA5-99B7-648B1FE070D5}" type="pres">
      <dgm:prSet presAssocID="{0130CB6C-A25A-4004-81EB-DE45B885BC49}" presName="Name19" presStyleLbl="parChTrans1D3" presStyleIdx="3" presStyleCnt="11"/>
      <dgm:spPr/>
    </dgm:pt>
    <dgm:pt modelId="{6264DEFF-4E08-44B3-BBEC-70407DD62115}" type="pres">
      <dgm:prSet presAssocID="{4C037005-34F5-490C-94DE-386438CC21E1}" presName="Name21" presStyleCnt="0"/>
      <dgm:spPr/>
    </dgm:pt>
    <dgm:pt modelId="{DB63EF71-F9DC-4BA6-9132-92E0EF084944}" type="pres">
      <dgm:prSet presAssocID="{4C037005-34F5-490C-94DE-386438CC21E1}" presName="level2Shape" presStyleLbl="node3" presStyleIdx="3" presStyleCnt="11"/>
      <dgm:spPr/>
    </dgm:pt>
    <dgm:pt modelId="{16C9A6D9-8C24-4244-91C5-CE3C5FB973DB}" type="pres">
      <dgm:prSet presAssocID="{4C037005-34F5-490C-94DE-386438CC21E1}" presName="hierChild3" presStyleCnt="0"/>
      <dgm:spPr/>
    </dgm:pt>
    <dgm:pt modelId="{0DC0D916-B284-4661-972B-2348BFC30618}" type="pres">
      <dgm:prSet presAssocID="{084791AC-70ED-481C-91CF-272BD44ECA01}" presName="Name19" presStyleLbl="parChTrans1D2" presStyleIdx="1" presStyleCnt="3"/>
      <dgm:spPr/>
    </dgm:pt>
    <dgm:pt modelId="{90C20B14-E42B-4FEB-88A8-74F34B2BF3B3}" type="pres">
      <dgm:prSet presAssocID="{B647D42C-8CD4-401A-B882-D80FA1267C33}" presName="Name21" presStyleCnt="0"/>
      <dgm:spPr/>
    </dgm:pt>
    <dgm:pt modelId="{D457F9BA-2E56-4FED-A9D9-FB9377AA033F}" type="pres">
      <dgm:prSet presAssocID="{B647D42C-8CD4-401A-B882-D80FA1267C33}" presName="level2Shape" presStyleLbl="node2" presStyleIdx="1" presStyleCnt="3" custLinFactNeighborX="-65000" custLinFactNeighborY="2594"/>
      <dgm:spPr/>
    </dgm:pt>
    <dgm:pt modelId="{1CBB0189-3214-4B98-96FF-D6369D84B409}" type="pres">
      <dgm:prSet presAssocID="{B647D42C-8CD4-401A-B882-D80FA1267C33}" presName="hierChild3" presStyleCnt="0"/>
      <dgm:spPr/>
    </dgm:pt>
    <dgm:pt modelId="{91F20219-A234-4AED-B47D-4CE78160D9C0}" type="pres">
      <dgm:prSet presAssocID="{CCEEA659-B395-4B5F-B226-6B4C50B7DB09}" presName="Name19" presStyleLbl="parChTrans1D3" presStyleIdx="4" presStyleCnt="11"/>
      <dgm:spPr/>
    </dgm:pt>
    <dgm:pt modelId="{150AFBB9-E20F-43E9-8C92-335D00942991}" type="pres">
      <dgm:prSet presAssocID="{239B93F2-B5CB-42B3-807D-156247857635}" presName="Name21" presStyleCnt="0"/>
      <dgm:spPr/>
    </dgm:pt>
    <dgm:pt modelId="{835E87F1-3D5A-417D-BBD3-FE6D6DE8CCE1}" type="pres">
      <dgm:prSet presAssocID="{239B93F2-B5CB-42B3-807D-156247857635}" presName="level2Shape" presStyleLbl="node3" presStyleIdx="4" presStyleCnt="11"/>
      <dgm:spPr/>
    </dgm:pt>
    <dgm:pt modelId="{AA046F4B-8126-405C-BD9F-3B5080B44FD9}" type="pres">
      <dgm:prSet presAssocID="{239B93F2-B5CB-42B3-807D-156247857635}" presName="hierChild3" presStyleCnt="0"/>
      <dgm:spPr/>
    </dgm:pt>
    <dgm:pt modelId="{9DBF2107-EF4A-4A62-91E7-0444F8D8B58B}" type="pres">
      <dgm:prSet presAssocID="{4E9A47A0-9185-45E8-978A-696D4C9E4697}" presName="Name19" presStyleLbl="parChTrans1D3" presStyleIdx="5" presStyleCnt="11"/>
      <dgm:spPr/>
    </dgm:pt>
    <dgm:pt modelId="{883AE826-A01A-435A-B60C-8832AD83B6F9}" type="pres">
      <dgm:prSet presAssocID="{C0FF8C76-AA7C-49D8-A24E-FC41FAE5AC4D}" presName="Name21" presStyleCnt="0"/>
      <dgm:spPr/>
    </dgm:pt>
    <dgm:pt modelId="{CE439A6E-C539-4E84-A85E-4DD789224244}" type="pres">
      <dgm:prSet presAssocID="{C0FF8C76-AA7C-49D8-A24E-FC41FAE5AC4D}" presName="level2Shape" presStyleLbl="node3" presStyleIdx="5" presStyleCnt="11"/>
      <dgm:spPr/>
    </dgm:pt>
    <dgm:pt modelId="{1A83B278-33A7-4572-B14E-1C58137826C8}" type="pres">
      <dgm:prSet presAssocID="{C0FF8C76-AA7C-49D8-A24E-FC41FAE5AC4D}" presName="hierChild3" presStyleCnt="0"/>
      <dgm:spPr/>
    </dgm:pt>
    <dgm:pt modelId="{D001D0D9-53F3-41E4-AB77-1B00BA6A144C}" type="pres">
      <dgm:prSet presAssocID="{3E101D25-A7BF-49F8-8448-46159B80260B}" presName="Name19" presStyleLbl="parChTrans1D3" presStyleIdx="6" presStyleCnt="11"/>
      <dgm:spPr/>
    </dgm:pt>
    <dgm:pt modelId="{4C65CFB7-1A8F-4C04-B4FD-1884D1C7B1F5}" type="pres">
      <dgm:prSet presAssocID="{8AC53A70-3198-4B43-B6C6-1F2645907EEA}" presName="Name21" presStyleCnt="0"/>
      <dgm:spPr/>
    </dgm:pt>
    <dgm:pt modelId="{394260FC-95CC-41DE-91D9-015EA66F5704}" type="pres">
      <dgm:prSet presAssocID="{8AC53A70-3198-4B43-B6C6-1F2645907EEA}" presName="level2Shape" presStyleLbl="node3" presStyleIdx="6" presStyleCnt="11"/>
      <dgm:spPr/>
    </dgm:pt>
    <dgm:pt modelId="{FEE0C350-0EB6-4965-889B-0BBA7A35F9A3}" type="pres">
      <dgm:prSet presAssocID="{8AC53A70-3198-4B43-B6C6-1F2645907EEA}" presName="hierChild3" presStyleCnt="0"/>
      <dgm:spPr/>
    </dgm:pt>
    <dgm:pt modelId="{07AFEE18-EBA3-4C0D-AAB0-6D9813E4411A}" type="pres">
      <dgm:prSet presAssocID="{6841AB64-B240-42E9-92E0-3CB1F28EF640}" presName="Name19" presStyleLbl="parChTrans1D3" presStyleIdx="7" presStyleCnt="11"/>
      <dgm:spPr/>
    </dgm:pt>
    <dgm:pt modelId="{094988B3-E73C-4FE4-9208-7EDFD7E07878}" type="pres">
      <dgm:prSet presAssocID="{79FCBF43-CB44-41FC-99E7-F27D5E0FCA57}" presName="Name21" presStyleCnt="0"/>
      <dgm:spPr/>
    </dgm:pt>
    <dgm:pt modelId="{73B5F9E6-6BFC-4383-B884-05245273C3C2}" type="pres">
      <dgm:prSet presAssocID="{79FCBF43-CB44-41FC-99E7-F27D5E0FCA57}" presName="level2Shape" presStyleLbl="node3" presStyleIdx="7" presStyleCnt="11"/>
      <dgm:spPr/>
    </dgm:pt>
    <dgm:pt modelId="{80EC3C3A-64E8-4065-AC25-8198EE8A36DA}" type="pres">
      <dgm:prSet presAssocID="{79FCBF43-CB44-41FC-99E7-F27D5E0FCA57}" presName="hierChild3" presStyleCnt="0"/>
      <dgm:spPr/>
    </dgm:pt>
    <dgm:pt modelId="{A9B92238-BC33-497B-A31E-FE30AA13444B}" type="pres">
      <dgm:prSet presAssocID="{DD272293-2389-421B-9239-5860E2041CDD}" presName="Name19" presStyleLbl="parChTrans1D2" presStyleIdx="2" presStyleCnt="3"/>
      <dgm:spPr/>
    </dgm:pt>
    <dgm:pt modelId="{42A23933-74F8-467A-8D26-4ED7CD237D66}" type="pres">
      <dgm:prSet presAssocID="{65012E56-8168-49F1-935C-E4F1030C95CB}" presName="Name21" presStyleCnt="0"/>
      <dgm:spPr/>
    </dgm:pt>
    <dgm:pt modelId="{407149DB-5DC9-4AED-81E1-531846B74BA5}" type="pres">
      <dgm:prSet presAssocID="{65012E56-8168-49F1-935C-E4F1030C95CB}" presName="level2Shape" presStyleLbl="node2" presStyleIdx="2" presStyleCnt="3"/>
      <dgm:spPr/>
    </dgm:pt>
    <dgm:pt modelId="{DD13553B-ED97-4B4B-8C5B-E9C837AE6A4C}" type="pres">
      <dgm:prSet presAssocID="{65012E56-8168-49F1-935C-E4F1030C95CB}" presName="hierChild3" presStyleCnt="0"/>
      <dgm:spPr/>
    </dgm:pt>
    <dgm:pt modelId="{41F08BE7-4987-48F4-B703-DA077F9E9084}" type="pres">
      <dgm:prSet presAssocID="{37194CC8-DF10-4797-BF14-A0EFC5E39B22}" presName="Name19" presStyleLbl="parChTrans1D3" presStyleIdx="8" presStyleCnt="11"/>
      <dgm:spPr/>
    </dgm:pt>
    <dgm:pt modelId="{946353B9-7D18-4286-9283-E3AA5722FAD2}" type="pres">
      <dgm:prSet presAssocID="{5368EE9C-4272-4DC6-B320-31F4EFA6616B}" presName="Name21" presStyleCnt="0"/>
      <dgm:spPr/>
    </dgm:pt>
    <dgm:pt modelId="{5B7FB57B-BAAF-416B-826F-9DE5A579E8E2}" type="pres">
      <dgm:prSet presAssocID="{5368EE9C-4272-4DC6-B320-31F4EFA6616B}" presName="level2Shape" presStyleLbl="node3" presStyleIdx="8" presStyleCnt="11"/>
      <dgm:spPr/>
    </dgm:pt>
    <dgm:pt modelId="{854C0CE8-B196-47EA-BB90-32F45CD1DA30}" type="pres">
      <dgm:prSet presAssocID="{5368EE9C-4272-4DC6-B320-31F4EFA6616B}" presName="hierChild3" presStyleCnt="0"/>
      <dgm:spPr/>
    </dgm:pt>
    <dgm:pt modelId="{E71E0994-0DC9-424D-9E01-D5E9C40DB550}" type="pres">
      <dgm:prSet presAssocID="{5883785A-3835-4B73-8E68-5548C7B5CE10}" presName="Name19" presStyleLbl="parChTrans1D3" presStyleIdx="9" presStyleCnt="11"/>
      <dgm:spPr/>
    </dgm:pt>
    <dgm:pt modelId="{BFFBD146-E847-4590-980E-1D9B3B0CA401}" type="pres">
      <dgm:prSet presAssocID="{CB4CDCE6-A0E2-4036-B875-1BC1DA08C01C}" presName="Name21" presStyleCnt="0"/>
      <dgm:spPr/>
    </dgm:pt>
    <dgm:pt modelId="{3EC582DD-E833-4F79-985C-2350418FED5B}" type="pres">
      <dgm:prSet presAssocID="{CB4CDCE6-A0E2-4036-B875-1BC1DA08C01C}" presName="level2Shape" presStyleLbl="node3" presStyleIdx="9" presStyleCnt="11"/>
      <dgm:spPr/>
    </dgm:pt>
    <dgm:pt modelId="{B5829AAA-C2F6-4CB1-AD0D-9A967BA91B01}" type="pres">
      <dgm:prSet presAssocID="{CB4CDCE6-A0E2-4036-B875-1BC1DA08C01C}" presName="hierChild3" presStyleCnt="0"/>
      <dgm:spPr/>
    </dgm:pt>
    <dgm:pt modelId="{0FCC812B-A7CD-475B-A42E-0D6EBBEDDD52}" type="pres">
      <dgm:prSet presAssocID="{A0657F14-77BF-4231-956E-BD34945A6E11}" presName="Name19" presStyleLbl="parChTrans1D3" presStyleIdx="10" presStyleCnt="11"/>
      <dgm:spPr/>
    </dgm:pt>
    <dgm:pt modelId="{8D1EEB9B-1963-47D5-A563-D1C424069407}" type="pres">
      <dgm:prSet presAssocID="{486627FD-5576-4421-A918-DE62B9EBEDC8}" presName="Name21" presStyleCnt="0"/>
      <dgm:spPr/>
    </dgm:pt>
    <dgm:pt modelId="{195BA1F4-650C-4741-8F27-5DBDA3773330}" type="pres">
      <dgm:prSet presAssocID="{486627FD-5576-4421-A918-DE62B9EBEDC8}" presName="level2Shape" presStyleLbl="node3" presStyleIdx="10" presStyleCnt="11"/>
      <dgm:spPr/>
    </dgm:pt>
    <dgm:pt modelId="{4CBFEA61-5E0E-431C-9A83-CE496B4112F8}" type="pres">
      <dgm:prSet presAssocID="{486627FD-5576-4421-A918-DE62B9EBEDC8}" presName="hierChild3" presStyleCnt="0"/>
      <dgm:spPr/>
    </dgm:pt>
    <dgm:pt modelId="{8D1E2AC7-20A0-4C8A-8683-33EB7670DCF9}" type="pres">
      <dgm:prSet presAssocID="{632D0395-E338-4281-A0E0-4E56287E9F91}" presName="bgShapesFlow" presStyleCnt="0"/>
      <dgm:spPr/>
    </dgm:pt>
  </dgm:ptLst>
  <dgm:cxnLst>
    <dgm:cxn modelId="{077A9912-A3CE-4F6F-8C51-63D559599903}" type="presOf" srcId="{79FCBF43-CB44-41FC-99E7-F27D5E0FCA57}" destId="{73B5F9E6-6BFC-4383-B884-05245273C3C2}" srcOrd="0" destOrd="0" presId="urn:microsoft.com/office/officeart/2005/8/layout/hierarchy6"/>
    <dgm:cxn modelId="{E9224D15-9CDB-4E3B-8390-7A19E8EDA9D4}" type="presOf" srcId="{170F7AEB-3369-4C80-B05C-3DF01F72C0F4}" destId="{8C73861D-C88F-497B-9E69-4D23030EC2BA}" srcOrd="0" destOrd="0" presId="urn:microsoft.com/office/officeart/2005/8/layout/hierarchy6"/>
    <dgm:cxn modelId="{4235871D-6DEA-4EF5-BE7D-2DCD8056F072}" srcId="{B647D42C-8CD4-401A-B882-D80FA1267C33}" destId="{8AC53A70-3198-4B43-B6C6-1F2645907EEA}" srcOrd="2" destOrd="0" parTransId="{3E101D25-A7BF-49F8-8448-46159B80260B}" sibTransId="{A48E97FF-7C2C-4973-A1CE-CF71FB10933E}"/>
    <dgm:cxn modelId="{5D9C2324-118D-468B-B416-5DD94D0B17BC}" type="presOf" srcId="{2CBE26B6-9D19-408B-A67E-180697CA3F8C}" destId="{F591AE69-92A0-4FE1-BF2C-CBE39DE0011B}" srcOrd="0" destOrd="0" presId="urn:microsoft.com/office/officeart/2005/8/layout/hierarchy6"/>
    <dgm:cxn modelId="{505D7628-0C97-4E5D-BC9F-BE5EF942E11B}" type="presOf" srcId="{B647D42C-8CD4-401A-B882-D80FA1267C33}" destId="{D457F9BA-2E56-4FED-A9D9-FB9377AA033F}" srcOrd="0" destOrd="0" presId="urn:microsoft.com/office/officeart/2005/8/layout/hierarchy6"/>
    <dgm:cxn modelId="{80FA762F-0C4F-4698-B144-69D3BB6FE14C}" type="presOf" srcId="{084791AC-70ED-481C-91CF-272BD44ECA01}" destId="{0DC0D916-B284-4661-972B-2348BFC30618}" srcOrd="0" destOrd="0" presId="urn:microsoft.com/office/officeart/2005/8/layout/hierarchy6"/>
    <dgm:cxn modelId="{3AE6E032-DCC8-41D5-B0ED-0BD6561589C8}" type="presOf" srcId="{CB4CDCE6-A0E2-4036-B875-1BC1DA08C01C}" destId="{3EC582DD-E833-4F79-985C-2350418FED5B}" srcOrd="0" destOrd="0" presId="urn:microsoft.com/office/officeart/2005/8/layout/hierarchy6"/>
    <dgm:cxn modelId="{FFF1F844-D32E-4714-A802-28629D54A1F7}" srcId="{65012E56-8168-49F1-935C-E4F1030C95CB}" destId="{5368EE9C-4272-4DC6-B320-31F4EFA6616B}" srcOrd="0" destOrd="0" parTransId="{37194CC8-DF10-4797-BF14-A0EFC5E39B22}" sibTransId="{6837E8A0-F585-447D-B111-F717434D106A}"/>
    <dgm:cxn modelId="{7C404D65-903E-49F2-94E1-436D7996C8B8}" srcId="{B647D42C-8CD4-401A-B882-D80FA1267C33}" destId="{C0FF8C76-AA7C-49D8-A24E-FC41FAE5AC4D}" srcOrd="1" destOrd="0" parTransId="{4E9A47A0-9185-45E8-978A-696D4C9E4697}" sibTransId="{5ACD3197-221D-44CC-B843-9CFF887A8F44}"/>
    <dgm:cxn modelId="{CCB9F766-2EBA-469F-B1E0-28C6DCD33239}" type="presOf" srcId="{58763463-6239-4CD4-A7AE-59A11A0CEEBE}" destId="{BB3D50CD-BDED-45BC-A782-D5645A8D239F}" srcOrd="0" destOrd="0" presId="urn:microsoft.com/office/officeart/2005/8/layout/hierarchy6"/>
    <dgm:cxn modelId="{CC0F5449-D3AE-4313-AD45-69F0CDBDB788}" type="presOf" srcId="{6841AB64-B240-42E9-92E0-3CB1F28EF640}" destId="{07AFEE18-EBA3-4C0D-AAB0-6D9813E4411A}" srcOrd="0" destOrd="0" presId="urn:microsoft.com/office/officeart/2005/8/layout/hierarchy6"/>
    <dgm:cxn modelId="{6C5CC16A-6F3E-415F-8E68-6AC49A83A603}" type="presOf" srcId="{5368EE9C-4272-4DC6-B320-31F4EFA6616B}" destId="{5B7FB57B-BAAF-416B-826F-9DE5A579E8E2}" srcOrd="0" destOrd="0" presId="urn:microsoft.com/office/officeart/2005/8/layout/hierarchy6"/>
    <dgm:cxn modelId="{AB95B24C-B522-49B8-B7EA-DD90252DFEB1}" type="presOf" srcId="{0130CB6C-A25A-4004-81EB-DE45B885BC49}" destId="{7A8E5DF0-74D7-4FA5-99B7-648B1FE070D5}" srcOrd="0" destOrd="0" presId="urn:microsoft.com/office/officeart/2005/8/layout/hierarchy6"/>
    <dgm:cxn modelId="{6AF0D853-680B-4185-B0F4-ECE50432A297}" type="presOf" srcId="{09E6C4DA-4396-41A2-A771-DE4A0247FA47}" destId="{75743E61-E5F3-4C07-A38E-85FACF6DBB46}" srcOrd="0" destOrd="0" presId="urn:microsoft.com/office/officeart/2005/8/layout/hierarchy6"/>
    <dgm:cxn modelId="{CF829977-BC92-4C40-A2F1-4AF1EEA1F518}" type="presOf" srcId="{37194CC8-DF10-4797-BF14-A0EFC5E39B22}" destId="{41F08BE7-4987-48F4-B703-DA077F9E9084}" srcOrd="0" destOrd="0" presId="urn:microsoft.com/office/officeart/2005/8/layout/hierarchy6"/>
    <dgm:cxn modelId="{362F8378-2816-48F0-91D9-F5A2A7E46BF5}" type="presOf" srcId="{1756A311-A120-40BA-BAA7-105DC8DB634D}" destId="{86018806-A041-4251-89F2-45A32DE72AA5}" srcOrd="0" destOrd="0" presId="urn:microsoft.com/office/officeart/2005/8/layout/hierarchy6"/>
    <dgm:cxn modelId="{1402287B-3DDD-4B7C-8475-91F5DA7566AC}" type="presOf" srcId="{65012E56-8168-49F1-935C-E4F1030C95CB}" destId="{407149DB-5DC9-4AED-81E1-531846B74BA5}" srcOrd="0" destOrd="0" presId="urn:microsoft.com/office/officeart/2005/8/layout/hierarchy6"/>
    <dgm:cxn modelId="{F29C9A7B-B178-412D-AEC0-EB4FD1DA010D}" srcId="{2CBE26B6-9D19-408B-A67E-180697CA3F8C}" destId="{4C037005-34F5-490C-94DE-386438CC21E1}" srcOrd="3" destOrd="0" parTransId="{0130CB6C-A25A-4004-81EB-DE45B885BC49}" sibTransId="{18C581E2-82A9-41ED-BFAB-353B90E5CFCE}"/>
    <dgm:cxn modelId="{43746B7C-3E01-4CDC-B47A-9ECDA40B2847}" type="presOf" srcId="{8AC53A70-3198-4B43-B6C6-1F2645907EEA}" destId="{394260FC-95CC-41DE-91D9-015EA66F5704}" srcOrd="0" destOrd="0" presId="urn:microsoft.com/office/officeart/2005/8/layout/hierarchy6"/>
    <dgm:cxn modelId="{1040D47E-7A09-4C1A-80A1-4E09E07717CA}" srcId="{9EDBE06B-932E-4360-9192-B0118777C031}" destId="{B647D42C-8CD4-401A-B882-D80FA1267C33}" srcOrd="1" destOrd="0" parTransId="{084791AC-70ED-481C-91CF-272BD44ECA01}" sibTransId="{35DA327B-36E7-4CB6-AED6-0B0D5E1D467A}"/>
    <dgm:cxn modelId="{85229082-706D-43AD-8A3A-0EDF9F609764}" type="presOf" srcId="{239B93F2-B5CB-42B3-807D-156247857635}" destId="{835E87F1-3D5A-417D-BBD3-FE6D6DE8CCE1}" srcOrd="0" destOrd="0" presId="urn:microsoft.com/office/officeart/2005/8/layout/hierarchy6"/>
    <dgm:cxn modelId="{F7F94F83-D4B4-45B9-B8BC-5888A517445D}" type="presOf" srcId="{9EDBE06B-932E-4360-9192-B0118777C031}" destId="{6F25E76F-F5C6-4837-9277-A7D414ECDB5D}" srcOrd="0" destOrd="0" presId="urn:microsoft.com/office/officeart/2005/8/layout/hierarchy6"/>
    <dgm:cxn modelId="{B90AF38F-AEBA-4B9E-AB05-165B864DBF63}" srcId="{65012E56-8168-49F1-935C-E4F1030C95CB}" destId="{486627FD-5576-4421-A918-DE62B9EBEDC8}" srcOrd="2" destOrd="0" parTransId="{A0657F14-77BF-4231-956E-BD34945A6E11}" sibTransId="{DB3D4748-FDD9-4F4D-A39E-F65CD5FC2E01}"/>
    <dgm:cxn modelId="{E0E1219D-297A-449B-B85D-D546BA070D7D}" srcId="{2CBE26B6-9D19-408B-A67E-180697CA3F8C}" destId="{42D720AA-C477-44D2-9AE4-84ED5C50CE1D}" srcOrd="1" destOrd="0" parTransId="{1756A311-A120-40BA-BAA7-105DC8DB634D}" sibTransId="{E2188128-A0D5-4186-AE6C-BAA076832CE5}"/>
    <dgm:cxn modelId="{2F4895A6-ED09-4717-859D-A9009F85C9E4}" srcId="{2CBE26B6-9D19-408B-A67E-180697CA3F8C}" destId="{170F7AEB-3369-4C80-B05C-3DF01F72C0F4}" srcOrd="2" destOrd="0" parTransId="{93B04977-E0D7-40AA-834E-6A3CBA28A00F}" sibTransId="{77F4433C-744C-44B7-864C-851EAE9BDCF7}"/>
    <dgm:cxn modelId="{F65933A9-3DE9-4038-9E2B-66DD2F80F32F}" type="presOf" srcId="{CCEEA659-B395-4B5F-B226-6B4C50B7DB09}" destId="{91F20219-A234-4AED-B47D-4CE78160D9C0}" srcOrd="0" destOrd="0" presId="urn:microsoft.com/office/officeart/2005/8/layout/hierarchy6"/>
    <dgm:cxn modelId="{38C0DCA9-2374-4390-B544-CE5BE8514EE2}" type="presOf" srcId="{4E9A47A0-9185-45E8-978A-696D4C9E4697}" destId="{9DBF2107-EF4A-4A62-91E7-0444F8D8B58B}" srcOrd="0" destOrd="0" presId="urn:microsoft.com/office/officeart/2005/8/layout/hierarchy6"/>
    <dgm:cxn modelId="{84278AAA-AC86-46C2-9169-E944129FD6CA}" type="presOf" srcId="{A0657F14-77BF-4231-956E-BD34945A6E11}" destId="{0FCC812B-A7CD-475B-A42E-0D6EBBEDDD52}" srcOrd="0" destOrd="0" presId="urn:microsoft.com/office/officeart/2005/8/layout/hierarchy6"/>
    <dgm:cxn modelId="{2A6B57B1-DACA-48E1-85F1-BF8F874E01A3}" srcId="{B647D42C-8CD4-401A-B882-D80FA1267C33}" destId="{79FCBF43-CB44-41FC-99E7-F27D5E0FCA57}" srcOrd="3" destOrd="0" parTransId="{6841AB64-B240-42E9-92E0-3CB1F28EF640}" sibTransId="{CA5F1335-FD47-4092-B4EB-4549E13B28CF}"/>
    <dgm:cxn modelId="{F3012EB2-792F-4DDC-B8E5-0B1C2BCD06B6}" srcId="{9EDBE06B-932E-4360-9192-B0118777C031}" destId="{65012E56-8168-49F1-935C-E4F1030C95CB}" srcOrd="2" destOrd="0" parTransId="{DD272293-2389-421B-9239-5860E2041CDD}" sibTransId="{E8DE17DC-53DB-45FE-A157-5841DEB20E0E}"/>
    <dgm:cxn modelId="{A1367DBC-8882-4789-A43D-3C887CB94114}" type="presOf" srcId="{42D720AA-C477-44D2-9AE4-84ED5C50CE1D}" destId="{2BF7B003-5052-466E-8FE4-A4E1692AD762}" srcOrd="0" destOrd="0" presId="urn:microsoft.com/office/officeart/2005/8/layout/hierarchy6"/>
    <dgm:cxn modelId="{E111B0D3-6B17-45BB-9498-0A4D547281A9}" srcId="{B647D42C-8CD4-401A-B882-D80FA1267C33}" destId="{239B93F2-B5CB-42B3-807D-156247857635}" srcOrd="0" destOrd="0" parTransId="{CCEEA659-B395-4B5F-B226-6B4C50B7DB09}" sibTransId="{76EF6D56-6EDF-459D-BAF2-73A0C2C2B4EA}"/>
    <dgm:cxn modelId="{058FB5D3-0F71-41DC-BA68-2E67C629BFDD}" type="presOf" srcId="{DD272293-2389-421B-9239-5860E2041CDD}" destId="{A9B92238-BC33-497B-A31E-FE30AA13444B}" srcOrd="0" destOrd="0" presId="urn:microsoft.com/office/officeart/2005/8/layout/hierarchy6"/>
    <dgm:cxn modelId="{C627B0D4-47DE-4DBB-A82E-57627E7DF43A}" srcId="{65012E56-8168-49F1-935C-E4F1030C95CB}" destId="{CB4CDCE6-A0E2-4036-B875-1BC1DA08C01C}" srcOrd="1" destOrd="0" parTransId="{5883785A-3835-4B73-8E68-5548C7B5CE10}" sibTransId="{49DB3E45-74FD-4594-94D8-0A41DCC9083F}"/>
    <dgm:cxn modelId="{080026D7-34B6-4484-AF67-0D43B9F037B8}" type="presOf" srcId="{486627FD-5576-4421-A918-DE62B9EBEDC8}" destId="{195BA1F4-650C-4741-8F27-5DBDA3773330}" srcOrd="0" destOrd="0" presId="urn:microsoft.com/office/officeart/2005/8/layout/hierarchy6"/>
    <dgm:cxn modelId="{DDFC61D8-88B8-4E8E-AB42-6ABD344B2531}" type="presOf" srcId="{4C037005-34F5-490C-94DE-386438CC21E1}" destId="{DB63EF71-F9DC-4BA6-9132-92E0EF084944}" srcOrd="0" destOrd="0" presId="urn:microsoft.com/office/officeart/2005/8/layout/hierarchy6"/>
    <dgm:cxn modelId="{321B8FDD-9FB0-40BB-8243-116D7439D771}" type="presOf" srcId="{3E101D25-A7BF-49F8-8448-46159B80260B}" destId="{D001D0D9-53F3-41E4-AB77-1B00BA6A144C}" srcOrd="0" destOrd="0" presId="urn:microsoft.com/office/officeart/2005/8/layout/hierarchy6"/>
    <dgm:cxn modelId="{359FB6DD-9AC0-41F9-8CB9-5B8FE6C77160}" type="presOf" srcId="{632D0395-E338-4281-A0E0-4E56287E9F91}" destId="{F6281F21-E27D-421C-B858-F217787FC19F}" srcOrd="0" destOrd="0" presId="urn:microsoft.com/office/officeart/2005/8/layout/hierarchy6"/>
    <dgm:cxn modelId="{50B089E6-6BBF-457A-A35E-51DA7B56BB33}" type="presOf" srcId="{C0FF8C76-AA7C-49D8-A24E-FC41FAE5AC4D}" destId="{CE439A6E-C539-4E84-A85E-4DD789224244}" srcOrd="0" destOrd="0" presId="urn:microsoft.com/office/officeart/2005/8/layout/hierarchy6"/>
    <dgm:cxn modelId="{706692E6-0AA5-438D-9C91-89D32A5AD008}" srcId="{632D0395-E338-4281-A0E0-4E56287E9F91}" destId="{9EDBE06B-932E-4360-9192-B0118777C031}" srcOrd="0" destOrd="0" parTransId="{7D8F39FE-EEE2-4849-A0EB-00A112C2BA5D}" sibTransId="{1768C462-8121-4D65-9C2B-FDE0983CFBD6}"/>
    <dgm:cxn modelId="{8FBC4FE7-B8E4-42CC-B039-1953C803AF9B}" type="presOf" srcId="{CA3CB270-1BDD-444E-9F54-029B7F707D25}" destId="{719B400F-B4C6-446A-8A53-6BD10ABD5024}" srcOrd="0" destOrd="0" presId="urn:microsoft.com/office/officeart/2005/8/layout/hierarchy6"/>
    <dgm:cxn modelId="{7A1282EA-E9E3-4849-8CA4-C3F10E1332F3}" type="presOf" srcId="{5883785A-3835-4B73-8E68-5548C7B5CE10}" destId="{E71E0994-0DC9-424D-9E01-D5E9C40DB550}" srcOrd="0" destOrd="0" presId="urn:microsoft.com/office/officeart/2005/8/layout/hierarchy6"/>
    <dgm:cxn modelId="{BAA6B3EB-20F8-41BB-BC83-4E518D8421AA}" srcId="{2CBE26B6-9D19-408B-A67E-180697CA3F8C}" destId="{58763463-6239-4CD4-A7AE-59A11A0CEEBE}" srcOrd="0" destOrd="0" parTransId="{09E6C4DA-4396-41A2-A771-DE4A0247FA47}" sibTransId="{E4AADFDC-6D5B-4B4E-9600-ABB653CB3958}"/>
    <dgm:cxn modelId="{5FAEA6ED-65FD-4FE2-8096-828E8A5A201D}" srcId="{9EDBE06B-932E-4360-9192-B0118777C031}" destId="{2CBE26B6-9D19-408B-A67E-180697CA3F8C}" srcOrd="0" destOrd="0" parTransId="{CA3CB270-1BDD-444E-9F54-029B7F707D25}" sibTransId="{4B1EE610-9758-478F-AB73-05775A8A2594}"/>
    <dgm:cxn modelId="{1784AAF2-FB51-442A-A769-7A95381CD94B}" type="presOf" srcId="{93B04977-E0D7-40AA-834E-6A3CBA28A00F}" destId="{EA1BDE9C-A409-4925-96F8-3216EB443E7D}" srcOrd="0" destOrd="0" presId="urn:microsoft.com/office/officeart/2005/8/layout/hierarchy6"/>
    <dgm:cxn modelId="{B08A736F-CCAC-41E2-9807-88FD9FA0317C}" type="presParOf" srcId="{F6281F21-E27D-421C-B858-F217787FC19F}" destId="{7F7BA213-46DF-4984-99A5-20500AA4F6CA}" srcOrd="0" destOrd="0" presId="urn:microsoft.com/office/officeart/2005/8/layout/hierarchy6"/>
    <dgm:cxn modelId="{D57738F3-FA58-4F21-A299-58AFACFE2CB6}" type="presParOf" srcId="{7F7BA213-46DF-4984-99A5-20500AA4F6CA}" destId="{D4A845B6-1A95-43A4-BF18-5FDA1FDBF99B}" srcOrd="0" destOrd="0" presId="urn:microsoft.com/office/officeart/2005/8/layout/hierarchy6"/>
    <dgm:cxn modelId="{A52BCA5D-42C5-40F5-A6A8-A1F0D72E04C5}" type="presParOf" srcId="{D4A845B6-1A95-43A4-BF18-5FDA1FDBF99B}" destId="{31360AD2-A608-481B-A696-33190C4D0F7D}" srcOrd="0" destOrd="0" presId="urn:microsoft.com/office/officeart/2005/8/layout/hierarchy6"/>
    <dgm:cxn modelId="{2A69ECA1-CBEA-49F9-B67A-043919221BD9}" type="presParOf" srcId="{31360AD2-A608-481B-A696-33190C4D0F7D}" destId="{6F25E76F-F5C6-4837-9277-A7D414ECDB5D}" srcOrd="0" destOrd="0" presId="urn:microsoft.com/office/officeart/2005/8/layout/hierarchy6"/>
    <dgm:cxn modelId="{DE6F3FD1-BCEA-4255-8AEB-0FDAFB4FCC25}" type="presParOf" srcId="{31360AD2-A608-481B-A696-33190C4D0F7D}" destId="{B3C4FED7-9F01-4CF0-A0F9-85D2F7446D1F}" srcOrd="1" destOrd="0" presId="urn:microsoft.com/office/officeart/2005/8/layout/hierarchy6"/>
    <dgm:cxn modelId="{EC3C5345-71F8-4012-B89A-2FCD349DA280}" type="presParOf" srcId="{B3C4FED7-9F01-4CF0-A0F9-85D2F7446D1F}" destId="{719B400F-B4C6-446A-8A53-6BD10ABD5024}" srcOrd="0" destOrd="0" presId="urn:microsoft.com/office/officeart/2005/8/layout/hierarchy6"/>
    <dgm:cxn modelId="{1409C3C6-0C31-45BE-885F-608D3F095CEC}" type="presParOf" srcId="{B3C4FED7-9F01-4CF0-A0F9-85D2F7446D1F}" destId="{09853D9A-77EC-43E3-8F0F-2FEF8FFD7179}" srcOrd="1" destOrd="0" presId="urn:microsoft.com/office/officeart/2005/8/layout/hierarchy6"/>
    <dgm:cxn modelId="{B41F3C1A-4580-4020-B2D9-B4F116E14BB0}" type="presParOf" srcId="{09853D9A-77EC-43E3-8F0F-2FEF8FFD7179}" destId="{F591AE69-92A0-4FE1-BF2C-CBE39DE0011B}" srcOrd="0" destOrd="0" presId="urn:microsoft.com/office/officeart/2005/8/layout/hierarchy6"/>
    <dgm:cxn modelId="{72EC92BE-1DA8-4090-BF8A-0A7F968A7614}" type="presParOf" srcId="{09853D9A-77EC-43E3-8F0F-2FEF8FFD7179}" destId="{B353E231-6F08-441A-B2CC-602099576476}" srcOrd="1" destOrd="0" presId="urn:microsoft.com/office/officeart/2005/8/layout/hierarchy6"/>
    <dgm:cxn modelId="{7680A7DB-1567-49D1-95E7-859CBE0B11F2}" type="presParOf" srcId="{B353E231-6F08-441A-B2CC-602099576476}" destId="{75743E61-E5F3-4C07-A38E-85FACF6DBB46}" srcOrd="0" destOrd="0" presId="urn:microsoft.com/office/officeart/2005/8/layout/hierarchy6"/>
    <dgm:cxn modelId="{3AD86B6C-12C6-4BAB-B70B-CDAED8C63534}" type="presParOf" srcId="{B353E231-6F08-441A-B2CC-602099576476}" destId="{6129BAD4-C514-41F6-BA5C-6ED2F6623C61}" srcOrd="1" destOrd="0" presId="urn:microsoft.com/office/officeart/2005/8/layout/hierarchy6"/>
    <dgm:cxn modelId="{2D61EB6A-7AFF-4D30-A926-AEBB8298E842}" type="presParOf" srcId="{6129BAD4-C514-41F6-BA5C-6ED2F6623C61}" destId="{BB3D50CD-BDED-45BC-A782-D5645A8D239F}" srcOrd="0" destOrd="0" presId="urn:microsoft.com/office/officeart/2005/8/layout/hierarchy6"/>
    <dgm:cxn modelId="{7CDD5906-E365-4300-904B-5BF708535539}" type="presParOf" srcId="{6129BAD4-C514-41F6-BA5C-6ED2F6623C61}" destId="{CE102223-7DE0-4F39-8DE6-F61710EE6314}" srcOrd="1" destOrd="0" presId="urn:microsoft.com/office/officeart/2005/8/layout/hierarchy6"/>
    <dgm:cxn modelId="{3FF9F39B-1A45-4258-8083-9B5499793018}" type="presParOf" srcId="{B353E231-6F08-441A-B2CC-602099576476}" destId="{86018806-A041-4251-89F2-45A32DE72AA5}" srcOrd="2" destOrd="0" presId="urn:microsoft.com/office/officeart/2005/8/layout/hierarchy6"/>
    <dgm:cxn modelId="{3CDD19A7-E06E-4673-97AD-B7487EBDA968}" type="presParOf" srcId="{B353E231-6F08-441A-B2CC-602099576476}" destId="{724EBA8B-4D90-4272-B8B9-D36313140575}" srcOrd="3" destOrd="0" presId="urn:microsoft.com/office/officeart/2005/8/layout/hierarchy6"/>
    <dgm:cxn modelId="{D64496BC-2A2C-4531-AF1E-5D60811039E3}" type="presParOf" srcId="{724EBA8B-4D90-4272-B8B9-D36313140575}" destId="{2BF7B003-5052-466E-8FE4-A4E1692AD762}" srcOrd="0" destOrd="0" presId="urn:microsoft.com/office/officeart/2005/8/layout/hierarchy6"/>
    <dgm:cxn modelId="{70A4D6FC-5852-4F6E-8AC2-F7FDD589B087}" type="presParOf" srcId="{724EBA8B-4D90-4272-B8B9-D36313140575}" destId="{C012A1DA-7420-4FCB-B9C6-C3627DC875F0}" srcOrd="1" destOrd="0" presId="urn:microsoft.com/office/officeart/2005/8/layout/hierarchy6"/>
    <dgm:cxn modelId="{E1B3EA28-F355-49F8-AC94-A61AF96FE26D}" type="presParOf" srcId="{B353E231-6F08-441A-B2CC-602099576476}" destId="{EA1BDE9C-A409-4925-96F8-3216EB443E7D}" srcOrd="4" destOrd="0" presId="urn:microsoft.com/office/officeart/2005/8/layout/hierarchy6"/>
    <dgm:cxn modelId="{E4650102-FA21-4E9B-8DF6-D5D15A9F807D}" type="presParOf" srcId="{B353E231-6F08-441A-B2CC-602099576476}" destId="{91EE9A12-4FFB-466E-97BE-58CC6A29179D}" srcOrd="5" destOrd="0" presId="urn:microsoft.com/office/officeart/2005/8/layout/hierarchy6"/>
    <dgm:cxn modelId="{EAC7702E-39A5-49FC-9A33-4EA0C8CFF9E1}" type="presParOf" srcId="{91EE9A12-4FFB-466E-97BE-58CC6A29179D}" destId="{8C73861D-C88F-497B-9E69-4D23030EC2BA}" srcOrd="0" destOrd="0" presId="urn:microsoft.com/office/officeart/2005/8/layout/hierarchy6"/>
    <dgm:cxn modelId="{4205DE25-16C0-4F26-B346-56230E9254BC}" type="presParOf" srcId="{91EE9A12-4FFB-466E-97BE-58CC6A29179D}" destId="{7B49CD3D-34AB-4252-BAE2-1355918DB185}" srcOrd="1" destOrd="0" presId="urn:microsoft.com/office/officeart/2005/8/layout/hierarchy6"/>
    <dgm:cxn modelId="{55566863-A23C-4F4F-B95E-162B976E3CC2}" type="presParOf" srcId="{B353E231-6F08-441A-B2CC-602099576476}" destId="{7A8E5DF0-74D7-4FA5-99B7-648B1FE070D5}" srcOrd="6" destOrd="0" presId="urn:microsoft.com/office/officeart/2005/8/layout/hierarchy6"/>
    <dgm:cxn modelId="{E326A22D-CB36-4F9B-A53D-653D4459693A}" type="presParOf" srcId="{B353E231-6F08-441A-B2CC-602099576476}" destId="{6264DEFF-4E08-44B3-BBEC-70407DD62115}" srcOrd="7" destOrd="0" presId="urn:microsoft.com/office/officeart/2005/8/layout/hierarchy6"/>
    <dgm:cxn modelId="{3A35379D-961C-47ED-84C9-14904C95C1BE}" type="presParOf" srcId="{6264DEFF-4E08-44B3-BBEC-70407DD62115}" destId="{DB63EF71-F9DC-4BA6-9132-92E0EF084944}" srcOrd="0" destOrd="0" presId="urn:microsoft.com/office/officeart/2005/8/layout/hierarchy6"/>
    <dgm:cxn modelId="{F7DF4BC3-2FEF-455A-A5DE-52BC1CA387AD}" type="presParOf" srcId="{6264DEFF-4E08-44B3-BBEC-70407DD62115}" destId="{16C9A6D9-8C24-4244-91C5-CE3C5FB973DB}" srcOrd="1" destOrd="0" presId="urn:microsoft.com/office/officeart/2005/8/layout/hierarchy6"/>
    <dgm:cxn modelId="{370B6F63-D5FD-4B88-BDC5-3CCC7C844299}" type="presParOf" srcId="{B3C4FED7-9F01-4CF0-A0F9-85D2F7446D1F}" destId="{0DC0D916-B284-4661-972B-2348BFC30618}" srcOrd="2" destOrd="0" presId="urn:microsoft.com/office/officeart/2005/8/layout/hierarchy6"/>
    <dgm:cxn modelId="{BD6ABADC-1029-4353-9EF9-A84E26ABB48D}" type="presParOf" srcId="{B3C4FED7-9F01-4CF0-A0F9-85D2F7446D1F}" destId="{90C20B14-E42B-4FEB-88A8-74F34B2BF3B3}" srcOrd="3" destOrd="0" presId="urn:microsoft.com/office/officeart/2005/8/layout/hierarchy6"/>
    <dgm:cxn modelId="{32246352-227C-4583-9BFC-8CC59AF1CE7B}" type="presParOf" srcId="{90C20B14-E42B-4FEB-88A8-74F34B2BF3B3}" destId="{D457F9BA-2E56-4FED-A9D9-FB9377AA033F}" srcOrd="0" destOrd="0" presId="urn:microsoft.com/office/officeart/2005/8/layout/hierarchy6"/>
    <dgm:cxn modelId="{8E55C9D1-7396-4D77-9D11-DF16D5AA56A6}" type="presParOf" srcId="{90C20B14-E42B-4FEB-88A8-74F34B2BF3B3}" destId="{1CBB0189-3214-4B98-96FF-D6369D84B409}" srcOrd="1" destOrd="0" presId="urn:microsoft.com/office/officeart/2005/8/layout/hierarchy6"/>
    <dgm:cxn modelId="{6BF6BE26-E0C8-4907-827B-AAD28BA8B17C}" type="presParOf" srcId="{1CBB0189-3214-4B98-96FF-D6369D84B409}" destId="{91F20219-A234-4AED-B47D-4CE78160D9C0}" srcOrd="0" destOrd="0" presId="urn:microsoft.com/office/officeart/2005/8/layout/hierarchy6"/>
    <dgm:cxn modelId="{63EC6912-9A7F-471C-863D-E25D9FC36C07}" type="presParOf" srcId="{1CBB0189-3214-4B98-96FF-D6369D84B409}" destId="{150AFBB9-E20F-43E9-8C92-335D00942991}" srcOrd="1" destOrd="0" presId="urn:microsoft.com/office/officeart/2005/8/layout/hierarchy6"/>
    <dgm:cxn modelId="{26226683-25BE-4AB7-A667-BB9D7F835F6F}" type="presParOf" srcId="{150AFBB9-E20F-43E9-8C92-335D00942991}" destId="{835E87F1-3D5A-417D-BBD3-FE6D6DE8CCE1}" srcOrd="0" destOrd="0" presId="urn:microsoft.com/office/officeart/2005/8/layout/hierarchy6"/>
    <dgm:cxn modelId="{83D1728D-396C-4E46-A06B-921125868E05}" type="presParOf" srcId="{150AFBB9-E20F-43E9-8C92-335D00942991}" destId="{AA046F4B-8126-405C-BD9F-3B5080B44FD9}" srcOrd="1" destOrd="0" presId="urn:microsoft.com/office/officeart/2005/8/layout/hierarchy6"/>
    <dgm:cxn modelId="{6EE298E0-BFA5-4FBD-A72D-4A3620E8F9BC}" type="presParOf" srcId="{1CBB0189-3214-4B98-96FF-D6369D84B409}" destId="{9DBF2107-EF4A-4A62-91E7-0444F8D8B58B}" srcOrd="2" destOrd="0" presId="urn:microsoft.com/office/officeart/2005/8/layout/hierarchy6"/>
    <dgm:cxn modelId="{20B2B10B-396D-4D79-A162-CE31BAEAE289}" type="presParOf" srcId="{1CBB0189-3214-4B98-96FF-D6369D84B409}" destId="{883AE826-A01A-435A-B60C-8832AD83B6F9}" srcOrd="3" destOrd="0" presId="urn:microsoft.com/office/officeart/2005/8/layout/hierarchy6"/>
    <dgm:cxn modelId="{CA700246-BEB2-4D09-B0A4-8F9D6DEB24AB}" type="presParOf" srcId="{883AE826-A01A-435A-B60C-8832AD83B6F9}" destId="{CE439A6E-C539-4E84-A85E-4DD789224244}" srcOrd="0" destOrd="0" presId="urn:microsoft.com/office/officeart/2005/8/layout/hierarchy6"/>
    <dgm:cxn modelId="{57FBE82A-19A2-48DB-B83C-A657DFA3CC58}" type="presParOf" srcId="{883AE826-A01A-435A-B60C-8832AD83B6F9}" destId="{1A83B278-33A7-4572-B14E-1C58137826C8}" srcOrd="1" destOrd="0" presId="urn:microsoft.com/office/officeart/2005/8/layout/hierarchy6"/>
    <dgm:cxn modelId="{DA883C15-7561-49F3-A2E4-ED195592BC7F}" type="presParOf" srcId="{1CBB0189-3214-4B98-96FF-D6369D84B409}" destId="{D001D0D9-53F3-41E4-AB77-1B00BA6A144C}" srcOrd="4" destOrd="0" presId="urn:microsoft.com/office/officeart/2005/8/layout/hierarchy6"/>
    <dgm:cxn modelId="{7E3D7ED6-EF64-4953-87F6-C61B53778EC5}" type="presParOf" srcId="{1CBB0189-3214-4B98-96FF-D6369D84B409}" destId="{4C65CFB7-1A8F-4C04-B4FD-1884D1C7B1F5}" srcOrd="5" destOrd="0" presId="urn:microsoft.com/office/officeart/2005/8/layout/hierarchy6"/>
    <dgm:cxn modelId="{8C1AEF92-4AE6-479F-B3B9-4F1F6A31F890}" type="presParOf" srcId="{4C65CFB7-1A8F-4C04-B4FD-1884D1C7B1F5}" destId="{394260FC-95CC-41DE-91D9-015EA66F5704}" srcOrd="0" destOrd="0" presId="urn:microsoft.com/office/officeart/2005/8/layout/hierarchy6"/>
    <dgm:cxn modelId="{2EF528E7-3864-4B83-BB6D-10C29E8C837C}" type="presParOf" srcId="{4C65CFB7-1A8F-4C04-B4FD-1884D1C7B1F5}" destId="{FEE0C350-0EB6-4965-889B-0BBA7A35F9A3}" srcOrd="1" destOrd="0" presId="urn:microsoft.com/office/officeart/2005/8/layout/hierarchy6"/>
    <dgm:cxn modelId="{3438F5E3-63BD-49FA-99C1-B43337B70151}" type="presParOf" srcId="{1CBB0189-3214-4B98-96FF-D6369D84B409}" destId="{07AFEE18-EBA3-4C0D-AAB0-6D9813E4411A}" srcOrd="6" destOrd="0" presId="urn:microsoft.com/office/officeart/2005/8/layout/hierarchy6"/>
    <dgm:cxn modelId="{F067279E-A2E6-4D4D-8AAB-0035048993FA}" type="presParOf" srcId="{1CBB0189-3214-4B98-96FF-D6369D84B409}" destId="{094988B3-E73C-4FE4-9208-7EDFD7E07878}" srcOrd="7" destOrd="0" presId="urn:microsoft.com/office/officeart/2005/8/layout/hierarchy6"/>
    <dgm:cxn modelId="{6CBDA849-EEDE-4931-AED7-0C3B80E57352}" type="presParOf" srcId="{094988B3-E73C-4FE4-9208-7EDFD7E07878}" destId="{73B5F9E6-6BFC-4383-B884-05245273C3C2}" srcOrd="0" destOrd="0" presId="urn:microsoft.com/office/officeart/2005/8/layout/hierarchy6"/>
    <dgm:cxn modelId="{11C67B8A-C6A2-45EF-AF1F-E6619EF6729E}" type="presParOf" srcId="{094988B3-E73C-4FE4-9208-7EDFD7E07878}" destId="{80EC3C3A-64E8-4065-AC25-8198EE8A36DA}" srcOrd="1" destOrd="0" presId="urn:microsoft.com/office/officeart/2005/8/layout/hierarchy6"/>
    <dgm:cxn modelId="{A157C7F8-E182-46D0-BA53-1BA3629ACF68}" type="presParOf" srcId="{B3C4FED7-9F01-4CF0-A0F9-85D2F7446D1F}" destId="{A9B92238-BC33-497B-A31E-FE30AA13444B}" srcOrd="4" destOrd="0" presId="urn:microsoft.com/office/officeart/2005/8/layout/hierarchy6"/>
    <dgm:cxn modelId="{B2174444-D2E2-4519-9785-9E523526BF0B}" type="presParOf" srcId="{B3C4FED7-9F01-4CF0-A0F9-85D2F7446D1F}" destId="{42A23933-74F8-467A-8D26-4ED7CD237D66}" srcOrd="5" destOrd="0" presId="urn:microsoft.com/office/officeart/2005/8/layout/hierarchy6"/>
    <dgm:cxn modelId="{3FE73F5E-F2FE-4DF0-AC2D-C194A6FFCD77}" type="presParOf" srcId="{42A23933-74F8-467A-8D26-4ED7CD237D66}" destId="{407149DB-5DC9-4AED-81E1-531846B74BA5}" srcOrd="0" destOrd="0" presId="urn:microsoft.com/office/officeart/2005/8/layout/hierarchy6"/>
    <dgm:cxn modelId="{120F2EC5-29FA-441A-AEE6-10D25052F0C5}" type="presParOf" srcId="{42A23933-74F8-467A-8D26-4ED7CD237D66}" destId="{DD13553B-ED97-4B4B-8C5B-E9C837AE6A4C}" srcOrd="1" destOrd="0" presId="urn:microsoft.com/office/officeart/2005/8/layout/hierarchy6"/>
    <dgm:cxn modelId="{24ACE9C6-341B-4EF0-ADB3-399E997AB728}" type="presParOf" srcId="{DD13553B-ED97-4B4B-8C5B-E9C837AE6A4C}" destId="{41F08BE7-4987-48F4-B703-DA077F9E9084}" srcOrd="0" destOrd="0" presId="urn:microsoft.com/office/officeart/2005/8/layout/hierarchy6"/>
    <dgm:cxn modelId="{BE4D30D7-3FE0-4193-A560-384A0EE42D3F}" type="presParOf" srcId="{DD13553B-ED97-4B4B-8C5B-E9C837AE6A4C}" destId="{946353B9-7D18-4286-9283-E3AA5722FAD2}" srcOrd="1" destOrd="0" presId="urn:microsoft.com/office/officeart/2005/8/layout/hierarchy6"/>
    <dgm:cxn modelId="{DA3F8883-A3C3-4DC6-AC41-37F7BC474AD7}" type="presParOf" srcId="{946353B9-7D18-4286-9283-E3AA5722FAD2}" destId="{5B7FB57B-BAAF-416B-826F-9DE5A579E8E2}" srcOrd="0" destOrd="0" presId="urn:microsoft.com/office/officeart/2005/8/layout/hierarchy6"/>
    <dgm:cxn modelId="{159348E7-CA30-4876-B98E-20A6415111A8}" type="presParOf" srcId="{946353B9-7D18-4286-9283-E3AA5722FAD2}" destId="{854C0CE8-B196-47EA-BB90-32F45CD1DA30}" srcOrd="1" destOrd="0" presId="urn:microsoft.com/office/officeart/2005/8/layout/hierarchy6"/>
    <dgm:cxn modelId="{2E062810-F14E-4F37-9D61-EA98C2AD5BCC}" type="presParOf" srcId="{DD13553B-ED97-4B4B-8C5B-E9C837AE6A4C}" destId="{E71E0994-0DC9-424D-9E01-D5E9C40DB550}" srcOrd="2" destOrd="0" presId="urn:microsoft.com/office/officeart/2005/8/layout/hierarchy6"/>
    <dgm:cxn modelId="{4A095600-E0F9-4344-9FD5-B646CF350AFF}" type="presParOf" srcId="{DD13553B-ED97-4B4B-8C5B-E9C837AE6A4C}" destId="{BFFBD146-E847-4590-980E-1D9B3B0CA401}" srcOrd="3" destOrd="0" presId="urn:microsoft.com/office/officeart/2005/8/layout/hierarchy6"/>
    <dgm:cxn modelId="{12F44CFA-3D4D-48F1-9E71-8A5FB595953A}" type="presParOf" srcId="{BFFBD146-E847-4590-980E-1D9B3B0CA401}" destId="{3EC582DD-E833-4F79-985C-2350418FED5B}" srcOrd="0" destOrd="0" presId="urn:microsoft.com/office/officeart/2005/8/layout/hierarchy6"/>
    <dgm:cxn modelId="{D72F3B9C-150F-42B3-B060-7E91ED306ABF}" type="presParOf" srcId="{BFFBD146-E847-4590-980E-1D9B3B0CA401}" destId="{B5829AAA-C2F6-4CB1-AD0D-9A967BA91B01}" srcOrd="1" destOrd="0" presId="urn:microsoft.com/office/officeart/2005/8/layout/hierarchy6"/>
    <dgm:cxn modelId="{011694C8-5638-4E81-AB1E-57088BFE8967}" type="presParOf" srcId="{DD13553B-ED97-4B4B-8C5B-E9C837AE6A4C}" destId="{0FCC812B-A7CD-475B-A42E-0D6EBBEDDD52}" srcOrd="4" destOrd="0" presId="urn:microsoft.com/office/officeart/2005/8/layout/hierarchy6"/>
    <dgm:cxn modelId="{34C8671A-D1E1-4B02-89A8-2A543DA1ECF7}" type="presParOf" srcId="{DD13553B-ED97-4B4B-8C5B-E9C837AE6A4C}" destId="{8D1EEB9B-1963-47D5-A563-D1C424069407}" srcOrd="5" destOrd="0" presId="urn:microsoft.com/office/officeart/2005/8/layout/hierarchy6"/>
    <dgm:cxn modelId="{14710CF4-E932-4B83-856A-8B0E2E9D0B88}" type="presParOf" srcId="{8D1EEB9B-1963-47D5-A563-D1C424069407}" destId="{195BA1F4-650C-4741-8F27-5DBDA3773330}" srcOrd="0" destOrd="0" presId="urn:microsoft.com/office/officeart/2005/8/layout/hierarchy6"/>
    <dgm:cxn modelId="{1E1EDCA7-3B8B-4112-A519-CCF83E8C5A0F}" type="presParOf" srcId="{8D1EEB9B-1963-47D5-A563-D1C424069407}" destId="{4CBFEA61-5E0E-431C-9A83-CE496B4112F8}" srcOrd="1" destOrd="0" presId="urn:microsoft.com/office/officeart/2005/8/layout/hierarchy6"/>
    <dgm:cxn modelId="{86B265E1-765B-49C8-9E0C-0275C42F6896}" type="presParOf" srcId="{F6281F21-E27D-421C-B858-F217787FC19F}" destId="{8D1E2AC7-20A0-4C8A-8683-33EB7670DCF9}" srcOrd="1" destOrd="0" presId="urn:microsoft.com/office/officeart/2005/8/layout/hierarchy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2839F23-E076-406D-A0FF-CA18DF5D6D49}"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zh-TW" altLang="en-US"/>
        </a:p>
      </dgm:t>
    </dgm:pt>
    <dgm:pt modelId="{FA27A95C-4269-48C1-AC92-2E04BD792E20}">
      <dgm:prSet phldrT="[文字]" phldr="0"/>
      <dgm:spPr/>
      <dgm:t>
        <a:bodyPr/>
        <a:lstStyle/>
        <a:p>
          <a:r>
            <a:rPr lang="zh-TW" altLang="en-US" dirty="0"/>
            <a:t>傳統法學研究</a:t>
          </a:r>
        </a:p>
      </dgm:t>
    </dgm:pt>
    <dgm:pt modelId="{9A846C60-F39B-46A4-807D-58C175D4C9DA}" type="parTrans" cxnId="{3F9BD10A-33E8-448E-9D10-21ECE0D15D2A}">
      <dgm:prSet/>
      <dgm:spPr/>
      <dgm:t>
        <a:bodyPr/>
        <a:lstStyle/>
        <a:p>
          <a:endParaRPr lang="zh-TW" altLang="en-US"/>
        </a:p>
      </dgm:t>
    </dgm:pt>
    <dgm:pt modelId="{B2EB054E-B4E5-4402-A6E6-BBC60029F8AF}" type="sibTrans" cxnId="{3F9BD10A-33E8-448E-9D10-21ECE0D15D2A}">
      <dgm:prSet/>
      <dgm:spPr/>
      <dgm:t>
        <a:bodyPr/>
        <a:lstStyle/>
        <a:p>
          <a:endParaRPr lang="zh-TW" altLang="en-US"/>
        </a:p>
      </dgm:t>
    </dgm:pt>
    <dgm:pt modelId="{D06E1A45-5171-4BE0-8D1C-712039A77143}">
      <dgm:prSet phldrT="[文字]"/>
      <dgm:spPr/>
      <dgm:t>
        <a:bodyPr/>
        <a:lstStyle/>
        <a:p>
          <a:r>
            <a:rPr lang="zh-TW" altLang="en-US" dirty="0"/>
            <a:t>實證法律研究</a:t>
          </a:r>
        </a:p>
      </dgm:t>
    </dgm:pt>
    <dgm:pt modelId="{6A5FE798-E899-4BAC-BEDC-1BB67E6E56C7}" type="parTrans" cxnId="{6786ED36-37D6-49EE-803D-A602FBE84E7E}">
      <dgm:prSet/>
      <dgm:spPr/>
      <dgm:t>
        <a:bodyPr/>
        <a:lstStyle/>
        <a:p>
          <a:endParaRPr lang="zh-TW" altLang="en-US"/>
        </a:p>
      </dgm:t>
    </dgm:pt>
    <dgm:pt modelId="{06F08A47-0AB4-4978-95B9-BD46DCFA5AAB}" type="sibTrans" cxnId="{6786ED36-37D6-49EE-803D-A602FBE84E7E}">
      <dgm:prSet/>
      <dgm:spPr/>
      <dgm:t>
        <a:bodyPr/>
        <a:lstStyle/>
        <a:p>
          <a:endParaRPr lang="zh-TW" altLang="en-US"/>
        </a:p>
      </dgm:t>
    </dgm:pt>
    <dgm:pt modelId="{74F4216A-92F0-4E0A-96CE-92D3FFDD233D}">
      <dgm:prSet phldrT="[文字]"/>
      <dgm:spPr/>
      <dgm:t>
        <a:bodyPr/>
        <a:lstStyle/>
        <a:p>
          <a:r>
            <a:rPr lang="zh-TW" altLang="en-US" dirty="0"/>
            <a:t>法律文本分析</a:t>
          </a:r>
        </a:p>
      </dgm:t>
    </dgm:pt>
    <dgm:pt modelId="{E9C8CEC4-8AE6-4015-B81C-4586E7283660}" type="parTrans" cxnId="{0D6330FD-0EB4-403B-8654-0B62B221D594}">
      <dgm:prSet/>
      <dgm:spPr/>
      <dgm:t>
        <a:bodyPr/>
        <a:lstStyle/>
        <a:p>
          <a:endParaRPr lang="zh-TW" altLang="en-US"/>
        </a:p>
      </dgm:t>
    </dgm:pt>
    <dgm:pt modelId="{F7CE2539-22CF-46BC-A822-701CF7F3D9B7}" type="sibTrans" cxnId="{0D6330FD-0EB4-403B-8654-0B62B221D594}">
      <dgm:prSet/>
      <dgm:spPr/>
      <dgm:t>
        <a:bodyPr/>
        <a:lstStyle/>
        <a:p>
          <a:endParaRPr lang="zh-TW" altLang="en-US"/>
        </a:p>
      </dgm:t>
    </dgm:pt>
    <dgm:pt modelId="{F9575743-B0DA-46DF-B0DF-1BCB62434900}">
      <dgm:prSet phldrT="[文字]" phldr="0"/>
      <dgm:spPr/>
      <dgm:t>
        <a:bodyPr/>
        <a:lstStyle/>
        <a:p>
          <a:r>
            <a:rPr lang="zh-TW" altLang="en-US" dirty="0"/>
            <a:t>法規範解釋</a:t>
          </a:r>
        </a:p>
      </dgm:t>
    </dgm:pt>
    <dgm:pt modelId="{B8C322B2-13F3-4B00-B879-D02EF12E967A}" type="parTrans" cxnId="{62427F96-431F-4663-8681-7DA800F3CF68}">
      <dgm:prSet/>
      <dgm:spPr/>
      <dgm:t>
        <a:bodyPr/>
        <a:lstStyle/>
        <a:p>
          <a:endParaRPr lang="zh-TW" altLang="en-US"/>
        </a:p>
      </dgm:t>
    </dgm:pt>
    <dgm:pt modelId="{81E7D125-B56A-4428-8625-C61F2700DE3A}" type="sibTrans" cxnId="{62427F96-431F-4663-8681-7DA800F3CF68}">
      <dgm:prSet/>
      <dgm:spPr/>
      <dgm:t>
        <a:bodyPr/>
        <a:lstStyle/>
        <a:p>
          <a:endParaRPr lang="zh-TW" altLang="en-US"/>
        </a:p>
      </dgm:t>
    </dgm:pt>
    <dgm:pt modelId="{22C656D7-2F84-48A2-9485-FAE3549B1FEE}">
      <dgm:prSet phldrT="[文字]"/>
      <dgm:spPr/>
      <dgm:t>
        <a:bodyPr/>
        <a:lstStyle/>
        <a:p>
          <a:r>
            <a:rPr lang="zh-TW" altLang="en-US" dirty="0"/>
            <a:t>以資料觀察法院判決</a:t>
          </a:r>
        </a:p>
      </dgm:t>
    </dgm:pt>
    <dgm:pt modelId="{04067451-453C-4DE6-A772-48CAFBAA5198}" type="parTrans" cxnId="{929CEB45-833D-4448-B11A-BB5F440FE03F}">
      <dgm:prSet/>
      <dgm:spPr/>
      <dgm:t>
        <a:bodyPr/>
        <a:lstStyle/>
        <a:p>
          <a:endParaRPr lang="zh-TW" altLang="en-US"/>
        </a:p>
      </dgm:t>
    </dgm:pt>
    <dgm:pt modelId="{078ED853-45D1-4E81-AB6A-112D88E026F0}" type="sibTrans" cxnId="{929CEB45-833D-4448-B11A-BB5F440FE03F}">
      <dgm:prSet/>
      <dgm:spPr/>
      <dgm:t>
        <a:bodyPr/>
        <a:lstStyle/>
        <a:p>
          <a:endParaRPr lang="zh-TW" altLang="en-US"/>
        </a:p>
      </dgm:t>
    </dgm:pt>
    <dgm:pt modelId="{F95330FC-0F76-4F0F-81EC-47E716C8B779}">
      <dgm:prSet phldrT="[文字]" phldr="0"/>
      <dgm:spPr/>
      <dgm:t>
        <a:bodyPr/>
        <a:lstStyle/>
        <a:p>
          <a:r>
            <a:rPr lang="zh-TW" altLang="en-US" dirty="0"/>
            <a:t>個案判決分析</a:t>
          </a:r>
        </a:p>
      </dgm:t>
    </dgm:pt>
    <dgm:pt modelId="{27A22FA4-0194-4595-B671-D134089E8A3E}" type="parTrans" cxnId="{36FA4889-AD13-4F4C-A664-7B583E142AE0}">
      <dgm:prSet/>
      <dgm:spPr/>
      <dgm:t>
        <a:bodyPr/>
        <a:lstStyle/>
        <a:p>
          <a:endParaRPr lang="zh-TW" altLang="en-US"/>
        </a:p>
      </dgm:t>
    </dgm:pt>
    <dgm:pt modelId="{94797402-5E5D-48C0-831D-3FA078A0E377}" type="sibTrans" cxnId="{36FA4889-AD13-4F4C-A664-7B583E142AE0}">
      <dgm:prSet/>
      <dgm:spPr/>
      <dgm:t>
        <a:bodyPr/>
        <a:lstStyle/>
        <a:p>
          <a:endParaRPr lang="zh-TW" altLang="en-US"/>
        </a:p>
      </dgm:t>
    </dgm:pt>
    <dgm:pt modelId="{502DC183-CDC4-4E68-B531-95FADA0E301E}">
      <dgm:prSet phldrT="[文字]" phldr="0"/>
      <dgm:spPr/>
      <dgm:t>
        <a:bodyPr/>
        <a:lstStyle/>
        <a:p>
          <a:r>
            <a:rPr lang="zh-TW" altLang="en-US"/>
            <a:t>法理推演</a:t>
          </a:r>
          <a:endParaRPr lang="zh-TW" altLang="en-US" dirty="0"/>
        </a:p>
      </dgm:t>
    </dgm:pt>
    <dgm:pt modelId="{AED09FAF-8CC2-40DA-A3BB-BA202F2B7A4F}" type="parTrans" cxnId="{E5FD8544-E3D1-4061-ACAD-ACE45B68C7C1}">
      <dgm:prSet/>
      <dgm:spPr/>
      <dgm:t>
        <a:bodyPr/>
        <a:lstStyle/>
        <a:p>
          <a:endParaRPr lang="zh-TW" altLang="en-US"/>
        </a:p>
      </dgm:t>
    </dgm:pt>
    <dgm:pt modelId="{963A3A70-2B55-4DD9-8777-BD35058B3480}" type="sibTrans" cxnId="{E5FD8544-E3D1-4061-ACAD-ACE45B68C7C1}">
      <dgm:prSet/>
      <dgm:spPr/>
      <dgm:t>
        <a:bodyPr/>
        <a:lstStyle/>
        <a:p>
          <a:endParaRPr lang="zh-TW" altLang="en-US"/>
        </a:p>
      </dgm:t>
    </dgm:pt>
    <dgm:pt modelId="{91C626D5-1689-4D94-9F34-0342340603BF}">
      <dgm:prSet phldrT="[文字]"/>
      <dgm:spPr/>
      <dgm:t>
        <a:bodyPr/>
        <a:lstStyle/>
        <a:p>
          <a:r>
            <a:rPr lang="zh-TW" altLang="en-US" dirty="0"/>
            <a:t>法官行為</a:t>
          </a:r>
        </a:p>
      </dgm:t>
    </dgm:pt>
    <dgm:pt modelId="{B941DFB3-0C74-4ED1-9985-9922880EA106}" type="parTrans" cxnId="{7722EFC1-C724-4AEB-9A2E-2D16A7008DC3}">
      <dgm:prSet/>
      <dgm:spPr/>
      <dgm:t>
        <a:bodyPr/>
        <a:lstStyle/>
        <a:p>
          <a:endParaRPr lang="zh-TW" altLang="en-US"/>
        </a:p>
      </dgm:t>
    </dgm:pt>
    <dgm:pt modelId="{F9EB4D29-4ED1-4E52-92C3-DAC8B5DF71BB}" type="sibTrans" cxnId="{7722EFC1-C724-4AEB-9A2E-2D16A7008DC3}">
      <dgm:prSet/>
      <dgm:spPr/>
      <dgm:t>
        <a:bodyPr/>
        <a:lstStyle/>
        <a:p>
          <a:endParaRPr lang="zh-TW" altLang="en-US"/>
        </a:p>
      </dgm:t>
    </dgm:pt>
    <dgm:pt modelId="{759AC413-D4DB-442A-B0CD-BDAD69D0CC58}">
      <dgm:prSet phldrT="[文字]"/>
      <dgm:spPr/>
      <dgm:t>
        <a:bodyPr/>
        <a:lstStyle/>
        <a:p>
          <a:r>
            <a:rPr lang="zh-TW" altLang="en-US" dirty="0"/>
            <a:t>訴訟結果</a:t>
          </a:r>
        </a:p>
      </dgm:t>
    </dgm:pt>
    <dgm:pt modelId="{C5BC9B2F-80E1-4AFE-B7B9-2A3D19950856}" type="parTrans" cxnId="{5DB7B337-A084-41C5-8A53-91BB07EDBE15}">
      <dgm:prSet/>
      <dgm:spPr/>
      <dgm:t>
        <a:bodyPr/>
        <a:lstStyle/>
        <a:p>
          <a:endParaRPr lang="zh-TW" altLang="en-US"/>
        </a:p>
      </dgm:t>
    </dgm:pt>
    <dgm:pt modelId="{AEF5AF98-9C30-430F-89E4-9E9C68DDB38F}" type="sibTrans" cxnId="{5DB7B337-A084-41C5-8A53-91BB07EDBE15}">
      <dgm:prSet/>
      <dgm:spPr/>
      <dgm:t>
        <a:bodyPr/>
        <a:lstStyle/>
        <a:p>
          <a:endParaRPr lang="zh-TW" altLang="en-US"/>
        </a:p>
      </dgm:t>
    </dgm:pt>
    <dgm:pt modelId="{43F8B0DD-3B59-4C2A-A02E-E8F183267365}">
      <dgm:prSet phldrT="[文字]"/>
      <dgm:spPr/>
      <dgm:t>
        <a:bodyPr/>
        <a:lstStyle/>
        <a:p>
          <a:r>
            <a:rPr lang="zh-TW" altLang="en-US" dirty="0"/>
            <a:t>非結構化裁判書轉換為可計算的文字特徵</a:t>
          </a:r>
        </a:p>
      </dgm:t>
    </dgm:pt>
    <dgm:pt modelId="{36C482D2-C87B-48EB-9BA3-21A2F9679A33}" type="parTrans" cxnId="{53D1793C-409F-4327-AFFE-52523B6BA519}">
      <dgm:prSet/>
      <dgm:spPr/>
      <dgm:t>
        <a:bodyPr/>
        <a:lstStyle/>
        <a:p>
          <a:endParaRPr lang="zh-TW" altLang="en-US"/>
        </a:p>
      </dgm:t>
    </dgm:pt>
    <dgm:pt modelId="{9E3ABDFD-725D-4A67-8408-28CB1210B912}" type="sibTrans" cxnId="{53D1793C-409F-4327-AFFE-52523B6BA519}">
      <dgm:prSet/>
      <dgm:spPr/>
      <dgm:t>
        <a:bodyPr/>
        <a:lstStyle/>
        <a:p>
          <a:endParaRPr lang="zh-TW" altLang="en-US"/>
        </a:p>
      </dgm:t>
    </dgm:pt>
    <dgm:pt modelId="{1A0C0B0D-5D36-4F0F-97E0-54FDFCA4A2DE}" type="pres">
      <dgm:prSet presAssocID="{12839F23-E076-406D-A0FF-CA18DF5D6D49}" presName="Name0" presStyleCnt="0">
        <dgm:presLayoutVars>
          <dgm:dir/>
          <dgm:resizeHandles val="exact"/>
        </dgm:presLayoutVars>
      </dgm:prSet>
      <dgm:spPr/>
    </dgm:pt>
    <dgm:pt modelId="{2C12F426-68A5-4AC5-B3D9-B86C13951ED9}" type="pres">
      <dgm:prSet presAssocID="{FA27A95C-4269-48C1-AC92-2E04BD792E20}" presName="node" presStyleLbl="node1" presStyleIdx="0" presStyleCnt="3">
        <dgm:presLayoutVars>
          <dgm:bulletEnabled val="1"/>
        </dgm:presLayoutVars>
      </dgm:prSet>
      <dgm:spPr/>
    </dgm:pt>
    <dgm:pt modelId="{F4787FB0-93ED-4366-B1A7-B3674C801293}" type="pres">
      <dgm:prSet presAssocID="{B2EB054E-B4E5-4402-A6E6-BBC60029F8AF}" presName="sibTrans" presStyleLbl="sibTrans2D1" presStyleIdx="0" presStyleCnt="2"/>
      <dgm:spPr/>
    </dgm:pt>
    <dgm:pt modelId="{1808F30C-8DD7-4AEF-9370-A0921D3E4E3B}" type="pres">
      <dgm:prSet presAssocID="{B2EB054E-B4E5-4402-A6E6-BBC60029F8AF}" presName="connectorText" presStyleLbl="sibTrans2D1" presStyleIdx="0" presStyleCnt="2"/>
      <dgm:spPr/>
    </dgm:pt>
    <dgm:pt modelId="{551CC41E-8CF7-426A-AA0D-2721E8A5B4AB}" type="pres">
      <dgm:prSet presAssocID="{D06E1A45-5171-4BE0-8D1C-712039A77143}" presName="node" presStyleLbl="node1" presStyleIdx="1" presStyleCnt="3">
        <dgm:presLayoutVars>
          <dgm:bulletEnabled val="1"/>
        </dgm:presLayoutVars>
      </dgm:prSet>
      <dgm:spPr/>
    </dgm:pt>
    <dgm:pt modelId="{45A4BEFE-2F97-422E-9E55-CFD293759279}" type="pres">
      <dgm:prSet presAssocID="{06F08A47-0AB4-4978-95B9-BD46DCFA5AAB}" presName="sibTrans" presStyleLbl="sibTrans2D1" presStyleIdx="1" presStyleCnt="2"/>
      <dgm:spPr/>
    </dgm:pt>
    <dgm:pt modelId="{E0DEE2A5-6449-49D9-A0B0-AE42901B0E5F}" type="pres">
      <dgm:prSet presAssocID="{06F08A47-0AB4-4978-95B9-BD46DCFA5AAB}" presName="connectorText" presStyleLbl="sibTrans2D1" presStyleIdx="1" presStyleCnt="2"/>
      <dgm:spPr/>
    </dgm:pt>
    <dgm:pt modelId="{C45CD899-CFE9-4FD6-96E2-77DAC0F8F297}" type="pres">
      <dgm:prSet presAssocID="{74F4216A-92F0-4E0A-96CE-92D3FFDD233D}" presName="node" presStyleLbl="node1" presStyleIdx="2" presStyleCnt="3">
        <dgm:presLayoutVars>
          <dgm:bulletEnabled val="1"/>
        </dgm:presLayoutVars>
      </dgm:prSet>
      <dgm:spPr/>
    </dgm:pt>
  </dgm:ptLst>
  <dgm:cxnLst>
    <dgm:cxn modelId="{92A20D01-21E1-4741-8275-F0657B4A9B9F}" type="presOf" srcId="{91C626D5-1689-4D94-9F34-0342340603BF}" destId="{551CC41E-8CF7-426A-AA0D-2721E8A5B4AB}" srcOrd="0" destOrd="2" presId="urn:microsoft.com/office/officeart/2005/8/layout/process1"/>
    <dgm:cxn modelId="{A18F7C07-4E0E-4C20-AC4F-C44CF7EC91CB}" type="presOf" srcId="{D06E1A45-5171-4BE0-8D1C-712039A77143}" destId="{551CC41E-8CF7-426A-AA0D-2721E8A5B4AB}" srcOrd="0" destOrd="0" presId="urn:microsoft.com/office/officeart/2005/8/layout/process1"/>
    <dgm:cxn modelId="{3F9BD10A-33E8-448E-9D10-21ECE0D15D2A}" srcId="{12839F23-E076-406D-A0FF-CA18DF5D6D49}" destId="{FA27A95C-4269-48C1-AC92-2E04BD792E20}" srcOrd="0" destOrd="0" parTransId="{9A846C60-F39B-46A4-807D-58C175D4C9DA}" sibTransId="{B2EB054E-B4E5-4402-A6E6-BBC60029F8AF}"/>
    <dgm:cxn modelId="{B6751D1B-A6AB-4F8C-AC1E-8E0C571FC326}" type="presOf" srcId="{43F8B0DD-3B59-4C2A-A02E-E8F183267365}" destId="{C45CD899-CFE9-4FD6-96E2-77DAC0F8F297}" srcOrd="0" destOrd="1" presId="urn:microsoft.com/office/officeart/2005/8/layout/process1"/>
    <dgm:cxn modelId="{18696525-171D-45F8-9E4D-BE302CBAA014}" type="presOf" srcId="{502DC183-CDC4-4E68-B531-95FADA0E301E}" destId="{2C12F426-68A5-4AC5-B3D9-B86C13951ED9}" srcOrd="0" destOrd="3" presId="urn:microsoft.com/office/officeart/2005/8/layout/process1"/>
    <dgm:cxn modelId="{52188B36-77DA-4B99-A41B-5C91C88E6EA9}" type="presOf" srcId="{06F08A47-0AB4-4978-95B9-BD46DCFA5AAB}" destId="{45A4BEFE-2F97-422E-9E55-CFD293759279}" srcOrd="0" destOrd="0" presId="urn:microsoft.com/office/officeart/2005/8/layout/process1"/>
    <dgm:cxn modelId="{6786ED36-37D6-49EE-803D-A602FBE84E7E}" srcId="{12839F23-E076-406D-A0FF-CA18DF5D6D49}" destId="{D06E1A45-5171-4BE0-8D1C-712039A77143}" srcOrd="1" destOrd="0" parTransId="{6A5FE798-E899-4BAC-BEDC-1BB67E6E56C7}" sibTransId="{06F08A47-0AB4-4978-95B9-BD46DCFA5AAB}"/>
    <dgm:cxn modelId="{5DB7B337-A084-41C5-8A53-91BB07EDBE15}" srcId="{D06E1A45-5171-4BE0-8D1C-712039A77143}" destId="{759AC413-D4DB-442A-B0CD-BDAD69D0CC58}" srcOrd="2" destOrd="0" parTransId="{C5BC9B2F-80E1-4AFE-B7B9-2A3D19950856}" sibTransId="{AEF5AF98-9C30-430F-89E4-9E9C68DDB38F}"/>
    <dgm:cxn modelId="{95D0A93A-0BF6-43FB-94C5-D23F25B97F1C}" type="presOf" srcId="{B2EB054E-B4E5-4402-A6E6-BBC60029F8AF}" destId="{F4787FB0-93ED-4366-B1A7-B3674C801293}" srcOrd="0" destOrd="0" presId="urn:microsoft.com/office/officeart/2005/8/layout/process1"/>
    <dgm:cxn modelId="{53D1793C-409F-4327-AFFE-52523B6BA519}" srcId="{74F4216A-92F0-4E0A-96CE-92D3FFDD233D}" destId="{43F8B0DD-3B59-4C2A-A02E-E8F183267365}" srcOrd="0" destOrd="0" parTransId="{36C482D2-C87B-48EB-9BA3-21A2F9679A33}" sibTransId="{9E3ABDFD-725D-4A67-8408-28CB1210B912}"/>
    <dgm:cxn modelId="{E5FD8544-E3D1-4061-ACAD-ACE45B68C7C1}" srcId="{FA27A95C-4269-48C1-AC92-2E04BD792E20}" destId="{502DC183-CDC4-4E68-B531-95FADA0E301E}" srcOrd="2" destOrd="0" parTransId="{AED09FAF-8CC2-40DA-A3BB-BA202F2B7A4F}" sibTransId="{963A3A70-2B55-4DD9-8777-BD35058B3480}"/>
    <dgm:cxn modelId="{929CEB45-833D-4448-B11A-BB5F440FE03F}" srcId="{D06E1A45-5171-4BE0-8D1C-712039A77143}" destId="{22C656D7-2F84-48A2-9485-FAE3549B1FEE}" srcOrd="0" destOrd="0" parTransId="{04067451-453C-4DE6-A772-48CAFBAA5198}" sibTransId="{078ED853-45D1-4E81-AB6A-112D88E026F0}"/>
    <dgm:cxn modelId="{26716C76-8EDD-4688-8B42-E8D41A1F0E4F}" type="presOf" srcId="{06F08A47-0AB4-4978-95B9-BD46DCFA5AAB}" destId="{E0DEE2A5-6449-49D9-A0B0-AE42901B0E5F}" srcOrd="1" destOrd="0" presId="urn:microsoft.com/office/officeart/2005/8/layout/process1"/>
    <dgm:cxn modelId="{901BF959-0FDF-4908-B1B6-5407A85862DE}" type="presOf" srcId="{759AC413-D4DB-442A-B0CD-BDAD69D0CC58}" destId="{551CC41E-8CF7-426A-AA0D-2721E8A5B4AB}" srcOrd="0" destOrd="3" presId="urn:microsoft.com/office/officeart/2005/8/layout/process1"/>
    <dgm:cxn modelId="{36FA4889-AD13-4F4C-A664-7B583E142AE0}" srcId="{FA27A95C-4269-48C1-AC92-2E04BD792E20}" destId="{F95330FC-0F76-4F0F-81EC-47E716C8B779}" srcOrd="1" destOrd="0" parTransId="{27A22FA4-0194-4595-B671-D134089E8A3E}" sibTransId="{94797402-5E5D-48C0-831D-3FA078A0E377}"/>
    <dgm:cxn modelId="{62427F96-431F-4663-8681-7DA800F3CF68}" srcId="{FA27A95C-4269-48C1-AC92-2E04BD792E20}" destId="{F9575743-B0DA-46DF-B0DF-1BCB62434900}" srcOrd="0" destOrd="0" parTransId="{B8C322B2-13F3-4B00-B879-D02EF12E967A}" sibTransId="{81E7D125-B56A-4428-8625-C61F2700DE3A}"/>
    <dgm:cxn modelId="{F69935A1-3DCF-4701-9C70-2CFD6784AC5B}" type="presOf" srcId="{22C656D7-2F84-48A2-9485-FAE3549B1FEE}" destId="{551CC41E-8CF7-426A-AA0D-2721E8A5B4AB}" srcOrd="0" destOrd="1" presId="urn:microsoft.com/office/officeart/2005/8/layout/process1"/>
    <dgm:cxn modelId="{55154EAB-60DD-42A3-9391-8890A04F27F3}" type="presOf" srcId="{B2EB054E-B4E5-4402-A6E6-BBC60029F8AF}" destId="{1808F30C-8DD7-4AEF-9370-A0921D3E4E3B}" srcOrd="1" destOrd="0" presId="urn:microsoft.com/office/officeart/2005/8/layout/process1"/>
    <dgm:cxn modelId="{E5FED6B3-505D-4385-A0BC-436BF07237E5}" type="presOf" srcId="{74F4216A-92F0-4E0A-96CE-92D3FFDD233D}" destId="{C45CD899-CFE9-4FD6-96E2-77DAC0F8F297}" srcOrd="0" destOrd="0" presId="urn:microsoft.com/office/officeart/2005/8/layout/process1"/>
    <dgm:cxn modelId="{7722EFC1-C724-4AEB-9A2E-2D16A7008DC3}" srcId="{D06E1A45-5171-4BE0-8D1C-712039A77143}" destId="{91C626D5-1689-4D94-9F34-0342340603BF}" srcOrd="1" destOrd="0" parTransId="{B941DFB3-0C74-4ED1-9985-9922880EA106}" sibTransId="{F9EB4D29-4ED1-4E52-92C3-DAC8B5DF71BB}"/>
    <dgm:cxn modelId="{B463C3C7-2C24-475D-85D8-19905AA8205B}" type="presOf" srcId="{F95330FC-0F76-4F0F-81EC-47E716C8B779}" destId="{2C12F426-68A5-4AC5-B3D9-B86C13951ED9}" srcOrd="0" destOrd="2" presId="urn:microsoft.com/office/officeart/2005/8/layout/process1"/>
    <dgm:cxn modelId="{AB1F33CC-69B7-4FC5-A320-9AC57E548238}" type="presOf" srcId="{FA27A95C-4269-48C1-AC92-2E04BD792E20}" destId="{2C12F426-68A5-4AC5-B3D9-B86C13951ED9}" srcOrd="0" destOrd="0" presId="urn:microsoft.com/office/officeart/2005/8/layout/process1"/>
    <dgm:cxn modelId="{1862EEE0-1A99-44BF-B27B-1671E76B4732}" type="presOf" srcId="{F9575743-B0DA-46DF-B0DF-1BCB62434900}" destId="{2C12F426-68A5-4AC5-B3D9-B86C13951ED9}" srcOrd="0" destOrd="1" presId="urn:microsoft.com/office/officeart/2005/8/layout/process1"/>
    <dgm:cxn modelId="{4FBBD5ED-D683-49A9-B258-D1B6DAC9BC6B}" type="presOf" srcId="{12839F23-E076-406D-A0FF-CA18DF5D6D49}" destId="{1A0C0B0D-5D36-4F0F-97E0-54FDFCA4A2DE}" srcOrd="0" destOrd="0" presId="urn:microsoft.com/office/officeart/2005/8/layout/process1"/>
    <dgm:cxn modelId="{0D6330FD-0EB4-403B-8654-0B62B221D594}" srcId="{12839F23-E076-406D-A0FF-CA18DF5D6D49}" destId="{74F4216A-92F0-4E0A-96CE-92D3FFDD233D}" srcOrd="2" destOrd="0" parTransId="{E9C8CEC4-8AE6-4015-B81C-4586E7283660}" sibTransId="{F7CE2539-22CF-46BC-A822-701CF7F3D9B7}"/>
    <dgm:cxn modelId="{1078EE0C-90B6-4898-8899-29CC86FCE113}" type="presParOf" srcId="{1A0C0B0D-5D36-4F0F-97E0-54FDFCA4A2DE}" destId="{2C12F426-68A5-4AC5-B3D9-B86C13951ED9}" srcOrd="0" destOrd="0" presId="urn:microsoft.com/office/officeart/2005/8/layout/process1"/>
    <dgm:cxn modelId="{0732714A-5622-47A5-8639-834321AEDF77}" type="presParOf" srcId="{1A0C0B0D-5D36-4F0F-97E0-54FDFCA4A2DE}" destId="{F4787FB0-93ED-4366-B1A7-B3674C801293}" srcOrd="1" destOrd="0" presId="urn:microsoft.com/office/officeart/2005/8/layout/process1"/>
    <dgm:cxn modelId="{B4F3A3C4-7EA4-4C0D-8277-2DD3D6E1AAB4}" type="presParOf" srcId="{F4787FB0-93ED-4366-B1A7-B3674C801293}" destId="{1808F30C-8DD7-4AEF-9370-A0921D3E4E3B}" srcOrd="0" destOrd="0" presId="urn:microsoft.com/office/officeart/2005/8/layout/process1"/>
    <dgm:cxn modelId="{C2E703BC-540E-4167-97ED-A76B2BCA20D6}" type="presParOf" srcId="{1A0C0B0D-5D36-4F0F-97E0-54FDFCA4A2DE}" destId="{551CC41E-8CF7-426A-AA0D-2721E8A5B4AB}" srcOrd="2" destOrd="0" presId="urn:microsoft.com/office/officeart/2005/8/layout/process1"/>
    <dgm:cxn modelId="{15832666-3EC9-4B5B-9AE2-2D649FC5B5BF}" type="presParOf" srcId="{1A0C0B0D-5D36-4F0F-97E0-54FDFCA4A2DE}" destId="{45A4BEFE-2F97-422E-9E55-CFD293759279}" srcOrd="3" destOrd="0" presId="urn:microsoft.com/office/officeart/2005/8/layout/process1"/>
    <dgm:cxn modelId="{407F4D98-1CE4-4D61-A81B-B2DC728EF67C}" type="presParOf" srcId="{45A4BEFE-2F97-422E-9E55-CFD293759279}" destId="{E0DEE2A5-6449-49D9-A0B0-AE42901B0E5F}" srcOrd="0" destOrd="0" presId="urn:microsoft.com/office/officeart/2005/8/layout/process1"/>
    <dgm:cxn modelId="{087E22BF-3605-457C-8AD9-242500B7FC33}" type="presParOf" srcId="{1A0C0B0D-5D36-4F0F-97E0-54FDFCA4A2DE}" destId="{C45CD899-CFE9-4FD6-96E2-77DAC0F8F297}" srcOrd="4"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48F4837-ACD9-4A5D-AA98-B158216F7F26}" type="doc">
      <dgm:prSet loTypeId="urn:microsoft.com/office/officeart/2008/layout/HorizontalMultiLevelHierarchy" loCatId="hierarchy" qsTypeId="urn:microsoft.com/office/officeart/2005/8/quickstyle/simple1" qsCatId="simple" csTypeId="urn:microsoft.com/office/officeart/2005/8/colors/accent1_2" csCatId="accent1" phldr="1"/>
      <dgm:spPr/>
      <dgm:t>
        <a:bodyPr/>
        <a:lstStyle/>
        <a:p>
          <a:endParaRPr lang="zh-TW" altLang="en-US"/>
        </a:p>
      </dgm:t>
    </dgm:pt>
    <dgm:pt modelId="{225D26A8-8DD3-45F6-AADA-F9417ADF2DE1}">
      <dgm:prSet/>
      <dgm:spPr/>
      <dgm:t>
        <a:bodyPr/>
        <a:lstStyle/>
        <a:p>
          <a:r>
            <a:rPr lang="zh-TW" altLang="en-US" dirty="0"/>
            <a:t>判決文本能否透露裁判結果？</a:t>
          </a:r>
        </a:p>
        <a:p>
          <a:r>
            <a:rPr lang="zh-TW" altLang="en-US" dirty="0"/>
            <a:t>如果可以，哪種文字表示與模型流程較適合？</a:t>
          </a:r>
          <a:endParaRPr lang="zh-TW" dirty="0"/>
        </a:p>
      </dgm:t>
    </dgm:pt>
    <dgm:pt modelId="{C58B41CD-2830-4B9B-A8BA-0C107405F942}" type="parTrans" cxnId="{89CDEE7D-051A-4F95-BEC8-134FE726B589}">
      <dgm:prSet/>
      <dgm:spPr/>
      <dgm:t>
        <a:bodyPr/>
        <a:lstStyle/>
        <a:p>
          <a:endParaRPr lang="zh-TW" altLang="en-US"/>
        </a:p>
      </dgm:t>
    </dgm:pt>
    <dgm:pt modelId="{D169CED0-B89C-4B54-BC4F-BBDF8B977D7F}" type="sibTrans" cxnId="{89CDEE7D-051A-4F95-BEC8-134FE726B589}">
      <dgm:prSet/>
      <dgm:spPr/>
      <dgm:t>
        <a:bodyPr/>
        <a:lstStyle/>
        <a:p>
          <a:endParaRPr lang="zh-TW" altLang="en-US"/>
        </a:p>
      </dgm:t>
    </dgm:pt>
    <dgm:pt modelId="{0BFC9AF3-5ECF-4878-969D-B284AA59DC7F}">
      <dgm:prSet/>
      <dgm:spPr/>
      <dgm:t>
        <a:bodyPr/>
        <a:lstStyle/>
        <a:p>
          <a:r>
            <a:rPr lang="zh-TW" dirty="0"/>
            <a:t>當事人主張</a:t>
          </a:r>
        </a:p>
      </dgm:t>
    </dgm:pt>
    <dgm:pt modelId="{26B44ADC-E82C-4C08-974F-E41D6514D33D}" type="parTrans" cxnId="{AF4EDC75-A72B-4D21-8922-2B598F2C8C24}">
      <dgm:prSet/>
      <dgm:spPr/>
      <dgm:t>
        <a:bodyPr/>
        <a:lstStyle/>
        <a:p>
          <a:endParaRPr lang="zh-TW" altLang="en-US"/>
        </a:p>
      </dgm:t>
    </dgm:pt>
    <dgm:pt modelId="{047C51E5-A60D-48E4-B0C2-A6D53C889119}" type="sibTrans" cxnId="{AF4EDC75-A72B-4D21-8922-2B598F2C8C24}">
      <dgm:prSet/>
      <dgm:spPr/>
      <dgm:t>
        <a:bodyPr/>
        <a:lstStyle/>
        <a:p>
          <a:endParaRPr lang="zh-TW" altLang="en-US"/>
        </a:p>
      </dgm:t>
    </dgm:pt>
    <dgm:pt modelId="{FE1527A0-9088-4D16-B768-27BB307D92E8}">
      <dgm:prSet/>
      <dgm:spPr/>
      <dgm:t>
        <a:bodyPr/>
        <a:lstStyle/>
        <a:p>
          <a:r>
            <a:rPr lang="zh-TW" dirty="0"/>
            <a:t>爭點整理</a:t>
          </a:r>
        </a:p>
      </dgm:t>
    </dgm:pt>
    <dgm:pt modelId="{8BC8B037-716A-4A4A-ADD0-C3E7D26CAFEC}" type="parTrans" cxnId="{2B237B94-B67B-441B-90A6-DAAE38CAF011}">
      <dgm:prSet/>
      <dgm:spPr/>
      <dgm:t>
        <a:bodyPr/>
        <a:lstStyle/>
        <a:p>
          <a:endParaRPr lang="zh-TW" altLang="en-US"/>
        </a:p>
      </dgm:t>
    </dgm:pt>
    <dgm:pt modelId="{9923EA53-C10B-464B-B962-6C97AD6EF9C2}" type="sibTrans" cxnId="{2B237B94-B67B-441B-90A6-DAAE38CAF011}">
      <dgm:prSet/>
      <dgm:spPr/>
      <dgm:t>
        <a:bodyPr/>
        <a:lstStyle/>
        <a:p>
          <a:endParaRPr lang="zh-TW" altLang="en-US"/>
        </a:p>
      </dgm:t>
    </dgm:pt>
    <dgm:pt modelId="{2FCBFA31-AD2A-48B9-882F-4894C6A339AE}">
      <dgm:prSet/>
      <dgm:spPr/>
      <dgm:t>
        <a:bodyPr/>
        <a:lstStyle/>
        <a:p>
          <a:r>
            <a:rPr lang="zh-TW" dirty="0"/>
            <a:t>證據資料</a:t>
          </a:r>
        </a:p>
      </dgm:t>
    </dgm:pt>
    <dgm:pt modelId="{3A62EC66-7274-4A30-8F4B-7D88611AA55E}" type="parTrans" cxnId="{4DB6D753-8DE3-4C04-948D-2E512264F348}">
      <dgm:prSet/>
      <dgm:spPr/>
      <dgm:t>
        <a:bodyPr/>
        <a:lstStyle/>
        <a:p>
          <a:endParaRPr lang="zh-TW" altLang="en-US"/>
        </a:p>
      </dgm:t>
    </dgm:pt>
    <dgm:pt modelId="{32F57023-229F-41C5-82DD-44B432CA7E89}" type="sibTrans" cxnId="{4DB6D753-8DE3-4C04-948D-2E512264F348}">
      <dgm:prSet/>
      <dgm:spPr/>
      <dgm:t>
        <a:bodyPr/>
        <a:lstStyle/>
        <a:p>
          <a:endParaRPr lang="zh-TW" altLang="en-US"/>
        </a:p>
      </dgm:t>
    </dgm:pt>
    <dgm:pt modelId="{00E644F1-431D-40B4-B06E-E49B8D67600E}">
      <dgm:prSet/>
      <dgm:spPr/>
      <dgm:t>
        <a:bodyPr/>
        <a:lstStyle/>
        <a:p>
          <a:r>
            <a:rPr lang="zh-TW" dirty="0"/>
            <a:t>法院理由與法律適用</a:t>
          </a:r>
        </a:p>
      </dgm:t>
    </dgm:pt>
    <dgm:pt modelId="{F1AADF79-3DA3-4F4B-A3EC-FA2658AB0FC9}" type="parTrans" cxnId="{0E623B40-A6E2-48E8-B759-7D47354D22C0}">
      <dgm:prSet/>
      <dgm:spPr/>
      <dgm:t>
        <a:bodyPr/>
        <a:lstStyle/>
        <a:p>
          <a:endParaRPr lang="zh-TW" altLang="en-US"/>
        </a:p>
      </dgm:t>
    </dgm:pt>
    <dgm:pt modelId="{85240221-B666-4E41-B888-2C51C48B14D5}" type="sibTrans" cxnId="{0E623B40-A6E2-48E8-B759-7D47354D22C0}">
      <dgm:prSet/>
      <dgm:spPr/>
      <dgm:t>
        <a:bodyPr/>
        <a:lstStyle/>
        <a:p>
          <a:endParaRPr lang="zh-TW" altLang="en-US"/>
        </a:p>
      </dgm:t>
    </dgm:pt>
    <dgm:pt modelId="{E3BC6CF1-B265-4FA0-B3FD-AA22F3474360}">
      <dgm:prSet/>
      <dgm:spPr/>
      <dgm:t>
        <a:bodyPr/>
        <a:lstStyle/>
        <a:p>
          <a:r>
            <a:rPr lang="zh-TW" dirty="0"/>
            <a:t>案件事實</a:t>
          </a:r>
        </a:p>
      </dgm:t>
    </dgm:pt>
    <dgm:pt modelId="{251E6FF9-F5F2-41C3-9664-E82E64B99849}" type="parTrans" cxnId="{602347B3-3076-492B-8C84-6A2BD135EB42}">
      <dgm:prSet/>
      <dgm:spPr/>
      <dgm:t>
        <a:bodyPr/>
        <a:lstStyle/>
        <a:p>
          <a:endParaRPr lang="zh-TW" altLang="en-US"/>
        </a:p>
      </dgm:t>
    </dgm:pt>
    <dgm:pt modelId="{39F39D2F-FA04-49E3-A0A0-3BF0D8607781}" type="sibTrans" cxnId="{602347B3-3076-492B-8C84-6A2BD135EB42}">
      <dgm:prSet/>
      <dgm:spPr/>
      <dgm:t>
        <a:bodyPr/>
        <a:lstStyle/>
        <a:p>
          <a:endParaRPr lang="zh-TW" altLang="en-US"/>
        </a:p>
      </dgm:t>
    </dgm:pt>
    <dgm:pt modelId="{199D321E-3E67-4718-8166-63C1ACA81DFD}" type="pres">
      <dgm:prSet presAssocID="{148F4837-ACD9-4A5D-AA98-B158216F7F26}" presName="Name0" presStyleCnt="0">
        <dgm:presLayoutVars>
          <dgm:chPref val="1"/>
          <dgm:dir val="rev"/>
          <dgm:animOne val="branch"/>
          <dgm:animLvl val="lvl"/>
          <dgm:resizeHandles val="exact"/>
        </dgm:presLayoutVars>
      </dgm:prSet>
      <dgm:spPr/>
    </dgm:pt>
    <dgm:pt modelId="{A78D1A2D-2E76-48EE-AA1F-97C96C6C5775}" type="pres">
      <dgm:prSet presAssocID="{225D26A8-8DD3-45F6-AADA-F9417ADF2DE1}" presName="root1" presStyleCnt="0"/>
      <dgm:spPr/>
    </dgm:pt>
    <dgm:pt modelId="{43FE1D93-08E8-448C-9E5F-736C9E8B52B2}" type="pres">
      <dgm:prSet presAssocID="{225D26A8-8DD3-45F6-AADA-F9417ADF2DE1}" presName="LevelOneTextNode" presStyleLbl="node0" presStyleIdx="0" presStyleCnt="1" custAng="16200000" custScaleX="231619" custScaleY="68053" custLinFactX="100000" custLinFactNeighborX="146305">
        <dgm:presLayoutVars>
          <dgm:chPref val="3"/>
        </dgm:presLayoutVars>
      </dgm:prSet>
      <dgm:spPr/>
    </dgm:pt>
    <dgm:pt modelId="{E275A436-2C56-47E8-B2C1-A5737C0C8956}" type="pres">
      <dgm:prSet presAssocID="{225D26A8-8DD3-45F6-AADA-F9417ADF2DE1}" presName="level2hierChild" presStyleCnt="0"/>
      <dgm:spPr/>
    </dgm:pt>
    <dgm:pt modelId="{0D6BDAA8-E46E-42B1-8741-04FAB64BC20D}" type="pres">
      <dgm:prSet presAssocID="{251E6FF9-F5F2-41C3-9664-E82E64B99849}" presName="conn2-1" presStyleLbl="parChTrans1D2" presStyleIdx="0" presStyleCnt="5"/>
      <dgm:spPr/>
    </dgm:pt>
    <dgm:pt modelId="{236B2EE6-D4F3-47D7-B031-9CDFD6AC04DE}" type="pres">
      <dgm:prSet presAssocID="{251E6FF9-F5F2-41C3-9664-E82E64B99849}" presName="connTx" presStyleLbl="parChTrans1D2" presStyleIdx="0" presStyleCnt="5"/>
      <dgm:spPr/>
    </dgm:pt>
    <dgm:pt modelId="{BE78E4CE-6103-4A21-8938-F2F42606AE6A}" type="pres">
      <dgm:prSet presAssocID="{E3BC6CF1-B265-4FA0-B3FD-AA22F3474360}" presName="root2" presStyleCnt="0"/>
      <dgm:spPr/>
    </dgm:pt>
    <dgm:pt modelId="{1D1084B8-6AD2-4913-A750-F93A3EC88AB5}" type="pres">
      <dgm:prSet presAssocID="{E3BC6CF1-B265-4FA0-B3FD-AA22F3474360}" presName="LevelTwoTextNode" presStyleLbl="node2" presStyleIdx="0" presStyleCnt="5">
        <dgm:presLayoutVars>
          <dgm:chPref val="3"/>
        </dgm:presLayoutVars>
      </dgm:prSet>
      <dgm:spPr/>
    </dgm:pt>
    <dgm:pt modelId="{AB320B5C-8071-4ED0-A28C-F738F492388F}" type="pres">
      <dgm:prSet presAssocID="{E3BC6CF1-B265-4FA0-B3FD-AA22F3474360}" presName="level3hierChild" presStyleCnt="0"/>
      <dgm:spPr/>
    </dgm:pt>
    <dgm:pt modelId="{5B93045B-3541-41AB-BFA9-5419351A71B1}" type="pres">
      <dgm:prSet presAssocID="{26B44ADC-E82C-4C08-974F-E41D6514D33D}" presName="conn2-1" presStyleLbl="parChTrans1D2" presStyleIdx="1" presStyleCnt="5"/>
      <dgm:spPr/>
    </dgm:pt>
    <dgm:pt modelId="{988C60DA-5557-4C9C-901A-F2FB0819C926}" type="pres">
      <dgm:prSet presAssocID="{26B44ADC-E82C-4C08-974F-E41D6514D33D}" presName="connTx" presStyleLbl="parChTrans1D2" presStyleIdx="1" presStyleCnt="5"/>
      <dgm:spPr/>
    </dgm:pt>
    <dgm:pt modelId="{E4924A0F-0E02-4DDC-88D3-FA525F79F011}" type="pres">
      <dgm:prSet presAssocID="{0BFC9AF3-5ECF-4878-969D-B284AA59DC7F}" presName="root2" presStyleCnt="0"/>
      <dgm:spPr/>
    </dgm:pt>
    <dgm:pt modelId="{7913A95B-2B09-47B4-97D3-A25E1929292D}" type="pres">
      <dgm:prSet presAssocID="{0BFC9AF3-5ECF-4878-969D-B284AA59DC7F}" presName="LevelTwoTextNode" presStyleLbl="node2" presStyleIdx="1" presStyleCnt="5">
        <dgm:presLayoutVars>
          <dgm:chPref val="3"/>
        </dgm:presLayoutVars>
      </dgm:prSet>
      <dgm:spPr/>
    </dgm:pt>
    <dgm:pt modelId="{9587AF61-F667-4B88-8A66-39843A47B123}" type="pres">
      <dgm:prSet presAssocID="{0BFC9AF3-5ECF-4878-969D-B284AA59DC7F}" presName="level3hierChild" presStyleCnt="0"/>
      <dgm:spPr/>
    </dgm:pt>
    <dgm:pt modelId="{97F12CC9-4D3D-47CC-B08A-2930A5DC3D26}" type="pres">
      <dgm:prSet presAssocID="{8BC8B037-716A-4A4A-ADD0-C3E7D26CAFEC}" presName="conn2-1" presStyleLbl="parChTrans1D2" presStyleIdx="2" presStyleCnt="5"/>
      <dgm:spPr/>
    </dgm:pt>
    <dgm:pt modelId="{C0509E34-7F3C-48A9-A6FD-9174E8EE85EF}" type="pres">
      <dgm:prSet presAssocID="{8BC8B037-716A-4A4A-ADD0-C3E7D26CAFEC}" presName="connTx" presStyleLbl="parChTrans1D2" presStyleIdx="2" presStyleCnt="5"/>
      <dgm:spPr/>
    </dgm:pt>
    <dgm:pt modelId="{C38DDE9C-7484-44AE-B469-8200C937B86E}" type="pres">
      <dgm:prSet presAssocID="{FE1527A0-9088-4D16-B768-27BB307D92E8}" presName="root2" presStyleCnt="0"/>
      <dgm:spPr/>
    </dgm:pt>
    <dgm:pt modelId="{BD56AE62-7409-4F02-AD71-0D975295A05E}" type="pres">
      <dgm:prSet presAssocID="{FE1527A0-9088-4D16-B768-27BB307D92E8}" presName="LevelTwoTextNode" presStyleLbl="node2" presStyleIdx="2" presStyleCnt="5">
        <dgm:presLayoutVars>
          <dgm:chPref val="3"/>
        </dgm:presLayoutVars>
      </dgm:prSet>
      <dgm:spPr/>
    </dgm:pt>
    <dgm:pt modelId="{DEC90403-2886-44A8-B0F2-3A9F41549651}" type="pres">
      <dgm:prSet presAssocID="{FE1527A0-9088-4D16-B768-27BB307D92E8}" presName="level3hierChild" presStyleCnt="0"/>
      <dgm:spPr/>
    </dgm:pt>
    <dgm:pt modelId="{B3CF1C41-94DE-4320-96C9-837E915DAF2B}" type="pres">
      <dgm:prSet presAssocID="{3A62EC66-7274-4A30-8F4B-7D88611AA55E}" presName="conn2-1" presStyleLbl="parChTrans1D2" presStyleIdx="3" presStyleCnt="5"/>
      <dgm:spPr/>
    </dgm:pt>
    <dgm:pt modelId="{CE74A9BC-E740-42CC-80AC-A3A57ACCD0EE}" type="pres">
      <dgm:prSet presAssocID="{3A62EC66-7274-4A30-8F4B-7D88611AA55E}" presName="connTx" presStyleLbl="parChTrans1D2" presStyleIdx="3" presStyleCnt="5"/>
      <dgm:spPr/>
    </dgm:pt>
    <dgm:pt modelId="{ACB5B9CA-F321-4131-9626-9047A8BB3CB1}" type="pres">
      <dgm:prSet presAssocID="{2FCBFA31-AD2A-48B9-882F-4894C6A339AE}" presName="root2" presStyleCnt="0"/>
      <dgm:spPr/>
    </dgm:pt>
    <dgm:pt modelId="{938D929C-D8D1-4FD3-B3D9-DFA1527C54F0}" type="pres">
      <dgm:prSet presAssocID="{2FCBFA31-AD2A-48B9-882F-4894C6A339AE}" presName="LevelTwoTextNode" presStyleLbl="node2" presStyleIdx="3" presStyleCnt="5">
        <dgm:presLayoutVars>
          <dgm:chPref val="3"/>
        </dgm:presLayoutVars>
      </dgm:prSet>
      <dgm:spPr/>
    </dgm:pt>
    <dgm:pt modelId="{5769ACB0-4DE7-49DC-BA9F-76786833E1A2}" type="pres">
      <dgm:prSet presAssocID="{2FCBFA31-AD2A-48B9-882F-4894C6A339AE}" presName="level3hierChild" presStyleCnt="0"/>
      <dgm:spPr/>
    </dgm:pt>
    <dgm:pt modelId="{D7F48FCA-0A31-4F23-8ED0-DDD012662A39}" type="pres">
      <dgm:prSet presAssocID="{F1AADF79-3DA3-4F4B-A3EC-FA2658AB0FC9}" presName="conn2-1" presStyleLbl="parChTrans1D2" presStyleIdx="4" presStyleCnt="5"/>
      <dgm:spPr/>
    </dgm:pt>
    <dgm:pt modelId="{7191AFDE-D859-4DDA-816D-0265AC9889C6}" type="pres">
      <dgm:prSet presAssocID="{F1AADF79-3DA3-4F4B-A3EC-FA2658AB0FC9}" presName="connTx" presStyleLbl="parChTrans1D2" presStyleIdx="4" presStyleCnt="5"/>
      <dgm:spPr/>
    </dgm:pt>
    <dgm:pt modelId="{674DD191-DE5A-4049-B3A4-C5B22810517D}" type="pres">
      <dgm:prSet presAssocID="{00E644F1-431D-40B4-B06E-E49B8D67600E}" presName="root2" presStyleCnt="0"/>
      <dgm:spPr/>
    </dgm:pt>
    <dgm:pt modelId="{79A6F711-8ECE-4544-823B-CAA78CDA027B}" type="pres">
      <dgm:prSet presAssocID="{00E644F1-431D-40B4-B06E-E49B8D67600E}" presName="LevelTwoTextNode" presStyleLbl="node2" presStyleIdx="4" presStyleCnt="5">
        <dgm:presLayoutVars>
          <dgm:chPref val="3"/>
        </dgm:presLayoutVars>
      </dgm:prSet>
      <dgm:spPr/>
    </dgm:pt>
    <dgm:pt modelId="{4D61797F-AA8E-474E-86E9-6885DE31E7F4}" type="pres">
      <dgm:prSet presAssocID="{00E644F1-431D-40B4-B06E-E49B8D67600E}" presName="level3hierChild" presStyleCnt="0"/>
      <dgm:spPr/>
    </dgm:pt>
  </dgm:ptLst>
  <dgm:cxnLst>
    <dgm:cxn modelId="{4EEDA205-3068-4319-8377-9092E2AEB55D}" type="presOf" srcId="{225D26A8-8DD3-45F6-AADA-F9417ADF2DE1}" destId="{43FE1D93-08E8-448C-9E5F-736C9E8B52B2}" srcOrd="0" destOrd="0" presId="urn:microsoft.com/office/officeart/2008/layout/HorizontalMultiLevelHierarchy"/>
    <dgm:cxn modelId="{C4396210-9778-4121-97D2-5B7C60290EF5}" type="presOf" srcId="{8BC8B037-716A-4A4A-ADD0-C3E7D26CAFEC}" destId="{C0509E34-7F3C-48A9-A6FD-9174E8EE85EF}" srcOrd="1" destOrd="0" presId="urn:microsoft.com/office/officeart/2008/layout/HorizontalMultiLevelHierarchy"/>
    <dgm:cxn modelId="{6A147D10-F404-4672-B8D6-DF0C8E1DDE62}" type="presOf" srcId="{00E644F1-431D-40B4-B06E-E49B8D67600E}" destId="{79A6F711-8ECE-4544-823B-CAA78CDA027B}" srcOrd="0" destOrd="0" presId="urn:microsoft.com/office/officeart/2008/layout/HorizontalMultiLevelHierarchy"/>
    <dgm:cxn modelId="{B7936420-A114-45AB-A59B-BF8B13396367}" type="presOf" srcId="{251E6FF9-F5F2-41C3-9664-E82E64B99849}" destId="{236B2EE6-D4F3-47D7-B031-9CDFD6AC04DE}" srcOrd="1" destOrd="0" presId="urn:microsoft.com/office/officeart/2008/layout/HorizontalMultiLevelHierarchy"/>
    <dgm:cxn modelId="{CE042B28-3B61-4E3A-A014-5B0A406AC797}" type="presOf" srcId="{3A62EC66-7274-4A30-8F4B-7D88611AA55E}" destId="{B3CF1C41-94DE-4320-96C9-837E915DAF2B}" srcOrd="0" destOrd="0" presId="urn:microsoft.com/office/officeart/2008/layout/HorizontalMultiLevelHierarchy"/>
    <dgm:cxn modelId="{0E623B40-A6E2-48E8-B759-7D47354D22C0}" srcId="{225D26A8-8DD3-45F6-AADA-F9417ADF2DE1}" destId="{00E644F1-431D-40B4-B06E-E49B8D67600E}" srcOrd="4" destOrd="0" parTransId="{F1AADF79-3DA3-4F4B-A3EC-FA2658AB0FC9}" sibTransId="{85240221-B666-4E41-B888-2C51C48B14D5}"/>
    <dgm:cxn modelId="{91FB8645-955D-4493-BDDD-85115E765155}" type="presOf" srcId="{26B44ADC-E82C-4C08-974F-E41D6514D33D}" destId="{5B93045B-3541-41AB-BFA9-5419351A71B1}" srcOrd="0" destOrd="0" presId="urn:microsoft.com/office/officeart/2008/layout/HorizontalMultiLevelHierarchy"/>
    <dgm:cxn modelId="{2AEF8B67-5272-4F96-AA44-28F0A53C3624}" type="presOf" srcId="{251E6FF9-F5F2-41C3-9664-E82E64B99849}" destId="{0D6BDAA8-E46E-42B1-8741-04FAB64BC20D}" srcOrd="0" destOrd="0" presId="urn:microsoft.com/office/officeart/2008/layout/HorizontalMultiLevelHierarchy"/>
    <dgm:cxn modelId="{47FDB973-A779-4398-9B71-FD8B461909BF}" type="presOf" srcId="{F1AADF79-3DA3-4F4B-A3EC-FA2658AB0FC9}" destId="{D7F48FCA-0A31-4F23-8ED0-DDD012662A39}" srcOrd="0" destOrd="0" presId="urn:microsoft.com/office/officeart/2008/layout/HorizontalMultiLevelHierarchy"/>
    <dgm:cxn modelId="{4DB6D753-8DE3-4C04-948D-2E512264F348}" srcId="{225D26A8-8DD3-45F6-AADA-F9417ADF2DE1}" destId="{2FCBFA31-AD2A-48B9-882F-4894C6A339AE}" srcOrd="3" destOrd="0" parTransId="{3A62EC66-7274-4A30-8F4B-7D88611AA55E}" sibTransId="{32F57023-229F-41C5-82DD-44B432CA7E89}"/>
    <dgm:cxn modelId="{AF4EDC75-A72B-4D21-8922-2B598F2C8C24}" srcId="{225D26A8-8DD3-45F6-AADA-F9417ADF2DE1}" destId="{0BFC9AF3-5ECF-4878-969D-B284AA59DC7F}" srcOrd="1" destOrd="0" parTransId="{26B44ADC-E82C-4C08-974F-E41D6514D33D}" sibTransId="{047C51E5-A60D-48E4-B0C2-A6D53C889119}"/>
    <dgm:cxn modelId="{89CDEE7D-051A-4F95-BEC8-134FE726B589}" srcId="{148F4837-ACD9-4A5D-AA98-B158216F7F26}" destId="{225D26A8-8DD3-45F6-AADA-F9417ADF2DE1}" srcOrd="0" destOrd="0" parTransId="{C58B41CD-2830-4B9B-A8BA-0C107405F942}" sibTransId="{D169CED0-B89C-4B54-BC4F-BBDF8B977D7F}"/>
    <dgm:cxn modelId="{B108B782-4423-49AE-AC3F-2C5767BF21A8}" type="presOf" srcId="{3A62EC66-7274-4A30-8F4B-7D88611AA55E}" destId="{CE74A9BC-E740-42CC-80AC-A3A57ACCD0EE}" srcOrd="1" destOrd="0" presId="urn:microsoft.com/office/officeart/2008/layout/HorizontalMultiLevelHierarchy"/>
    <dgm:cxn modelId="{2B237B94-B67B-441B-90A6-DAAE38CAF011}" srcId="{225D26A8-8DD3-45F6-AADA-F9417ADF2DE1}" destId="{FE1527A0-9088-4D16-B768-27BB307D92E8}" srcOrd="2" destOrd="0" parTransId="{8BC8B037-716A-4A4A-ADD0-C3E7D26CAFEC}" sibTransId="{9923EA53-C10B-464B-B962-6C97AD6EF9C2}"/>
    <dgm:cxn modelId="{788CCE9E-50E6-4611-9D2E-AEB0E0D86E04}" type="presOf" srcId="{148F4837-ACD9-4A5D-AA98-B158216F7F26}" destId="{199D321E-3E67-4718-8166-63C1ACA81DFD}" srcOrd="0" destOrd="0" presId="urn:microsoft.com/office/officeart/2008/layout/HorizontalMultiLevelHierarchy"/>
    <dgm:cxn modelId="{91B6609F-EDD8-4199-8251-17DEC6D24542}" type="presOf" srcId="{F1AADF79-3DA3-4F4B-A3EC-FA2658AB0FC9}" destId="{7191AFDE-D859-4DDA-816D-0265AC9889C6}" srcOrd="1" destOrd="0" presId="urn:microsoft.com/office/officeart/2008/layout/HorizontalMultiLevelHierarchy"/>
    <dgm:cxn modelId="{602347B3-3076-492B-8C84-6A2BD135EB42}" srcId="{225D26A8-8DD3-45F6-AADA-F9417ADF2DE1}" destId="{E3BC6CF1-B265-4FA0-B3FD-AA22F3474360}" srcOrd="0" destOrd="0" parTransId="{251E6FF9-F5F2-41C3-9664-E82E64B99849}" sibTransId="{39F39D2F-FA04-49E3-A0A0-3BF0D8607781}"/>
    <dgm:cxn modelId="{A7CE8DBE-BAEC-4545-8A07-EA67A450D608}" type="presOf" srcId="{0BFC9AF3-5ECF-4878-969D-B284AA59DC7F}" destId="{7913A95B-2B09-47B4-97D3-A25E1929292D}" srcOrd="0" destOrd="0" presId="urn:microsoft.com/office/officeart/2008/layout/HorizontalMultiLevelHierarchy"/>
    <dgm:cxn modelId="{0CE178BF-FC46-4A85-B9A3-C157DF7F9C3D}" type="presOf" srcId="{FE1527A0-9088-4D16-B768-27BB307D92E8}" destId="{BD56AE62-7409-4F02-AD71-0D975295A05E}" srcOrd="0" destOrd="0" presId="urn:microsoft.com/office/officeart/2008/layout/HorizontalMultiLevelHierarchy"/>
    <dgm:cxn modelId="{DD40C0C6-DD96-4B2C-ABE3-36F7EBCB45D4}" type="presOf" srcId="{E3BC6CF1-B265-4FA0-B3FD-AA22F3474360}" destId="{1D1084B8-6AD2-4913-A750-F93A3EC88AB5}" srcOrd="0" destOrd="0" presId="urn:microsoft.com/office/officeart/2008/layout/HorizontalMultiLevelHierarchy"/>
    <dgm:cxn modelId="{81B216D0-5017-4108-A321-7F44B77F0BD5}" type="presOf" srcId="{2FCBFA31-AD2A-48B9-882F-4894C6A339AE}" destId="{938D929C-D8D1-4FD3-B3D9-DFA1527C54F0}" srcOrd="0" destOrd="0" presId="urn:microsoft.com/office/officeart/2008/layout/HorizontalMultiLevelHierarchy"/>
    <dgm:cxn modelId="{4E1CDBD0-6959-477D-9B09-DF23F573F12B}" type="presOf" srcId="{26B44ADC-E82C-4C08-974F-E41D6514D33D}" destId="{988C60DA-5557-4C9C-901A-F2FB0819C926}" srcOrd="1" destOrd="0" presId="urn:microsoft.com/office/officeart/2008/layout/HorizontalMultiLevelHierarchy"/>
    <dgm:cxn modelId="{7329D4DA-D38E-4626-A138-F3A088C3460B}" type="presOf" srcId="{8BC8B037-716A-4A4A-ADD0-C3E7D26CAFEC}" destId="{97F12CC9-4D3D-47CC-B08A-2930A5DC3D26}" srcOrd="0" destOrd="0" presId="urn:microsoft.com/office/officeart/2008/layout/HorizontalMultiLevelHierarchy"/>
    <dgm:cxn modelId="{FB534CBA-5BF4-4B0D-956A-928E66F12B07}" type="presParOf" srcId="{199D321E-3E67-4718-8166-63C1ACA81DFD}" destId="{A78D1A2D-2E76-48EE-AA1F-97C96C6C5775}" srcOrd="0" destOrd="0" presId="urn:microsoft.com/office/officeart/2008/layout/HorizontalMultiLevelHierarchy"/>
    <dgm:cxn modelId="{75BE9DC9-77D2-4A83-A855-25AAAA707AD8}" type="presParOf" srcId="{A78D1A2D-2E76-48EE-AA1F-97C96C6C5775}" destId="{43FE1D93-08E8-448C-9E5F-736C9E8B52B2}" srcOrd="0" destOrd="0" presId="urn:microsoft.com/office/officeart/2008/layout/HorizontalMultiLevelHierarchy"/>
    <dgm:cxn modelId="{17CDECCD-2FCA-4B80-996D-022382D37F84}" type="presParOf" srcId="{A78D1A2D-2E76-48EE-AA1F-97C96C6C5775}" destId="{E275A436-2C56-47E8-B2C1-A5737C0C8956}" srcOrd="1" destOrd="0" presId="urn:microsoft.com/office/officeart/2008/layout/HorizontalMultiLevelHierarchy"/>
    <dgm:cxn modelId="{43B33328-4051-4B26-863A-9586546B112D}" type="presParOf" srcId="{E275A436-2C56-47E8-B2C1-A5737C0C8956}" destId="{0D6BDAA8-E46E-42B1-8741-04FAB64BC20D}" srcOrd="0" destOrd="0" presId="urn:microsoft.com/office/officeart/2008/layout/HorizontalMultiLevelHierarchy"/>
    <dgm:cxn modelId="{58E12773-4DF4-49D1-B6E3-411E6685C178}" type="presParOf" srcId="{0D6BDAA8-E46E-42B1-8741-04FAB64BC20D}" destId="{236B2EE6-D4F3-47D7-B031-9CDFD6AC04DE}" srcOrd="0" destOrd="0" presId="urn:microsoft.com/office/officeart/2008/layout/HorizontalMultiLevelHierarchy"/>
    <dgm:cxn modelId="{98D84B9D-2F6F-4A79-B51D-C2CCDBCA0966}" type="presParOf" srcId="{E275A436-2C56-47E8-B2C1-A5737C0C8956}" destId="{BE78E4CE-6103-4A21-8938-F2F42606AE6A}" srcOrd="1" destOrd="0" presId="urn:microsoft.com/office/officeart/2008/layout/HorizontalMultiLevelHierarchy"/>
    <dgm:cxn modelId="{3AD35424-208F-43DA-AE8C-728606B64FCD}" type="presParOf" srcId="{BE78E4CE-6103-4A21-8938-F2F42606AE6A}" destId="{1D1084B8-6AD2-4913-A750-F93A3EC88AB5}" srcOrd="0" destOrd="0" presId="urn:microsoft.com/office/officeart/2008/layout/HorizontalMultiLevelHierarchy"/>
    <dgm:cxn modelId="{80CB51F9-982A-4287-968E-66E5BA90313D}" type="presParOf" srcId="{BE78E4CE-6103-4A21-8938-F2F42606AE6A}" destId="{AB320B5C-8071-4ED0-A28C-F738F492388F}" srcOrd="1" destOrd="0" presId="urn:microsoft.com/office/officeart/2008/layout/HorizontalMultiLevelHierarchy"/>
    <dgm:cxn modelId="{3C27CDD8-BC6E-40BD-A922-37411E2FF24F}" type="presParOf" srcId="{E275A436-2C56-47E8-B2C1-A5737C0C8956}" destId="{5B93045B-3541-41AB-BFA9-5419351A71B1}" srcOrd="2" destOrd="0" presId="urn:microsoft.com/office/officeart/2008/layout/HorizontalMultiLevelHierarchy"/>
    <dgm:cxn modelId="{A64239E8-0333-4EE1-99D1-2483F7E02C60}" type="presParOf" srcId="{5B93045B-3541-41AB-BFA9-5419351A71B1}" destId="{988C60DA-5557-4C9C-901A-F2FB0819C926}" srcOrd="0" destOrd="0" presId="urn:microsoft.com/office/officeart/2008/layout/HorizontalMultiLevelHierarchy"/>
    <dgm:cxn modelId="{63CA53EE-F63B-4BB6-B365-5C4E431BE345}" type="presParOf" srcId="{E275A436-2C56-47E8-B2C1-A5737C0C8956}" destId="{E4924A0F-0E02-4DDC-88D3-FA525F79F011}" srcOrd="3" destOrd="0" presId="urn:microsoft.com/office/officeart/2008/layout/HorizontalMultiLevelHierarchy"/>
    <dgm:cxn modelId="{F3B9E13C-7186-49B8-A1A8-6BDDC458EEF7}" type="presParOf" srcId="{E4924A0F-0E02-4DDC-88D3-FA525F79F011}" destId="{7913A95B-2B09-47B4-97D3-A25E1929292D}" srcOrd="0" destOrd="0" presId="urn:microsoft.com/office/officeart/2008/layout/HorizontalMultiLevelHierarchy"/>
    <dgm:cxn modelId="{DDCE8FA5-D21C-49F2-8C09-DE3FABEEDA9F}" type="presParOf" srcId="{E4924A0F-0E02-4DDC-88D3-FA525F79F011}" destId="{9587AF61-F667-4B88-8A66-39843A47B123}" srcOrd="1" destOrd="0" presId="urn:microsoft.com/office/officeart/2008/layout/HorizontalMultiLevelHierarchy"/>
    <dgm:cxn modelId="{E9BBE4D4-5988-4C25-89DF-7D66ED24393B}" type="presParOf" srcId="{E275A436-2C56-47E8-B2C1-A5737C0C8956}" destId="{97F12CC9-4D3D-47CC-B08A-2930A5DC3D26}" srcOrd="4" destOrd="0" presId="urn:microsoft.com/office/officeart/2008/layout/HorizontalMultiLevelHierarchy"/>
    <dgm:cxn modelId="{666F41FA-9011-435D-ADFA-F67B444C5244}" type="presParOf" srcId="{97F12CC9-4D3D-47CC-B08A-2930A5DC3D26}" destId="{C0509E34-7F3C-48A9-A6FD-9174E8EE85EF}" srcOrd="0" destOrd="0" presId="urn:microsoft.com/office/officeart/2008/layout/HorizontalMultiLevelHierarchy"/>
    <dgm:cxn modelId="{305A1037-08AF-4EFE-95C7-A02D128C5F9D}" type="presParOf" srcId="{E275A436-2C56-47E8-B2C1-A5737C0C8956}" destId="{C38DDE9C-7484-44AE-B469-8200C937B86E}" srcOrd="5" destOrd="0" presId="urn:microsoft.com/office/officeart/2008/layout/HorizontalMultiLevelHierarchy"/>
    <dgm:cxn modelId="{E194690D-0B88-496D-87DF-0BEE635BBFBF}" type="presParOf" srcId="{C38DDE9C-7484-44AE-B469-8200C937B86E}" destId="{BD56AE62-7409-4F02-AD71-0D975295A05E}" srcOrd="0" destOrd="0" presId="urn:microsoft.com/office/officeart/2008/layout/HorizontalMultiLevelHierarchy"/>
    <dgm:cxn modelId="{3EDA4350-70E2-4B9D-8A6B-BF0295376650}" type="presParOf" srcId="{C38DDE9C-7484-44AE-B469-8200C937B86E}" destId="{DEC90403-2886-44A8-B0F2-3A9F41549651}" srcOrd="1" destOrd="0" presId="urn:microsoft.com/office/officeart/2008/layout/HorizontalMultiLevelHierarchy"/>
    <dgm:cxn modelId="{857E7EDF-877D-4148-BFA5-DE2274CFD9FA}" type="presParOf" srcId="{E275A436-2C56-47E8-B2C1-A5737C0C8956}" destId="{B3CF1C41-94DE-4320-96C9-837E915DAF2B}" srcOrd="6" destOrd="0" presId="urn:microsoft.com/office/officeart/2008/layout/HorizontalMultiLevelHierarchy"/>
    <dgm:cxn modelId="{CE7F2297-06BF-419C-8C5F-298F7B647CDB}" type="presParOf" srcId="{B3CF1C41-94DE-4320-96C9-837E915DAF2B}" destId="{CE74A9BC-E740-42CC-80AC-A3A57ACCD0EE}" srcOrd="0" destOrd="0" presId="urn:microsoft.com/office/officeart/2008/layout/HorizontalMultiLevelHierarchy"/>
    <dgm:cxn modelId="{9C2AA1EA-33F0-404C-8525-03F5FFD088C4}" type="presParOf" srcId="{E275A436-2C56-47E8-B2C1-A5737C0C8956}" destId="{ACB5B9CA-F321-4131-9626-9047A8BB3CB1}" srcOrd="7" destOrd="0" presId="urn:microsoft.com/office/officeart/2008/layout/HorizontalMultiLevelHierarchy"/>
    <dgm:cxn modelId="{2AF3B6BC-4CE0-45C4-B608-6D823B3C2497}" type="presParOf" srcId="{ACB5B9CA-F321-4131-9626-9047A8BB3CB1}" destId="{938D929C-D8D1-4FD3-B3D9-DFA1527C54F0}" srcOrd="0" destOrd="0" presId="urn:microsoft.com/office/officeart/2008/layout/HorizontalMultiLevelHierarchy"/>
    <dgm:cxn modelId="{3771409E-6D1E-4DE3-866F-360E632B8D23}" type="presParOf" srcId="{ACB5B9CA-F321-4131-9626-9047A8BB3CB1}" destId="{5769ACB0-4DE7-49DC-BA9F-76786833E1A2}" srcOrd="1" destOrd="0" presId="urn:microsoft.com/office/officeart/2008/layout/HorizontalMultiLevelHierarchy"/>
    <dgm:cxn modelId="{90ED98F8-6045-4BED-A0F9-770E7F063292}" type="presParOf" srcId="{E275A436-2C56-47E8-B2C1-A5737C0C8956}" destId="{D7F48FCA-0A31-4F23-8ED0-DDD012662A39}" srcOrd="8" destOrd="0" presId="urn:microsoft.com/office/officeart/2008/layout/HorizontalMultiLevelHierarchy"/>
    <dgm:cxn modelId="{E33753A2-2F34-4E79-8D03-400F4970FF4C}" type="presParOf" srcId="{D7F48FCA-0A31-4F23-8ED0-DDD012662A39}" destId="{7191AFDE-D859-4DDA-816D-0265AC9889C6}" srcOrd="0" destOrd="0" presId="urn:microsoft.com/office/officeart/2008/layout/HorizontalMultiLevelHierarchy"/>
    <dgm:cxn modelId="{AF6966B9-BF30-44AF-8ED5-7016BCC4D972}" type="presParOf" srcId="{E275A436-2C56-47E8-B2C1-A5737C0C8956}" destId="{674DD191-DE5A-4049-B3A4-C5B22810517D}" srcOrd="9" destOrd="0" presId="urn:microsoft.com/office/officeart/2008/layout/HorizontalMultiLevelHierarchy"/>
    <dgm:cxn modelId="{8ED0BEDF-11CD-40BA-9494-5BB9E796B172}" type="presParOf" srcId="{674DD191-DE5A-4049-B3A4-C5B22810517D}" destId="{79A6F711-8ECE-4544-823B-CAA78CDA027B}" srcOrd="0" destOrd="0" presId="urn:microsoft.com/office/officeart/2008/layout/HorizontalMultiLevelHierarchy"/>
    <dgm:cxn modelId="{F3FADEDC-1CA4-4673-A65E-A416C6A24DCC}" type="presParOf" srcId="{674DD191-DE5A-4049-B3A4-C5B22810517D}" destId="{4D61797F-AA8E-474E-86E9-6885DE31E7F4}" srcOrd="1" destOrd="0" presId="urn:microsoft.com/office/officeart/2008/layout/HorizontalMultiLevelHierarchy"/>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7759765-2B3B-4E82-B615-FC152C98567F}"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zh-TW" altLang="en-US"/>
        </a:p>
      </dgm:t>
    </dgm:pt>
    <dgm:pt modelId="{7728FEB3-1153-4FD2-92C8-F658DCAF8CC8}">
      <dgm:prSet phldrT="[文字]"/>
      <dgm:spPr/>
      <dgm:t>
        <a:bodyPr/>
        <a:lstStyle/>
        <a:p>
          <a:r>
            <a:rPr lang="zh-TW" altLang="zh-TW" b="1" dirty="0"/>
            <a:t>專業術語密集</a:t>
          </a:r>
          <a:endParaRPr lang="zh-TW" altLang="en-US" dirty="0"/>
        </a:p>
      </dgm:t>
    </dgm:pt>
    <dgm:pt modelId="{7DF7777E-75C8-4BD0-96D0-567FA125FC5A}" type="parTrans" cxnId="{F49251C0-C3C6-4964-842E-18DFD17090FE}">
      <dgm:prSet/>
      <dgm:spPr/>
      <dgm:t>
        <a:bodyPr/>
        <a:lstStyle/>
        <a:p>
          <a:endParaRPr lang="zh-TW" altLang="en-US"/>
        </a:p>
      </dgm:t>
    </dgm:pt>
    <dgm:pt modelId="{65B424C6-9824-422B-9490-1BAE79FAA538}" type="sibTrans" cxnId="{F49251C0-C3C6-4964-842E-18DFD17090FE}">
      <dgm:prSet/>
      <dgm:spPr/>
      <dgm:t>
        <a:bodyPr/>
        <a:lstStyle/>
        <a:p>
          <a:endParaRPr lang="zh-TW" altLang="en-US"/>
        </a:p>
      </dgm:t>
    </dgm:pt>
    <dgm:pt modelId="{8E737B9E-E170-4C8A-BE37-FDA632B3F4E3}">
      <dgm:prSet phldrT="[文字]"/>
      <dgm:spPr/>
      <dgm:t>
        <a:bodyPr/>
        <a:lstStyle/>
        <a:p>
          <a:pPr>
            <a:buFont typeface="Arial" panose="020B0604020202020204" pitchFamily="34" charset="0"/>
            <a:buChar char="•"/>
          </a:pPr>
          <a:r>
            <a:rPr lang="zh-TW" altLang="zh-TW" dirty="0"/>
            <a:t>專利、商標、著作權、營業秘密等領域用語</a:t>
          </a:r>
          <a:endParaRPr lang="zh-TW" altLang="en-US" dirty="0"/>
        </a:p>
      </dgm:t>
    </dgm:pt>
    <dgm:pt modelId="{CAFB95EE-3A4C-4BCE-A44F-2A9EA76F510E}" type="parTrans" cxnId="{0F5EE998-8862-40CA-9CAF-1E6C8D570559}">
      <dgm:prSet/>
      <dgm:spPr/>
      <dgm:t>
        <a:bodyPr/>
        <a:lstStyle/>
        <a:p>
          <a:endParaRPr lang="zh-TW" altLang="en-US"/>
        </a:p>
      </dgm:t>
    </dgm:pt>
    <dgm:pt modelId="{FC8779DA-F3EA-4EDE-8360-46776FE39720}" type="sibTrans" cxnId="{0F5EE998-8862-40CA-9CAF-1E6C8D570559}">
      <dgm:prSet/>
      <dgm:spPr/>
      <dgm:t>
        <a:bodyPr/>
        <a:lstStyle/>
        <a:p>
          <a:endParaRPr lang="zh-TW" altLang="en-US"/>
        </a:p>
      </dgm:t>
    </dgm:pt>
    <dgm:pt modelId="{986C0969-536B-46FC-8138-48D62C5A357B}">
      <dgm:prSet phldrT="[文字]"/>
      <dgm:spPr/>
      <dgm:t>
        <a:bodyPr/>
        <a:lstStyle/>
        <a:p>
          <a:r>
            <a:rPr lang="zh-TW" altLang="zh-TW" dirty="0"/>
            <a:t>案件類型差異明顯</a:t>
          </a:r>
          <a:endParaRPr lang="zh-TW" altLang="en-US" dirty="0"/>
        </a:p>
      </dgm:t>
    </dgm:pt>
    <dgm:pt modelId="{BB733737-B7CC-404E-87DB-3C4943098291}" type="parTrans" cxnId="{996EF9DE-5768-4A01-A125-F4E49CDF761D}">
      <dgm:prSet/>
      <dgm:spPr/>
      <dgm:t>
        <a:bodyPr/>
        <a:lstStyle/>
        <a:p>
          <a:endParaRPr lang="zh-TW" altLang="en-US"/>
        </a:p>
      </dgm:t>
    </dgm:pt>
    <dgm:pt modelId="{B6CA35F4-C416-46BF-8656-D22372B15388}" type="sibTrans" cxnId="{996EF9DE-5768-4A01-A125-F4E49CDF761D}">
      <dgm:prSet/>
      <dgm:spPr/>
      <dgm:t>
        <a:bodyPr/>
        <a:lstStyle/>
        <a:p>
          <a:endParaRPr lang="zh-TW" altLang="en-US"/>
        </a:p>
      </dgm:t>
    </dgm:pt>
    <dgm:pt modelId="{632D09E8-F892-48EB-8E79-026C8D44BE11}">
      <dgm:prSet phldrT="[文字]"/>
      <dgm:spPr/>
      <dgm:t>
        <a:bodyPr/>
        <a:lstStyle/>
        <a:p>
          <a:pPr>
            <a:buFont typeface="Arial" panose="020B0604020202020204" pitchFamily="34" charset="0"/>
            <a:buChar char="•"/>
          </a:pPr>
          <a:r>
            <a:rPr lang="zh-TW" altLang="zh-TW" dirty="0"/>
            <a:t>行政案件</a:t>
          </a:r>
          <a:endParaRPr lang="zh-TW" altLang="en-US" dirty="0"/>
        </a:p>
      </dgm:t>
    </dgm:pt>
    <dgm:pt modelId="{B2423AAB-DE66-4F22-81C3-E5A587201BEA}" type="parTrans" cxnId="{7BEB722F-AAF3-4792-BB0C-6BD5994F8D2B}">
      <dgm:prSet/>
      <dgm:spPr/>
      <dgm:t>
        <a:bodyPr/>
        <a:lstStyle/>
        <a:p>
          <a:endParaRPr lang="zh-TW" altLang="en-US"/>
        </a:p>
      </dgm:t>
    </dgm:pt>
    <dgm:pt modelId="{6AF343F5-B226-42D2-9488-BDBBEBCA6EAB}" type="sibTrans" cxnId="{7BEB722F-AAF3-4792-BB0C-6BD5994F8D2B}">
      <dgm:prSet/>
      <dgm:spPr/>
      <dgm:t>
        <a:bodyPr/>
        <a:lstStyle/>
        <a:p>
          <a:endParaRPr lang="zh-TW" altLang="en-US"/>
        </a:p>
      </dgm:t>
    </dgm:pt>
    <dgm:pt modelId="{C1E23E3A-716A-4EB3-BE13-EEA9D0F93A82}">
      <dgm:prSet phldrT="[文字]"/>
      <dgm:spPr/>
      <dgm:t>
        <a:bodyPr/>
        <a:lstStyle/>
        <a:p>
          <a:r>
            <a:rPr lang="zh-TW" altLang="zh-TW" dirty="0"/>
            <a:t>文本結構複雜</a:t>
          </a:r>
          <a:endParaRPr lang="zh-TW" altLang="en-US" dirty="0"/>
        </a:p>
      </dgm:t>
    </dgm:pt>
    <dgm:pt modelId="{B9D5BEF6-0830-4554-8588-1BD2B46955FC}" type="parTrans" cxnId="{DEE4C8FF-F02B-4DF8-AB35-D06EAC3FB584}">
      <dgm:prSet/>
      <dgm:spPr/>
      <dgm:t>
        <a:bodyPr/>
        <a:lstStyle/>
        <a:p>
          <a:endParaRPr lang="zh-TW" altLang="en-US"/>
        </a:p>
      </dgm:t>
    </dgm:pt>
    <dgm:pt modelId="{15D04AFE-F8AF-4981-8C3C-854B0B91DCBF}" type="sibTrans" cxnId="{DEE4C8FF-F02B-4DF8-AB35-D06EAC3FB584}">
      <dgm:prSet/>
      <dgm:spPr/>
      <dgm:t>
        <a:bodyPr/>
        <a:lstStyle/>
        <a:p>
          <a:endParaRPr lang="zh-TW" altLang="en-US"/>
        </a:p>
      </dgm:t>
    </dgm:pt>
    <dgm:pt modelId="{CBE37398-BA9F-46CD-BDC8-AD5A45F55964}">
      <dgm:prSet phldrT="[文字]"/>
      <dgm:spPr/>
      <dgm:t>
        <a:bodyPr/>
        <a:lstStyle/>
        <a:p>
          <a:pPr>
            <a:buFont typeface="Arial" panose="020B0604020202020204" pitchFamily="34" charset="0"/>
            <a:buChar char="•"/>
          </a:pPr>
          <a:r>
            <a:rPr lang="zh-TW" altLang="zh-TW" dirty="0"/>
            <a:t>當事人主張</a:t>
          </a:r>
          <a:endParaRPr lang="zh-TW" altLang="en-US" dirty="0"/>
        </a:p>
      </dgm:t>
    </dgm:pt>
    <dgm:pt modelId="{80E3750F-6A3A-4751-9D5B-F83385D455FA}" type="parTrans" cxnId="{CD119C43-A59C-478D-AA66-56002A8674E8}">
      <dgm:prSet/>
      <dgm:spPr/>
      <dgm:t>
        <a:bodyPr/>
        <a:lstStyle/>
        <a:p>
          <a:endParaRPr lang="zh-TW" altLang="en-US"/>
        </a:p>
      </dgm:t>
    </dgm:pt>
    <dgm:pt modelId="{6D0D7F73-D3C5-49DD-B79E-0D76E2135059}" type="sibTrans" cxnId="{CD119C43-A59C-478D-AA66-56002A8674E8}">
      <dgm:prSet/>
      <dgm:spPr/>
      <dgm:t>
        <a:bodyPr/>
        <a:lstStyle/>
        <a:p>
          <a:endParaRPr lang="zh-TW" altLang="en-US"/>
        </a:p>
      </dgm:t>
    </dgm:pt>
    <dgm:pt modelId="{81C77092-A613-45BA-97B8-DFE6E55E8ABF}">
      <dgm:prSet/>
      <dgm:spPr/>
      <dgm:t>
        <a:bodyPr/>
        <a:lstStyle/>
        <a:p>
          <a:r>
            <a:rPr lang="zh-TW" altLang="zh-TW"/>
            <a:t>技術事實與法律要件交織</a:t>
          </a:r>
          <a:endParaRPr lang="zh-TW" altLang="zh-TW" dirty="0"/>
        </a:p>
      </dgm:t>
    </dgm:pt>
    <dgm:pt modelId="{7C76CCF9-F418-450C-B32C-501F16FD8706}" type="parTrans" cxnId="{AEB0CF06-DF7B-4E98-81F8-B5707986B943}">
      <dgm:prSet/>
      <dgm:spPr/>
      <dgm:t>
        <a:bodyPr/>
        <a:lstStyle/>
        <a:p>
          <a:endParaRPr lang="zh-TW" altLang="en-US"/>
        </a:p>
      </dgm:t>
    </dgm:pt>
    <dgm:pt modelId="{807F191F-05B7-4215-98EE-FD2B173AA41C}" type="sibTrans" cxnId="{AEB0CF06-DF7B-4E98-81F8-B5707986B943}">
      <dgm:prSet/>
      <dgm:spPr/>
      <dgm:t>
        <a:bodyPr/>
        <a:lstStyle/>
        <a:p>
          <a:endParaRPr lang="zh-TW" altLang="en-US"/>
        </a:p>
      </dgm:t>
    </dgm:pt>
    <dgm:pt modelId="{28C5D77D-FC1F-457E-89EA-02BA2DEA17F2}">
      <dgm:prSet/>
      <dgm:spPr/>
      <dgm:t>
        <a:bodyPr/>
        <a:lstStyle/>
        <a:p>
          <a:r>
            <a:rPr lang="zh-TW" altLang="zh-TW"/>
            <a:t>詞彙本身可能具有分類訊號</a:t>
          </a:r>
          <a:endParaRPr lang="zh-TW" altLang="zh-TW" dirty="0"/>
        </a:p>
      </dgm:t>
    </dgm:pt>
    <dgm:pt modelId="{BDAB40A4-969E-4686-A2EE-3D395D957B4E}" type="parTrans" cxnId="{108693D6-E050-4909-B7AE-6C9C85280ACD}">
      <dgm:prSet/>
      <dgm:spPr/>
      <dgm:t>
        <a:bodyPr/>
        <a:lstStyle/>
        <a:p>
          <a:endParaRPr lang="zh-TW" altLang="en-US"/>
        </a:p>
      </dgm:t>
    </dgm:pt>
    <dgm:pt modelId="{82F28C12-8FD7-4423-B0CF-5DD7742530D6}" type="sibTrans" cxnId="{108693D6-E050-4909-B7AE-6C9C85280ACD}">
      <dgm:prSet/>
      <dgm:spPr/>
      <dgm:t>
        <a:bodyPr/>
        <a:lstStyle/>
        <a:p>
          <a:endParaRPr lang="zh-TW" altLang="en-US"/>
        </a:p>
      </dgm:t>
    </dgm:pt>
    <dgm:pt modelId="{8D8E71AC-359A-4F28-90CE-120BAE5BA495}">
      <dgm:prSet/>
      <dgm:spPr/>
      <dgm:t>
        <a:bodyPr/>
        <a:lstStyle/>
        <a:p>
          <a:r>
            <a:rPr lang="zh-TW" altLang="zh-TW"/>
            <a:t>民事案件</a:t>
          </a:r>
          <a:endParaRPr lang="en-US" altLang="zh-TW" dirty="0"/>
        </a:p>
      </dgm:t>
    </dgm:pt>
    <dgm:pt modelId="{0E1ED6A8-9CB4-4489-B55F-A46975BB1314}" type="parTrans" cxnId="{460FC0F6-34D9-4F29-893C-70BB561568F6}">
      <dgm:prSet/>
      <dgm:spPr/>
      <dgm:t>
        <a:bodyPr/>
        <a:lstStyle/>
        <a:p>
          <a:endParaRPr lang="zh-TW" altLang="en-US"/>
        </a:p>
      </dgm:t>
    </dgm:pt>
    <dgm:pt modelId="{12150A27-39D1-4FD6-A08F-A634FB845898}" type="sibTrans" cxnId="{460FC0F6-34D9-4F29-893C-70BB561568F6}">
      <dgm:prSet/>
      <dgm:spPr/>
      <dgm:t>
        <a:bodyPr/>
        <a:lstStyle/>
        <a:p>
          <a:endParaRPr lang="zh-TW" altLang="en-US"/>
        </a:p>
      </dgm:t>
    </dgm:pt>
    <dgm:pt modelId="{18D365CA-FA4D-4C3E-B814-2941E4343DA1}">
      <dgm:prSet/>
      <dgm:spPr/>
      <dgm:t>
        <a:bodyPr/>
        <a:lstStyle/>
        <a:p>
          <a:r>
            <a:rPr lang="zh-TW" altLang="zh-TW"/>
            <a:t>刑事案件</a:t>
          </a:r>
          <a:endParaRPr lang="en-US" altLang="zh-TW" dirty="0"/>
        </a:p>
      </dgm:t>
    </dgm:pt>
    <dgm:pt modelId="{9464180A-4927-4CB8-A836-25C6A34CE1CA}" type="parTrans" cxnId="{5C1A624A-80A7-423C-93BA-D423EBB0B1B0}">
      <dgm:prSet/>
      <dgm:spPr/>
      <dgm:t>
        <a:bodyPr/>
        <a:lstStyle/>
        <a:p>
          <a:endParaRPr lang="zh-TW" altLang="en-US"/>
        </a:p>
      </dgm:t>
    </dgm:pt>
    <dgm:pt modelId="{69A185B9-49C1-4809-83E7-B323086CBE66}" type="sibTrans" cxnId="{5C1A624A-80A7-423C-93BA-D423EBB0B1B0}">
      <dgm:prSet/>
      <dgm:spPr/>
      <dgm:t>
        <a:bodyPr/>
        <a:lstStyle/>
        <a:p>
          <a:endParaRPr lang="zh-TW" altLang="en-US"/>
        </a:p>
      </dgm:t>
    </dgm:pt>
    <dgm:pt modelId="{248A50C6-E994-40DC-947E-A4529AE9DC40}">
      <dgm:prSet/>
      <dgm:spPr/>
      <dgm:t>
        <a:bodyPr/>
        <a:lstStyle/>
        <a:p>
          <a:r>
            <a:rPr lang="zh-TW" altLang="zh-TW"/>
            <a:t>刑事附帶民事案件</a:t>
          </a:r>
          <a:endParaRPr lang="zh-TW" altLang="en-US" dirty="0"/>
        </a:p>
      </dgm:t>
    </dgm:pt>
    <dgm:pt modelId="{DD5A623B-ADFF-449F-A5E2-8E7DD912CC0E}" type="parTrans" cxnId="{89D16111-D6EB-463D-81FA-5ED81515471A}">
      <dgm:prSet/>
      <dgm:spPr/>
      <dgm:t>
        <a:bodyPr/>
        <a:lstStyle/>
        <a:p>
          <a:endParaRPr lang="zh-TW" altLang="en-US"/>
        </a:p>
      </dgm:t>
    </dgm:pt>
    <dgm:pt modelId="{A08B7858-BD67-4455-B5C7-E5D26D395827}" type="sibTrans" cxnId="{89D16111-D6EB-463D-81FA-5ED81515471A}">
      <dgm:prSet/>
      <dgm:spPr/>
      <dgm:t>
        <a:bodyPr/>
        <a:lstStyle/>
        <a:p>
          <a:endParaRPr lang="zh-TW" altLang="en-US"/>
        </a:p>
      </dgm:t>
    </dgm:pt>
    <dgm:pt modelId="{AA22A586-ADAB-46E4-8C46-52FF7ED62D57}">
      <dgm:prSet/>
      <dgm:spPr/>
      <dgm:t>
        <a:bodyPr/>
        <a:lstStyle/>
        <a:p>
          <a:r>
            <a:rPr lang="zh-TW" altLang="zh-TW"/>
            <a:t>證據與技術事實</a:t>
          </a:r>
          <a:endParaRPr lang="en-US" altLang="zh-TW" dirty="0"/>
        </a:p>
      </dgm:t>
    </dgm:pt>
    <dgm:pt modelId="{35654DB0-D0D0-40D6-93BB-6C1680E0052A}" type="parTrans" cxnId="{377CBC91-98E0-4B92-80D9-D8B9D32FC68D}">
      <dgm:prSet/>
      <dgm:spPr/>
      <dgm:t>
        <a:bodyPr/>
        <a:lstStyle/>
        <a:p>
          <a:endParaRPr lang="zh-TW" altLang="en-US"/>
        </a:p>
      </dgm:t>
    </dgm:pt>
    <dgm:pt modelId="{05C8AFA3-AB42-47FE-8AF9-CE5944F15B55}" type="sibTrans" cxnId="{377CBC91-98E0-4B92-80D9-D8B9D32FC68D}">
      <dgm:prSet/>
      <dgm:spPr/>
      <dgm:t>
        <a:bodyPr/>
        <a:lstStyle/>
        <a:p>
          <a:endParaRPr lang="zh-TW" altLang="en-US"/>
        </a:p>
      </dgm:t>
    </dgm:pt>
    <dgm:pt modelId="{DB01A213-E9A4-49FE-BF33-D033A0252ED6}">
      <dgm:prSet/>
      <dgm:spPr/>
      <dgm:t>
        <a:bodyPr/>
        <a:lstStyle/>
        <a:p>
          <a:r>
            <a:rPr lang="zh-TW" altLang="zh-TW"/>
            <a:t>法律要件判斷</a:t>
          </a:r>
          <a:endParaRPr lang="en-US" altLang="zh-TW" dirty="0"/>
        </a:p>
      </dgm:t>
    </dgm:pt>
    <dgm:pt modelId="{E201A688-8DBF-4E59-A848-839D6358968A}" type="parTrans" cxnId="{16729408-5F27-42CE-9B30-F95C247C6CD6}">
      <dgm:prSet/>
      <dgm:spPr/>
      <dgm:t>
        <a:bodyPr/>
        <a:lstStyle/>
        <a:p>
          <a:endParaRPr lang="zh-TW" altLang="en-US"/>
        </a:p>
      </dgm:t>
    </dgm:pt>
    <dgm:pt modelId="{B6190D74-983A-433F-924E-07A5AC3D34D2}" type="sibTrans" cxnId="{16729408-5F27-42CE-9B30-F95C247C6CD6}">
      <dgm:prSet/>
      <dgm:spPr/>
      <dgm:t>
        <a:bodyPr/>
        <a:lstStyle/>
        <a:p>
          <a:endParaRPr lang="zh-TW" altLang="en-US"/>
        </a:p>
      </dgm:t>
    </dgm:pt>
    <dgm:pt modelId="{8BE31C2B-304D-46C0-9B94-3A2A3A87E5A1}">
      <dgm:prSet/>
      <dgm:spPr/>
      <dgm:t>
        <a:bodyPr/>
        <a:lstStyle/>
        <a:p>
          <a:r>
            <a:rPr lang="zh-TW" altLang="zh-TW" dirty="0"/>
            <a:t>裁判理由</a:t>
          </a:r>
          <a:endParaRPr lang="zh-TW" altLang="en-US" dirty="0"/>
        </a:p>
      </dgm:t>
    </dgm:pt>
    <dgm:pt modelId="{87EC072D-DD74-4F50-8377-7DBC238E26EC}" type="parTrans" cxnId="{8B47479D-BE1B-4573-8119-136B8EAED4A5}">
      <dgm:prSet/>
      <dgm:spPr/>
      <dgm:t>
        <a:bodyPr/>
        <a:lstStyle/>
        <a:p>
          <a:endParaRPr lang="zh-TW" altLang="en-US"/>
        </a:p>
      </dgm:t>
    </dgm:pt>
    <dgm:pt modelId="{2EEBB750-1273-4E3D-9FFC-CD7E903FE5DC}" type="sibTrans" cxnId="{8B47479D-BE1B-4573-8119-136B8EAED4A5}">
      <dgm:prSet/>
      <dgm:spPr/>
      <dgm:t>
        <a:bodyPr/>
        <a:lstStyle/>
        <a:p>
          <a:endParaRPr lang="zh-TW" altLang="en-US"/>
        </a:p>
      </dgm:t>
    </dgm:pt>
    <dgm:pt modelId="{33A25CC3-D077-46A2-89C9-8E54CF4A51C8}">
      <dgm:prSet/>
      <dgm:spPr/>
      <dgm:t>
        <a:bodyPr/>
        <a:lstStyle/>
        <a:p>
          <a:r>
            <a:rPr lang="zh-TW" altLang="en-US" dirty="0"/>
            <a:t>文本訊號具可檢驗性</a:t>
          </a:r>
        </a:p>
      </dgm:t>
    </dgm:pt>
    <dgm:pt modelId="{D0D38268-A630-4DBE-B6C8-60B0C11C6845}" type="parTrans" cxnId="{C7C9B11A-A890-4DD7-80E5-219DFB758732}">
      <dgm:prSet/>
      <dgm:spPr/>
    </dgm:pt>
    <dgm:pt modelId="{E9E9C975-9A3A-4E1A-B770-D00DDA81D1C5}" type="sibTrans" cxnId="{C7C9B11A-A890-4DD7-80E5-219DFB758732}">
      <dgm:prSet/>
      <dgm:spPr/>
    </dgm:pt>
    <dgm:pt modelId="{A0E0AC12-6E10-445D-B002-07824B01A13A}">
      <dgm:prSet/>
      <dgm:spPr/>
      <dgm:t>
        <a:bodyPr/>
        <a:lstStyle/>
        <a:p>
          <a:pPr>
            <a:buFont typeface="Arial" panose="020B0604020202020204" pitchFamily="34" charset="0"/>
            <a:buChar char="•"/>
          </a:pPr>
          <a:r>
            <a:rPr lang="zh-TW" altLang="zh-TW" dirty="0"/>
            <a:t>請求類型</a:t>
          </a:r>
          <a:endParaRPr lang="zh-TW" altLang="en-US" dirty="0"/>
        </a:p>
      </dgm:t>
    </dgm:pt>
    <dgm:pt modelId="{5363FE4B-3C4A-4628-AA6E-49CCABF4F3A2}" type="parTrans" cxnId="{C7CACAD1-DF88-4A42-929D-CAB41079BA70}">
      <dgm:prSet/>
      <dgm:spPr/>
    </dgm:pt>
    <dgm:pt modelId="{DF1B496D-45CC-4918-8F52-1CEA96489A58}" type="sibTrans" cxnId="{C7CACAD1-DF88-4A42-929D-CAB41079BA70}">
      <dgm:prSet/>
      <dgm:spPr/>
    </dgm:pt>
    <dgm:pt modelId="{0CE81E46-00F9-4A60-8671-2CD19924EC30}">
      <dgm:prSet/>
      <dgm:spPr/>
      <dgm:t>
        <a:bodyPr/>
        <a:lstStyle/>
        <a:p>
          <a:r>
            <a:rPr lang="zh-TW" altLang="zh-TW"/>
            <a:t>程序用語</a:t>
          </a:r>
          <a:endParaRPr lang="en-US" altLang="zh-TW" dirty="0"/>
        </a:p>
      </dgm:t>
    </dgm:pt>
    <dgm:pt modelId="{80808543-F2EB-4FE6-A510-F17C8468940C}" type="parTrans" cxnId="{19E28516-83D3-4836-BC3C-73C3EE82D57C}">
      <dgm:prSet/>
      <dgm:spPr/>
      <dgm:t>
        <a:bodyPr/>
        <a:lstStyle/>
        <a:p>
          <a:endParaRPr lang="zh-TW" altLang="en-US"/>
        </a:p>
      </dgm:t>
    </dgm:pt>
    <dgm:pt modelId="{57AA001A-E152-47E8-A37D-A10F901EA8BD}" type="sibTrans" cxnId="{19E28516-83D3-4836-BC3C-73C3EE82D57C}">
      <dgm:prSet/>
      <dgm:spPr/>
      <dgm:t>
        <a:bodyPr/>
        <a:lstStyle/>
        <a:p>
          <a:endParaRPr lang="zh-TW" altLang="en-US"/>
        </a:p>
      </dgm:t>
    </dgm:pt>
    <dgm:pt modelId="{89B4BDBD-0E13-4761-AA3E-4A1FC1C032C3}">
      <dgm:prSet/>
      <dgm:spPr/>
      <dgm:t>
        <a:bodyPr/>
        <a:lstStyle/>
        <a:p>
          <a:r>
            <a:rPr lang="zh-TW" altLang="zh-TW"/>
            <a:t>侵權判斷用語</a:t>
          </a:r>
          <a:endParaRPr lang="en-US" altLang="zh-TW" dirty="0"/>
        </a:p>
      </dgm:t>
    </dgm:pt>
    <dgm:pt modelId="{AD09334A-6526-42A1-ADB8-653956670230}" type="parTrans" cxnId="{4189B0D1-CBAD-4191-AB86-9DFD8F7C8C73}">
      <dgm:prSet/>
      <dgm:spPr/>
      <dgm:t>
        <a:bodyPr/>
        <a:lstStyle/>
        <a:p>
          <a:endParaRPr lang="zh-TW" altLang="en-US"/>
        </a:p>
      </dgm:t>
    </dgm:pt>
    <dgm:pt modelId="{9DFBF93E-CC54-44FE-98E9-7A009D7182EE}" type="sibTrans" cxnId="{4189B0D1-CBAD-4191-AB86-9DFD8F7C8C73}">
      <dgm:prSet/>
      <dgm:spPr/>
      <dgm:t>
        <a:bodyPr/>
        <a:lstStyle/>
        <a:p>
          <a:endParaRPr lang="zh-TW" altLang="en-US"/>
        </a:p>
      </dgm:t>
    </dgm:pt>
    <dgm:pt modelId="{2C194B81-D6AB-4CCD-A5E8-10754AAF1099}">
      <dgm:prSet/>
      <dgm:spPr/>
      <dgm:t>
        <a:bodyPr/>
        <a:lstStyle/>
        <a:p>
          <a:r>
            <a:rPr lang="zh-TW" altLang="zh-TW"/>
            <a:t>裁判理由用語</a:t>
          </a:r>
          <a:endParaRPr lang="zh-TW" altLang="en-US" dirty="0"/>
        </a:p>
      </dgm:t>
    </dgm:pt>
    <dgm:pt modelId="{F98D7883-E83D-48EF-B7A1-4CA9E63F26C8}" type="parTrans" cxnId="{74EB0A6C-3322-48EC-BFCF-208DC1C53C28}">
      <dgm:prSet/>
      <dgm:spPr/>
      <dgm:t>
        <a:bodyPr/>
        <a:lstStyle/>
        <a:p>
          <a:endParaRPr lang="zh-TW" altLang="en-US"/>
        </a:p>
      </dgm:t>
    </dgm:pt>
    <dgm:pt modelId="{4DADAD83-7C66-460B-98E3-E71A7DD6FEDA}" type="sibTrans" cxnId="{74EB0A6C-3322-48EC-BFCF-208DC1C53C28}">
      <dgm:prSet/>
      <dgm:spPr/>
      <dgm:t>
        <a:bodyPr/>
        <a:lstStyle/>
        <a:p>
          <a:endParaRPr lang="zh-TW" altLang="en-US"/>
        </a:p>
      </dgm:t>
    </dgm:pt>
    <dgm:pt modelId="{7BD65447-0656-414F-B6BD-9E93F681BA1D}" type="pres">
      <dgm:prSet presAssocID="{67759765-2B3B-4E82-B615-FC152C98567F}" presName="Name0" presStyleCnt="0">
        <dgm:presLayoutVars>
          <dgm:dir/>
          <dgm:animLvl val="lvl"/>
          <dgm:resizeHandles val="exact"/>
        </dgm:presLayoutVars>
      </dgm:prSet>
      <dgm:spPr/>
    </dgm:pt>
    <dgm:pt modelId="{51769B51-AA21-42D5-B6A5-1BAF91FDE2FF}" type="pres">
      <dgm:prSet presAssocID="{7728FEB3-1153-4FD2-92C8-F658DCAF8CC8}" presName="composite" presStyleCnt="0"/>
      <dgm:spPr/>
    </dgm:pt>
    <dgm:pt modelId="{E37590C3-BBF7-4629-B539-C53BB24844F6}" type="pres">
      <dgm:prSet presAssocID="{7728FEB3-1153-4FD2-92C8-F658DCAF8CC8}" presName="parTx" presStyleLbl="alignNode1" presStyleIdx="0" presStyleCnt="4">
        <dgm:presLayoutVars>
          <dgm:chMax val="0"/>
          <dgm:chPref val="0"/>
          <dgm:bulletEnabled val="1"/>
        </dgm:presLayoutVars>
      </dgm:prSet>
      <dgm:spPr/>
    </dgm:pt>
    <dgm:pt modelId="{59E56641-9079-4138-B1C4-785F4826431E}" type="pres">
      <dgm:prSet presAssocID="{7728FEB3-1153-4FD2-92C8-F658DCAF8CC8}" presName="desTx" presStyleLbl="alignAccFollowNode1" presStyleIdx="0" presStyleCnt="4">
        <dgm:presLayoutVars>
          <dgm:bulletEnabled val="1"/>
        </dgm:presLayoutVars>
      </dgm:prSet>
      <dgm:spPr/>
    </dgm:pt>
    <dgm:pt modelId="{410D67C4-1298-45D3-890B-91EA5EBAB109}" type="pres">
      <dgm:prSet presAssocID="{65B424C6-9824-422B-9490-1BAE79FAA538}" presName="space" presStyleCnt="0"/>
      <dgm:spPr/>
    </dgm:pt>
    <dgm:pt modelId="{DF076CE6-14B7-4FCB-8A75-0E06B0539CA9}" type="pres">
      <dgm:prSet presAssocID="{986C0969-536B-46FC-8138-48D62C5A357B}" presName="composite" presStyleCnt="0"/>
      <dgm:spPr/>
    </dgm:pt>
    <dgm:pt modelId="{707A9C64-8DBE-4F7B-9FE3-8673F26EAD59}" type="pres">
      <dgm:prSet presAssocID="{986C0969-536B-46FC-8138-48D62C5A357B}" presName="parTx" presStyleLbl="alignNode1" presStyleIdx="1" presStyleCnt="4">
        <dgm:presLayoutVars>
          <dgm:chMax val="0"/>
          <dgm:chPref val="0"/>
          <dgm:bulletEnabled val="1"/>
        </dgm:presLayoutVars>
      </dgm:prSet>
      <dgm:spPr/>
    </dgm:pt>
    <dgm:pt modelId="{0396A8E3-4E02-4836-A788-99B0FC836211}" type="pres">
      <dgm:prSet presAssocID="{986C0969-536B-46FC-8138-48D62C5A357B}" presName="desTx" presStyleLbl="alignAccFollowNode1" presStyleIdx="1" presStyleCnt="4">
        <dgm:presLayoutVars>
          <dgm:bulletEnabled val="1"/>
        </dgm:presLayoutVars>
      </dgm:prSet>
      <dgm:spPr/>
    </dgm:pt>
    <dgm:pt modelId="{226790F6-8CAB-4F67-935D-B724AD105547}" type="pres">
      <dgm:prSet presAssocID="{B6CA35F4-C416-46BF-8656-D22372B15388}" presName="space" presStyleCnt="0"/>
      <dgm:spPr/>
    </dgm:pt>
    <dgm:pt modelId="{7BA8C8CC-5223-44BB-8B1B-F03A48D2B234}" type="pres">
      <dgm:prSet presAssocID="{C1E23E3A-716A-4EB3-BE13-EEA9D0F93A82}" presName="composite" presStyleCnt="0"/>
      <dgm:spPr/>
    </dgm:pt>
    <dgm:pt modelId="{75F030D8-D08A-4E42-A491-D85844458CE4}" type="pres">
      <dgm:prSet presAssocID="{C1E23E3A-716A-4EB3-BE13-EEA9D0F93A82}" presName="parTx" presStyleLbl="alignNode1" presStyleIdx="2" presStyleCnt="4">
        <dgm:presLayoutVars>
          <dgm:chMax val="0"/>
          <dgm:chPref val="0"/>
          <dgm:bulletEnabled val="1"/>
        </dgm:presLayoutVars>
      </dgm:prSet>
      <dgm:spPr/>
    </dgm:pt>
    <dgm:pt modelId="{37FA9A51-74BF-4D73-B2BF-30552C3508F9}" type="pres">
      <dgm:prSet presAssocID="{C1E23E3A-716A-4EB3-BE13-EEA9D0F93A82}" presName="desTx" presStyleLbl="alignAccFollowNode1" presStyleIdx="2" presStyleCnt="4">
        <dgm:presLayoutVars>
          <dgm:bulletEnabled val="1"/>
        </dgm:presLayoutVars>
      </dgm:prSet>
      <dgm:spPr/>
    </dgm:pt>
    <dgm:pt modelId="{972F9FE8-C37A-4011-AC3B-E7843EE74ADD}" type="pres">
      <dgm:prSet presAssocID="{15D04AFE-F8AF-4981-8C3C-854B0B91DCBF}" presName="space" presStyleCnt="0"/>
      <dgm:spPr/>
    </dgm:pt>
    <dgm:pt modelId="{ACCF7E4C-9067-47DD-B950-63ABF67103E2}" type="pres">
      <dgm:prSet presAssocID="{33A25CC3-D077-46A2-89C9-8E54CF4A51C8}" presName="composite" presStyleCnt="0"/>
      <dgm:spPr/>
    </dgm:pt>
    <dgm:pt modelId="{BB70F848-66E0-45F6-8A18-CB891274AECF}" type="pres">
      <dgm:prSet presAssocID="{33A25CC3-D077-46A2-89C9-8E54CF4A51C8}" presName="parTx" presStyleLbl="alignNode1" presStyleIdx="3" presStyleCnt="4">
        <dgm:presLayoutVars>
          <dgm:chMax val="0"/>
          <dgm:chPref val="0"/>
          <dgm:bulletEnabled val="1"/>
        </dgm:presLayoutVars>
      </dgm:prSet>
      <dgm:spPr/>
    </dgm:pt>
    <dgm:pt modelId="{FD5F6C4B-13D3-47F4-A184-178A500000DE}" type="pres">
      <dgm:prSet presAssocID="{33A25CC3-D077-46A2-89C9-8E54CF4A51C8}" presName="desTx" presStyleLbl="alignAccFollowNode1" presStyleIdx="3" presStyleCnt="4">
        <dgm:presLayoutVars>
          <dgm:bulletEnabled val="1"/>
        </dgm:presLayoutVars>
      </dgm:prSet>
      <dgm:spPr/>
    </dgm:pt>
  </dgm:ptLst>
  <dgm:cxnLst>
    <dgm:cxn modelId="{AEB0CF06-DF7B-4E98-81F8-B5707986B943}" srcId="{7728FEB3-1153-4FD2-92C8-F658DCAF8CC8}" destId="{81C77092-A613-45BA-97B8-DFE6E55E8ABF}" srcOrd="1" destOrd="0" parTransId="{7C76CCF9-F418-450C-B32C-501F16FD8706}" sibTransId="{807F191F-05B7-4215-98EE-FD2B173AA41C}"/>
    <dgm:cxn modelId="{16729408-5F27-42CE-9B30-F95C247C6CD6}" srcId="{C1E23E3A-716A-4EB3-BE13-EEA9D0F93A82}" destId="{DB01A213-E9A4-49FE-BF33-D033A0252ED6}" srcOrd="2" destOrd="0" parTransId="{E201A688-8DBF-4E59-A848-839D6358968A}" sibTransId="{B6190D74-983A-433F-924E-07A5AC3D34D2}"/>
    <dgm:cxn modelId="{1F9C4209-B903-4F20-99AF-9C925365EA21}" type="presOf" srcId="{33A25CC3-D077-46A2-89C9-8E54CF4A51C8}" destId="{BB70F848-66E0-45F6-8A18-CB891274AECF}" srcOrd="0" destOrd="0" presId="urn:microsoft.com/office/officeart/2005/8/layout/hList1"/>
    <dgm:cxn modelId="{E6533B0F-52B6-4608-82C0-C48A833300A6}" type="presOf" srcId="{89B4BDBD-0E13-4761-AA3E-4A1FC1C032C3}" destId="{FD5F6C4B-13D3-47F4-A184-178A500000DE}" srcOrd="0" destOrd="2" presId="urn:microsoft.com/office/officeart/2005/8/layout/hList1"/>
    <dgm:cxn modelId="{89D16111-D6EB-463D-81FA-5ED81515471A}" srcId="{986C0969-536B-46FC-8138-48D62C5A357B}" destId="{248A50C6-E994-40DC-947E-A4529AE9DC40}" srcOrd="3" destOrd="0" parTransId="{DD5A623B-ADFF-449F-A5E2-8E7DD912CC0E}" sibTransId="{A08B7858-BD67-4455-B5C7-E5D26D395827}"/>
    <dgm:cxn modelId="{A850C812-AF3A-4E43-A652-F5C86C93784C}" type="presOf" srcId="{8E737B9E-E170-4C8A-BE37-FDA632B3F4E3}" destId="{59E56641-9079-4138-B1C4-785F4826431E}" srcOrd="0" destOrd="0" presId="urn:microsoft.com/office/officeart/2005/8/layout/hList1"/>
    <dgm:cxn modelId="{19E28516-83D3-4836-BC3C-73C3EE82D57C}" srcId="{33A25CC3-D077-46A2-89C9-8E54CF4A51C8}" destId="{0CE81E46-00F9-4A60-8671-2CD19924EC30}" srcOrd="1" destOrd="0" parTransId="{80808543-F2EB-4FE6-A510-F17C8468940C}" sibTransId="{57AA001A-E152-47E8-A37D-A10F901EA8BD}"/>
    <dgm:cxn modelId="{C7C9B11A-A890-4DD7-80E5-219DFB758732}" srcId="{67759765-2B3B-4E82-B615-FC152C98567F}" destId="{33A25CC3-D077-46A2-89C9-8E54CF4A51C8}" srcOrd="3" destOrd="0" parTransId="{D0D38268-A630-4DBE-B6C8-60B0C11C6845}" sibTransId="{E9E9C975-9A3A-4E1A-B770-D00DDA81D1C5}"/>
    <dgm:cxn modelId="{3D368A2B-9C6D-41B6-9704-A934F911F0A5}" type="presOf" srcId="{632D09E8-F892-48EB-8E79-026C8D44BE11}" destId="{0396A8E3-4E02-4836-A788-99B0FC836211}" srcOrd="0" destOrd="0" presId="urn:microsoft.com/office/officeart/2005/8/layout/hList1"/>
    <dgm:cxn modelId="{533DF62C-3B8E-4F39-9E60-DD7C6073B095}" type="presOf" srcId="{C1E23E3A-716A-4EB3-BE13-EEA9D0F93A82}" destId="{75F030D8-D08A-4E42-A491-D85844458CE4}" srcOrd="0" destOrd="0" presId="urn:microsoft.com/office/officeart/2005/8/layout/hList1"/>
    <dgm:cxn modelId="{7BEB722F-AAF3-4792-BB0C-6BD5994F8D2B}" srcId="{986C0969-536B-46FC-8138-48D62C5A357B}" destId="{632D09E8-F892-48EB-8E79-026C8D44BE11}" srcOrd="0" destOrd="0" parTransId="{B2423AAB-DE66-4F22-81C3-E5A587201BEA}" sibTransId="{6AF343F5-B226-42D2-9488-BDBBEBCA6EAB}"/>
    <dgm:cxn modelId="{D684E33B-D6C7-4D01-BA15-EF77CECBD690}" type="presOf" srcId="{986C0969-536B-46FC-8138-48D62C5A357B}" destId="{707A9C64-8DBE-4F7B-9FE3-8673F26EAD59}" srcOrd="0" destOrd="0" presId="urn:microsoft.com/office/officeart/2005/8/layout/hList1"/>
    <dgm:cxn modelId="{1D92703C-4B29-41B1-AE55-EADF12437BC2}" type="presOf" srcId="{A0E0AC12-6E10-445D-B002-07824B01A13A}" destId="{FD5F6C4B-13D3-47F4-A184-178A500000DE}" srcOrd="0" destOrd="0" presId="urn:microsoft.com/office/officeart/2005/8/layout/hList1"/>
    <dgm:cxn modelId="{16529260-2C62-409B-859D-FC7C1DC188C0}" type="presOf" srcId="{7728FEB3-1153-4FD2-92C8-F658DCAF8CC8}" destId="{E37590C3-BBF7-4629-B539-C53BB24844F6}" srcOrd="0" destOrd="0" presId="urn:microsoft.com/office/officeart/2005/8/layout/hList1"/>
    <dgm:cxn modelId="{CD119C43-A59C-478D-AA66-56002A8674E8}" srcId="{C1E23E3A-716A-4EB3-BE13-EEA9D0F93A82}" destId="{CBE37398-BA9F-46CD-BDC8-AD5A45F55964}" srcOrd="0" destOrd="0" parTransId="{80E3750F-6A3A-4751-9D5B-F83385D455FA}" sibTransId="{6D0D7F73-D3C5-49DD-B79E-0D76E2135059}"/>
    <dgm:cxn modelId="{38747645-DD95-44A6-AD1C-A37687C80204}" type="presOf" srcId="{0CE81E46-00F9-4A60-8671-2CD19924EC30}" destId="{FD5F6C4B-13D3-47F4-A184-178A500000DE}" srcOrd="0" destOrd="1" presId="urn:microsoft.com/office/officeart/2005/8/layout/hList1"/>
    <dgm:cxn modelId="{B0EE5665-908E-4608-B5A8-68C51777EDB1}" type="presOf" srcId="{8BE31C2B-304D-46C0-9B94-3A2A3A87E5A1}" destId="{37FA9A51-74BF-4D73-B2BF-30552C3508F9}" srcOrd="0" destOrd="3" presId="urn:microsoft.com/office/officeart/2005/8/layout/hList1"/>
    <dgm:cxn modelId="{5C1A624A-80A7-423C-93BA-D423EBB0B1B0}" srcId="{986C0969-536B-46FC-8138-48D62C5A357B}" destId="{18D365CA-FA4D-4C3E-B814-2941E4343DA1}" srcOrd="2" destOrd="0" parTransId="{9464180A-4927-4CB8-A836-25C6A34CE1CA}" sibTransId="{69A185B9-49C1-4809-83E7-B323086CBE66}"/>
    <dgm:cxn modelId="{74EB0A6C-3322-48EC-BFCF-208DC1C53C28}" srcId="{33A25CC3-D077-46A2-89C9-8E54CF4A51C8}" destId="{2C194B81-D6AB-4CCD-A5E8-10754AAF1099}" srcOrd="3" destOrd="0" parTransId="{F98D7883-E83D-48EF-B7A1-4CA9E63F26C8}" sibTransId="{4DADAD83-7C66-460B-98E3-E71A7DD6FEDA}"/>
    <dgm:cxn modelId="{C4437E70-79A1-4917-86A6-FFCDB0159F8A}" type="presOf" srcId="{DB01A213-E9A4-49FE-BF33-D033A0252ED6}" destId="{37FA9A51-74BF-4D73-B2BF-30552C3508F9}" srcOrd="0" destOrd="2" presId="urn:microsoft.com/office/officeart/2005/8/layout/hList1"/>
    <dgm:cxn modelId="{83D68750-36B7-4E87-8A54-67CE75FDE39B}" type="presOf" srcId="{AA22A586-ADAB-46E4-8C46-52FF7ED62D57}" destId="{37FA9A51-74BF-4D73-B2BF-30552C3508F9}" srcOrd="0" destOrd="1" presId="urn:microsoft.com/office/officeart/2005/8/layout/hList1"/>
    <dgm:cxn modelId="{9E13E171-7E5F-45F4-B911-40FD10CAAD7E}" type="presOf" srcId="{248A50C6-E994-40DC-947E-A4529AE9DC40}" destId="{0396A8E3-4E02-4836-A788-99B0FC836211}" srcOrd="0" destOrd="3" presId="urn:microsoft.com/office/officeart/2005/8/layout/hList1"/>
    <dgm:cxn modelId="{4D492176-08BF-456C-8136-6AEBF2242173}" type="presOf" srcId="{CBE37398-BA9F-46CD-BDC8-AD5A45F55964}" destId="{37FA9A51-74BF-4D73-B2BF-30552C3508F9}" srcOrd="0" destOrd="0" presId="urn:microsoft.com/office/officeart/2005/8/layout/hList1"/>
    <dgm:cxn modelId="{75457E8A-3737-47DB-BB5E-CB09A32357B6}" type="presOf" srcId="{8D8E71AC-359A-4F28-90CE-120BAE5BA495}" destId="{0396A8E3-4E02-4836-A788-99B0FC836211}" srcOrd="0" destOrd="1" presId="urn:microsoft.com/office/officeart/2005/8/layout/hList1"/>
    <dgm:cxn modelId="{377CBC91-98E0-4B92-80D9-D8B9D32FC68D}" srcId="{C1E23E3A-716A-4EB3-BE13-EEA9D0F93A82}" destId="{AA22A586-ADAB-46E4-8C46-52FF7ED62D57}" srcOrd="1" destOrd="0" parTransId="{35654DB0-D0D0-40D6-93BB-6C1680E0052A}" sibTransId="{05C8AFA3-AB42-47FE-8AF9-CE5944F15B55}"/>
    <dgm:cxn modelId="{0F5EE998-8862-40CA-9CAF-1E6C8D570559}" srcId="{7728FEB3-1153-4FD2-92C8-F658DCAF8CC8}" destId="{8E737B9E-E170-4C8A-BE37-FDA632B3F4E3}" srcOrd="0" destOrd="0" parTransId="{CAFB95EE-3A4C-4BCE-A44F-2A9EA76F510E}" sibTransId="{FC8779DA-F3EA-4EDE-8360-46776FE39720}"/>
    <dgm:cxn modelId="{8B23319A-07A6-436E-82A1-187D2E529578}" type="presOf" srcId="{67759765-2B3B-4E82-B615-FC152C98567F}" destId="{7BD65447-0656-414F-B6BD-9E93F681BA1D}" srcOrd="0" destOrd="0" presId="urn:microsoft.com/office/officeart/2005/8/layout/hList1"/>
    <dgm:cxn modelId="{6BA9719B-F035-44A0-B1BB-973F9036363D}" type="presOf" srcId="{18D365CA-FA4D-4C3E-B814-2941E4343DA1}" destId="{0396A8E3-4E02-4836-A788-99B0FC836211}" srcOrd="0" destOrd="2" presId="urn:microsoft.com/office/officeart/2005/8/layout/hList1"/>
    <dgm:cxn modelId="{8B47479D-BE1B-4573-8119-136B8EAED4A5}" srcId="{C1E23E3A-716A-4EB3-BE13-EEA9D0F93A82}" destId="{8BE31C2B-304D-46C0-9B94-3A2A3A87E5A1}" srcOrd="3" destOrd="0" parTransId="{87EC072D-DD74-4F50-8377-7DBC238E26EC}" sibTransId="{2EEBB750-1273-4E3D-9FFC-CD7E903FE5DC}"/>
    <dgm:cxn modelId="{0A44CCA2-ACFA-4390-853D-41F460EA9E59}" type="presOf" srcId="{81C77092-A613-45BA-97B8-DFE6E55E8ABF}" destId="{59E56641-9079-4138-B1C4-785F4826431E}" srcOrd="0" destOrd="1" presId="urn:microsoft.com/office/officeart/2005/8/layout/hList1"/>
    <dgm:cxn modelId="{F49251C0-C3C6-4964-842E-18DFD17090FE}" srcId="{67759765-2B3B-4E82-B615-FC152C98567F}" destId="{7728FEB3-1153-4FD2-92C8-F658DCAF8CC8}" srcOrd="0" destOrd="0" parTransId="{7DF7777E-75C8-4BD0-96D0-567FA125FC5A}" sibTransId="{65B424C6-9824-422B-9490-1BAE79FAA538}"/>
    <dgm:cxn modelId="{4189B0D1-CBAD-4191-AB86-9DFD8F7C8C73}" srcId="{33A25CC3-D077-46A2-89C9-8E54CF4A51C8}" destId="{89B4BDBD-0E13-4761-AA3E-4A1FC1C032C3}" srcOrd="2" destOrd="0" parTransId="{AD09334A-6526-42A1-ADB8-653956670230}" sibTransId="{9DFBF93E-CC54-44FE-98E9-7A009D7182EE}"/>
    <dgm:cxn modelId="{4360C8D1-0BF8-48F9-BE91-D8105296E2F1}" type="presOf" srcId="{2C194B81-D6AB-4CCD-A5E8-10754AAF1099}" destId="{FD5F6C4B-13D3-47F4-A184-178A500000DE}" srcOrd="0" destOrd="3" presId="urn:microsoft.com/office/officeart/2005/8/layout/hList1"/>
    <dgm:cxn modelId="{C7CACAD1-DF88-4A42-929D-CAB41079BA70}" srcId="{33A25CC3-D077-46A2-89C9-8E54CF4A51C8}" destId="{A0E0AC12-6E10-445D-B002-07824B01A13A}" srcOrd="0" destOrd="0" parTransId="{5363FE4B-3C4A-4628-AA6E-49CCABF4F3A2}" sibTransId="{DF1B496D-45CC-4918-8F52-1CEA96489A58}"/>
    <dgm:cxn modelId="{108693D6-E050-4909-B7AE-6C9C85280ACD}" srcId="{7728FEB3-1153-4FD2-92C8-F658DCAF8CC8}" destId="{28C5D77D-FC1F-457E-89EA-02BA2DEA17F2}" srcOrd="2" destOrd="0" parTransId="{BDAB40A4-969E-4686-A2EE-3D395D957B4E}" sibTransId="{82F28C12-8FD7-4423-B0CF-5DD7742530D6}"/>
    <dgm:cxn modelId="{996EF9DE-5768-4A01-A125-F4E49CDF761D}" srcId="{67759765-2B3B-4E82-B615-FC152C98567F}" destId="{986C0969-536B-46FC-8138-48D62C5A357B}" srcOrd="1" destOrd="0" parTransId="{BB733737-B7CC-404E-87DB-3C4943098291}" sibTransId="{B6CA35F4-C416-46BF-8656-D22372B15388}"/>
    <dgm:cxn modelId="{E44D57EC-5125-4F97-A6E4-33BCE419BCBA}" type="presOf" srcId="{28C5D77D-FC1F-457E-89EA-02BA2DEA17F2}" destId="{59E56641-9079-4138-B1C4-785F4826431E}" srcOrd="0" destOrd="2" presId="urn:microsoft.com/office/officeart/2005/8/layout/hList1"/>
    <dgm:cxn modelId="{460FC0F6-34D9-4F29-893C-70BB561568F6}" srcId="{986C0969-536B-46FC-8138-48D62C5A357B}" destId="{8D8E71AC-359A-4F28-90CE-120BAE5BA495}" srcOrd="1" destOrd="0" parTransId="{0E1ED6A8-9CB4-4489-B55F-A46975BB1314}" sibTransId="{12150A27-39D1-4FD6-A08F-A634FB845898}"/>
    <dgm:cxn modelId="{DEE4C8FF-F02B-4DF8-AB35-D06EAC3FB584}" srcId="{67759765-2B3B-4E82-B615-FC152C98567F}" destId="{C1E23E3A-716A-4EB3-BE13-EEA9D0F93A82}" srcOrd="2" destOrd="0" parTransId="{B9D5BEF6-0830-4554-8588-1BD2B46955FC}" sibTransId="{15D04AFE-F8AF-4981-8C3C-854B0B91DCBF}"/>
    <dgm:cxn modelId="{717DA362-B61E-4094-8206-0A56529C8567}" type="presParOf" srcId="{7BD65447-0656-414F-B6BD-9E93F681BA1D}" destId="{51769B51-AA21-42D5-B6A5-1BAF91FDE2FF}" srcOrd="0" destOrd="0" presId="urn:microsoft.com/office/officeart/2005/8/layout/hList1"/>
    <dgm:cxn modelId="{180A9771-4269-474A-B0BD-AFD82461CA2C}" type="presParOf" srcId="{51769B51-AA21-42D5-B6A5-1BAF91FDE2FF}" destId="{E37590C3-BBF7-4629-B539-C53BB24844F6}" srcOrd="0" destOrd="0" presId="urn:microsoft.com/office/officeart/2005/8/layout/hList1"/>
    <dgm:cxn modelId="{625F3D6D-1BCD-4AE5-AF28-945D1B509D86}" type="presParOf" srcId="{51769B51-AA21-42D5-B6A5-1BAF91FDE2FF}" destId="{59E56641-9079-4138-B1C4-785F4826431E}" srcOrd="1" destOrd="0" presId="urn:microsoft.com/office/officeart/2005/8/layout/hList1"/>
    <dgm:cxn modelId="{7F039DA0-8799-4815-A09E-C5105805D0FA}" type="presParOf" srcId="{7BD65447-0656-414F-B6BD-9E93F681BA1D}" destId="{410D67C4-1298-45D3-890B-91EA5EBAB109}" srcOrd="1" destOrd="0" presId="urn:microsoft.com/office/officeart/2005/8/layout/hList1"/>
    <dgm:cxn modelId="{19522B85-A40B-4FD2-82DA-C524E04E24ED}" type="presParOf" srcId="{7BD65447-0656-414F-B6BD-9E93F681BA1D}" destId="{DF076CE6-14B7-4FCB-8A75-0E06B0539CA9}" srcOrd="2" destOrd="0" presId="urn:microsoft.com/office/officeart/2005/8/layout/hList1"/>
    <dgm:cxn modelId="{CA361297-7A17-4B61-A22C-1A0563AD83C1}" type="presParOf" srcId="{DF076CE6-14B7-4FCB-8A75-0E06B0539CA9}" destId="{707A9C64-8DBE-4F7B-9FE3-8673F26EAD59}" srcOrd="0" destOrd="0" presId="urn:microsoft.com/office/officeart/2005/8/layout/hList1"/>
    <dgm:cxn modelId="{0C993021-DE54-43E3-94BB-A04886864380}" type="presParOf" srcId="{DF076CE6-14B7-4FCB-8A75-0E06B0539CA9}" destId="{0396A8E3-4E02-4836-A788-99B0FC836211}" srcOrd="1" destOrd="0" presId="urn:microsoft.com/office/officeart/2005/8/layout/hList1"/>
    <dgm:cxn modelId="{C4E4DBB2-D92C-4A93-B4B8-E5C5FF7A7EDA}" type="presParOf" srcId="{7BD65447-0656-414F-B6BD-9E93F681BA1D}" destId="{226790F6-8CAB-4F67-935D-B724AD105547}" srcOrd="3" destOrd="0" presId="urn:microsoft.com/office/officeart/2005/8/layout/hList1"/>
    <dgm:cxn modelId="{84D37C79-4452-4FAA-8C1F-D6DE8678F392}" type="presParOf" srcId="{7BD65447-0656-414F-B6BD-9E93F681BA1D}" destId="{7BA8C8CC-5223-44BB-8B1B-F03A48D2B234}" srcOrd="4" destOrd="0" presId="urn:microsoft.com/office/officeart/2005/8/layout/hList1"/>
    <dgm:cxn modelId="{9BF7BFBF-7671-4A17-971D-2E85EBEC9B66}" type="presParOf" srcId="{7BA8C8CC-5223-44BB-8B1B-F03A48D2B234}" destId="{75F030D8-D08A-4E42-A491-D85844458CE4}" srcOrd="0" destOrd="0" presId="urn:microsoft.com/office/officeart/2005/8/layout/hList1"/>
    <dgm:cxn modelId="{ACB55E7C-5FEE-49CE-96C6-2F573AD28EBD}" type="presParOf" srcId="{7BA8C8CC-5223-44BB-8B1B-F03A48D2B234}" destId="{37FA9A51-74BF-4D73-B2BF-30552C3508F9}" srcOrd="1" destOrd="0" presId="urn:microsoft.com/office/officeart/2005/8/layout/hList1"/>
    <dgm:cxn modelId="{C6649B7C-DFFE-4D38-A6D1-A8268CDC5131}" type="presParOf" srcId="{7BD65447-0656-414F-B6BD-9E93F681BA1D}" destId="{972F9FE8-C37A-4011-AC3B-E7843EE74ADD}" srcOrd="5" destOrd="0" presId="urn:microsoft.com/office/officeart/2005/8/layout/hList1"/>
    <dgm:cxn modelId="{011C37F8-BD70-4E1A-B2BF-824A16F5F861}" type="presParOf" srcId="{7BD65447-0656-414F-B6BD-9E93F681BA1D}" destId="{ACCF7E4C-9067-47DD-B950-63ABF67103E2}" srcOrd="6" destOrd="0" presId="urn:microsoft.com/office/officeart/2005/8/layout/hList1"/>
    <dgm:cxn modelId="{747F0CD9-B333-4855-ABCB-52FE69FAE648}" type="presParOf" srcId="{ACCF7E4C-9067-47DD-B950-63ABF67103E2}" destId="{BB70F848-66E0-45F6-8A18-CB891274AECF}" srcOrd="0" destOrd="0" presId="urn:microsoft.com/office/officeart/2005/8/layout/hList1"/>
    <dgm:cxn modelId="{F040E37A-2E1A-4341-9E50-D6EC4F860233}" type="presParOf" srcId="{ACCF7E4C-9067-47DD-B950-63ABF67103E2}" destId="{FD5F6C4B-13D3-47F4-A184-178A500000DE}"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11509C8-580A-4A61-AFEF-440436C6A434}" type="doc">
      <dgm:prSet loTypeId="urn:microsoft.com/office/officeart/2005/8/layout/process5" loCatId="process" qsTypeId="urn:microsoft.com/office/officeart/2005/8/quickstyle/simple1" qsCatId="simple" csTypeId="urn:microsoft.com/office/officeart/2005/8/colors/accent1_2" csCatId="accent1" phldr="1"/>
      <dgm:spPr/>
      <dgm:t>
        <a:bodyPr/>
        <a:lstStyle/>
        <a:p>
          <a:endParaRPr lang="zh-TW" altLang="en-US"/>
        </a:p>
      </dgm:t>
    </dgm:pt>
    <dgm:pt modelId="{5951BB6F-E710-4AA1-AA7A-6DBB61A4456F}">
      <dgm:prSet phldrT="[文字]"/>
      <dgm:spPr/>
      <dgm:t>
        <a:bodyPr/>
        <a:lstStyle/>
        <a:p>
          <a:pPr>
            <a:buNone/>
          </a:pPr>
          <a:r>
            <a:rPr lang="zh-TW" dirty="0"/>
            <a:t>裁判結果分布不均</a:t>
          </a:r>
          <a:endParaRPr lang="zh-TW" altLang="en-US" dirty="0"/>
        </a:p>
      </dgm:t>
    </dgm:pt>
    <dgm:pt modelId="{E525B05E-BB04-4B11-96A4-5AFEB0A4A8FF}" type="parTrans" cxnId="{CF7151E7-470D-4B06-BB42-5701CDC856E1}">
      <dgm:prSet/>
      <dgm:spPr/>
      <dgm:t>
        <a:bodyPr/>
        <a:lstStyle/>
        <a:p>
          <a:endParaRPr lang="zh-TW" altLang="en-US"/>
        </a:p>
      </dgm:t>
    </dgm:pt>
    <dgm:pt modelId="{8AE635B6-605D-4D77-8AE3-94D495BCD9F9}" type="sibTrans" cxnId="{CF7151E7-470D-4B06-BB42-5701CDC856E1}">
      <dgm:prSet/>
      <dgm:spPr/>
      <dgm:t>
        <a:bodyPr/>
        <a:lstStyle/>
        <a:p>
          <a:endParaRPr lang="zh-TW" altLang="en-US"/>
        </a:p>
      </dgm:t>
    </dgm:pt>
    <dgm:pt modelId="{DA61B819-F149-408E-B798-816269A4F338}">
      <dgm:prSet phldrT="[文字]"/>
      <dgm:spPr/>
      <dgm:t>
        <a:bodyPr/>
        <a:lstStyle/>
        <a:p>
          <a:pPr>
            <a:buNone/>
          </a:pPr>
          <a:r>
            <a:rPr lang="zh-TW" dirty="0"/>
            <a:t>模型傾向預測多數類別</a:t>
          </a:r>
          <a:endParaRPr lang="zh-TW" altLang="en-US" dirty="0"/>
        </a:p>
      </dgm:t>
    </dgm:pt>
    <dgm:pt modelId="{BAB0BF57-A6C6-4CA5-B96C-70AFCC567338}" type="parTrans" cxnId="{75D999EC-B556-483C-A9B7-A8BC9E002108}">
      <dgm:prSet/>
      <dgm:spPr/>
      <dgm:t>
        <a:bodyPr/>
        <a:lstStyle/>
        <a:p>
          <a:endParaRPr lang="zh-TW" altLang="en-US"/>
        </a:p>
      </dgm:t>
    </dgm:pt>
    <dgm:pt modelId="{262956C6-884D-4D53-A0C5-91217265EECD}" type="sibTrans" cxnId="{75D999EC-B556-483C-A9B7-A8BC9E002108}">
      <dgm:prSet/>
      <dgm:spPr/>
      <dgm:t>
        <a:bodyPr/>
        <a:lstStyle/>
        <a:p>
          <a:endParaRPr lang="zh-TW" altLang="en-US"/>
        </a:p>
      </dgm:t>
    </dgm:pt>
    <dgm:pt modelId="{DFD28F80-D93B-4393-A2B9-DE47C040AB46}">
      <dgm:prSet phldrT="[文字]"/>
      <dgm:spPr/>
      <dgm:t>
        <a:bodyPr/>
        <a:lstStyle/>
        <a:p>
          <a:pPr>
            <a:buNone/>
          </a:pPr>
          <a:r>
            <a:rPr lang="zh-TW" dirty="0"/>
            <a:t>Accuracy 看似不錯</a:t>
          </a:r>
          <a:endParaRPr lang="zh-TW" altLang="en-US" dirty="0"/>
        </a:p>
      </dgm:t>
    </dgm:pt>
    <dgm:pt modelId="{D8683C1F-A3D6-4BA3-A69E-4EFC286F189B}" type="parTrans" cxnId="{CB671040-98C4-4892-9FE0-EA90A6A43B4E}">
      <dgm:prSet/>
      <dgm:spPr/>
      <dgm:t>
        <a:bodyPr/>
        <a:lstStyle/>
        <a:p>
          <a:endParaRPr lang="zh-TW" altLang="en-US"/>
        </a:p>
      </dgm:t>
    </dgm:pt>
    <dgm:pt modelId="{FC3BBBE1-7677-4894-947F-9EB34774DF7E}" type="sibTrans" cxnId="{CB671040-98C4-4892-9FE0-EA90A6A43B4E}">
      <dgm:prSet/>
      <dgm:spPr/>
      <dgm:t>
        <a:bodyPr/>
        <a:lstStyle/>
        <a:p>
          <a:endParaRPr lang="zh-TW" altLang="en-US"/>
        </a:p>
      </dgm:t>
    </dgm:pt>
    <dgm:pt modelId="{7841A7BB-83E5-42A1-9929-4B6E6B2DCF9F}">
      <dgm:prSet phldrT="[文字]"/>
      <dgm:spPr/>
      <dgm:t>
        <a:bodyPr/>
        <a:lstStyle/>
        <a:p>
          <a:pPr>
            <a:buNone/>
          </a:pPr>
          <a:r>
            <a:rPr lang="zh-TW" dirty="0"/>
            <a:t>少數類別辨識被掩蓋</a:t>
          </a:r>
          <a:endParaRPr lang="zh-TW" altLang="en-US" dirty="0"/>
        </a:p>
      </dgm:t>
    </dgm:pt>
    <dgm:pt modelId="{4BF180A3-57C9-42B7-B332-940BA2D575C4}" type="parTrans" cxnId="{2FF01955-4C73-432A-8FFA-80248AADEFDC}">
      <dgm:prSet/>
      <dgm:spPr/>
      <dgm:t>
        <a:bodyPr/>
        <a:lstStyle/>
        <a:p>
          <a:endParaRPr lang="zh-TW" altLang="en-US"/>
        </a:p>
      </dgm:t>
    </dgm:pt>
    <dgm:pt modelId="{EFF8BCCD-4230-49B2-AF93-5EFACBCB14A9}" type="sibTrans" cxnId="{2FF01955-4C73-432A-8FFA-80248AADEFDC}">
      <dgm:prSet/>
      <dgm:spPr/>
      <dgm:t>
        <a:bodyPr/>
        <a:lstStyle/>
        <a:p>
          <a:endParaRPr lang="zh-TW" altLang="en-US"/>
        </a:p>
      </dgm:t>
    </dgm:pt>
    <dgm:pt modelId="{F8B0157E-EE01-4823-9A55-AE12F8DF303C}" type="pres">
      <dgm:prSet presAssocID="{211509C8-580A-4A61-AFEF-440436C6A434}" presName="diagram" presStyleCnt="0">
        <dgm:presLayoutVars>
          <dgm:dir/>
          <dgm:resizeHandles val="exact"/>
        </dgm:presLayoutVars>
      </dgm:prSet>
      <dgm:spPr/>
    </dgm:pt>
    <dgm:pt modelId="{9FA3B3E8-96A8-4727-94AF-8B97996B7368}" type="pres">
      <dgm:prSet presAssocID="{5951BB6F-E710-4AA1-AA7A-6DBB61A4456F}" presName="node" presStyleLbl="node1" presStyleIdx="0" presStyleCnt="4">
        <dgm:presLayoutVars>
          <dgm:bulletEnabled val="1"/>
        </dgm:presLayoutVars>
      </dgm:prSet>
      <dgm:spPr/>
    </dgm:pt>
    <dgm:pt modelId="{51E4235B-1466-48B9-8B66-E07F125BD8B9}" type="pres">
      <dgm:prSet presAssocID="{8AE635B6-605D-4D77-8AE3-94D495BCD9F9}" presName="sibTrans" presStyleLbl="sibTrans2D1" presStyleIdx="0" presStyleCnt="3"/>
      <dgm:spPr/>
    </dgm:pt>
    <dgm:pt modelId="{A84F5EA3-000A-45F1-9CC7-07C29CB5BE82}" type="pres">
      <dgm:prSet presAssocID="{8AE635B6-605D-4D77-8AE3-94D495BCD9F9}" presName="connectorText" presStyleLbl="sibTrans2D1" presStyleIdx="0" presStyleCnt="3"/>
      <dgm:spPr/>
    </dgm:pt>
    <dgm:pt modelId="{192A53E8-FD94-4FA4-809D-884AA8B3642B}" type="pres">
      <dgm:prSet presAssocID="{DA61B819-F149-408E-B798-816269A4F338}" presName="node" presStyleLbl="node1" presStyleIdx="1" presStyleCnt="4">
        <dgm:presLayoutVars>
          <dgm:bulletEnabled val="1"/>
        </dgm:presLayoutVars>
      </dgm:prSet>
      <dgm:spPr/>
    </dgm:pt>
    <dgm:pt modelId="{30A39DD1-E7B2-4697-98AB-31EE66847542}" type="pres">
      <dgm:prSet presAssocID="{262956C6-884D-4D53-A0C5-91217265EECD}" presName="sibTrans" presStyleLbl="sibTrans2D1" presStyleIdx="1" presStyleCnt="3"/>
      <dgm:spPr/>
    </dgm:pt>
    <dgm:pt modelId="{DB7E8948-1E8D-46DD-8917-AFCE4A496D1C}" type="pres">
      <dgm:prSet presAssocID="{262956C6-884D-4D53-A0C5-91217265EECD}" presName="connectorText" presStyleLbl="sibTrans2D1" presStyleIdx="1" presStyleCnt="3"/>
      <dgm:spPr/>
    </dgm:pt>
    <dgm:pt modelId="{CB997F64-0776-4A65-B237-AF5119BCEB57}" type="pres">
      <dgm:prSet presAssocID="{DFD28F80-D93B-4393-A2B9-DE47C040AB46}" presName="node" presStyleLbl="node1" presStyleIdx="2" presStyleCnt="4">
        <dgm:presLayoutVars>
          <dgm:bulletEnabled val="1"/>
        </dgm:presLayoutVars>
      </dgm:prSet>
      <dgm:spPr/>
    </dgm:pt>
    <dgm:pt modelId="{177AD940-1847-45DF-8295-0E6A6C10E994}" type="pres">
      <dgm:prSet presAssocID="{FC3BBBE1-7677-4894-947F-9EB34774DF7E}" presName="sibTrans" presStyleLbl="sibTrans2D1" presStyleIdx="2" presStyleCnt="3"/>
      <dgm:spPr/>
    </dgm:pt>
    <dgm:pt modelId="{A6007BF3-72B1-4669-AB13-745C9AC46919}" type="pres">
      <dgm:prSet presAssocID="{FC3BBBE1-7677-4894-947F-9EB34774DF7E}" presName="connectorText" presStyleLbl="sibTrans2D1" presStyleIdx="2" presStyleCnt="3"/>
      <dgm:spPr/>
    </dgm:pt>
    <dgm:pt modelId="{A12C555C-9E2A-4384-BE20-0F1ED6C33C0A}" type="pres">
      <dgm:prSet presAssocID="{7841A7BB-83E5-42A1-9929-4B6E6B2DCF9F}" presName="node" presStyleLbl="node1" presStyleIdx="3" presStyleCnt="4">
        <dgm:presLayoutVars>
          <dgm:bulletEnabled val="1"/>
        </dgm:presLayoutVars>
      </dgm:prSet>
      <dgm:spPr/>
    </dgm:pt>
  </dgm:ptLst>
  <dgm:cxnLst>
    <dgm:cxn modelId="{CD7AAE1E-4AA8-434D-9487-3FC91FAA2AAC}" type="presOf" srcId="{262956C6-884D-4D53-A0C5-91217265EECD}" destId="{30A39DD1-E7B2-4697-98AB-31EE66847542}" srcOrd="0" destOrd="0" presId="urn:microsoft.com/office/officeart/2005/8/layout/process5"/>
    <dgm:cxn modelId="{17BC423E-179D-4E57-80B1-E435E5C58D8A}" type="presOf" srcId="{8AE635B6-605D-4D77-8AE3-94D495BCD9F9}" destId="{A84F5EA3-000A-45F1-9CC7-07C29CB5BE82}" srcOrd="1" destOrd="0" presId="urn:microsoft.com/office/officeart/2005/8/layout/process5"/>
    <dgm:cxn modelId="{CB671040-98C4-4892-9FE0-EA90A6A43B4E}" srcId="{211509C8-580A-4A61-AFEF-440436C6A434}" destId="{DFD28F80-D93B-4393-A2B9-DE47C040AB46}" srcOrd="2" destOrd="0" parTransId="{D8683C1F-A3D6-4BA3-A69E-4EFC286F189B}" sibTransId="{FC3BBBE1-7677-4894-947F-9EB34774DF7E}"/>
    <dgm:cxn modelId="{18B81C5F-CD07-43AC-BC2C-22AA6460BE85}" type="presOf" srcId="{8AE635B6-605D-4D77-8AE3-94D495BCD9F9}" destId="{51E4235B-1466-48B9-8B66-E07F125BD8B9}" srcOrd="0" destOrd="0" presId="urn:microsoft.com/office/officeart/2005/8/layout/process5"/>
    <dgm:cxn modelId="{ACAE9A68-1B66-41C0-9EA4-589CB9DBF368}" type="presOf" srcId="{7841A7BB-83E5-42A1-9929-4B6E6B2DCF9F}" destId="{A12C555C-9E2A-4384-BE20-0F1ED6C33C0A}" srcOrd="0" destOrd="0" presId="urn:microsoft.com/office/officeart/2005/8/layout/process5"/>
    <dgm:cxn modelId="{2FF01955-4C73-432A-8FFA-80248AADEFDC}" srcId="{211509C8-580A-4A61-AFEF-440436C6A434}" destId="{7841A7BB-83E5-42A1-9929-4B6E6B2DCF9F}" srcOrd="3" destOrd="0" parTransId="{4BF180A3-57C9-42B7-B332-940BA2D575C4}" sibTransId="{EFF8BCCD-4230-49B2-AF93-5EFACBCB14A9}"/>
    <dgm:cxn modelId="{B209008B-FA0F-4F67-975E-861103AFA318}" type="presOf" srcId="{FC3BBBE1-7677-4894-947F-9EB34774DF7E}" destId="{A6007BF3-72B1-4669-AB13-745C9AC46919}" srcOrd="1" destOrd="0" presId="urn:microsoft.com/office/officeart/2005/8/layout/process5"/>
    <dgm:cxn modelId="{B199A7C6-85F7-4A7A-B37C-E7287DF783BA}" type="presOf" srcId="{DA61B819-F149-408E-B798-816269A4F338}" destId="{192A53E8-FD94-4FA4-809D-884AA8B3642B}" srcOrd="0" destOrd="0" presId="urn:microsoft.com/office/officeart/2005/8/layout/process5"/>
    <dgm:cxn modelId="{CF24EDD6-E6F2-4FF8-97ED-A659FE2D5259}" type="presOf" srcId="{DFD28F80-D93B-4393-A2B9-DE47C040AB46}" destId="{CB997F64-0776-4A65-B237-AF5119BCEB57}" srcOrd="0" destOrd="0" presId="urn:microsoft.com/office/officeart/2005/8/layout/process5"/>
    <dgm:cxn modelId="{6BF32EDA-8AF9-4195-95B4-78810E3F29F1}" type="presOf" srcId="{211509C8-580A-4A61-AFEF-440436C6A434}" destId="{F8B0157E-EE01-4823-9A55-AE12F8DF303C}" srcOrd="0" destOrd="0" presId="urn:microsoft.com/office/officeart/2005/8/layout/process5"/>
    <dgm:cxn modelId="{7A5705E1-B89B-4132-ACF4-B2E0AE23CD68}" type="presOf" srcId="{5951BB6F-E710-4AA1-AA7A-6DBB61A4456F}" destId="{9FA3B3E8-96A8-4727-94AF-8B97996B7368}" srcOrd="0" destOrd="0" presId="urn:microsoft.com/office/officeart/2005/8/layout/process5"/>
    <dgm:cxn modelId="{CF7151E7-470D-4B06-BB42-5701CDC856E1}" srcId="{211509C8-580A-4A61-AFEF-440436C6A434}" destId="{5951BB6F-E710-4AA1-AA7A-6DBB61A4456F}" srcOrd="0" destOrd="0" parTransId="{E525B05E-BB04-4B11-96A4-5AFEB0A4A8FF}" sibTransId="{8AE635B6-605D-4D77-8AE3-94D495BCD9F9}"/>
    <dgm:cxn modelId="{75D999EC-B556-483C-A9B7-A8BC9E002108}" srcId="{211509C8-580A-4A61-AFEF-440436C6A434}" destId="{DA61B819-F149-408E-B798-816269A4F338}" srcOrd="1" destOrd="0" parTransId="{BAB0BF57-A6C6-4CA5-B96C-70AFCC567338}" sibTransId="{262956C6-884D-4D53-A0C5-91217265EECD}"/>
    <dgm:cxn modelId="{A593D9F7-CF61-4F81-8464-7F9DA8CFDD62}" type="presOf" srcId="{262956C6-884D-4D53-A0C5-91217265EECD}" destId="{DB7E8948-1E8D-46DD-8917-AFCE4A496D1C}" srcOrd="1" destOrd="0" presId="urn:microsoft.com/office/officeart/2005/8/layout/process5"/>
    <dgm:cxn modelId="{87EDF6FC-8DC6-4A2C-92D1-7E06B8F73280}" type="presOf" srcId="{FC3BBBE1-7677-4894-947F-9EB34774DF7E}" destId="{177AD940-1847-45DF-8295-0E6A6C10E994}" srcOrd="0" destOrd="0" presId="urn:microsoft.com/office/officeart/2005/8/layout/process5"/>
    <dgm:cxn modelId="{A68A34BA-8409-466F-9850-881E8AB799EC}" type="presParOf" srcId="{F8B0157E-EE01-4823-9A55-AE12F8DF303C}" destId="{9FA3B3E8-96A8-4727-94AF-8B97996B7368}" srcOrd="0" destOrd="0" presId="urn:microsoft.com/office/officeart/2005/8/layout/process5"/>
    <dgm:cxn modelId="{5A86B374-104A-4DB4-8B75-5119C71C3B67}" type="presParOf" srcId="{F8B0157E-EE01-4823-9A55-AE12F8DF303C}" destId="{51E4235B-1466-48B9-8B66-E07F125BD8B9}" srcOrd="1" destOrd="0" presId="urn:microsoft.com/office/officeart/2005/8/layout/process5"/>
    <dgm:cxn modelId="{94AB695D-DFCE-453A-ADCC-F18689D5D187}" type="presParOf" srcId="{51E4235B-1466-48B9-8B66-E07F125BD8B9}" destId="{A84F5EA3-000A-45F1-9CC7-07C29CB5BE82}" srcOrd="0" destOrd="0" presId="urn:microsoft.com/office/officeart/2005/8/layout/process5"/>
    <dgm:cxn modelId="{5AD05DE1-76D8-4C5A-8DF2-5567A81BF49A}" type="presParOf" srcId="{F8B0157E-EE01-4823-9A55-AE12F8DF303C}" destId="{192A53E8-FD94-4FA4-809D-884AA8B3642B}" srcOrd="2" destOrd="0" presId="urn:microsoft.com/office/officeart/2005/8/layout/process5"/>
    <dgm:cxn modelId="{07A7F94E-85E3-49B7-A64D-6B6DD6758ABA}" type="presParOf" srcId="{F8B0157E-EE01-4823-9A55-AE12F8DF303C}" destId="{30A39DD1-E7B2-4697-98AB-31EE66847542}" srcOrd="3" destOrd="0" presId="urn:microsoft.com/office/officeart/2005/8/layout/process5"/>
    <dgm:cxn modelId="{67F3C935-4E28-412F-ACF5-F21565C6DB32}" type="presParOf" srcId="{30A39DD1-E7B2-4697-98AB-31EE66847542}" destId="{DB7E8948-1E8D-46DD-8917-AFCE4A496D1C}" srcOrd="0" destOrd="0" presId="urn:microsoft.com/office/officeart/2005/8/layout/process5"/>
    <dgm:cxn modelId="{F0B8B224-6E6F-4AE3-96D6-3E512B3EC571}" type="presParOf" srcId="{F8B0157E-EE01-4823-9A55-AE12F8DF303C}" destId="{CB997F64-0776-4A65-B237-AF5119BCEB57}" srcOrd="4" destOrd="0" presId="urn:microsoft.com/office/officeart/2005/8/layout/process5"/>
    <dgm:cxn modelId="{AC06D385-72E5-4B60-A732-1BC62823E5EB}" type="presParOf" srcId="{F8B0157E-EE01-4823-9A55-AE12F8DF303C}" destId="{177AD940-1847-45DF-8295-0E6A6C10E994}" srcOrd="5" destOrd="0" presId="urn:microsoft.com/office/officeart/2005/8/layout/process5"/>
    <dgm:cxn modelId="{C500CCD1-A24E-436E-9CF9-35925F659E99}" type="presParOf" srcId="{177AD940-1847-45DF-8295-0E6A6C10E994}" destId="{A6007BF3-72B1-4669-AB13-745C9AC46919}" srcOrd="0" destOrd="0" presId="urn:microsoft.com/office/officeart/2005/8/layout/process5"/>
    <dgm:cxn modelId="{4574B69A-FEEA-4F9D-9452-4BD615A25BB1}" type="presParOf" srcId="{F8B0157E-EE01-4823-9A55-AE12F8DF303C}" destId="{A12C555C-9E2A-4384-BE20-0F1ED6C33C0A}" srcOrd="6" destOrd="0" presId="urn:microsoft.com/office/officeart/2005/8/layout/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ADACA24-623F-4C7D-ABA2-E7FB332C5D64}"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zh-TW" altLang="en-US"/>
        </a:p>
      </dgm:t>
    </dgm:pt>
    <dgm:pt modelId="{07CFDECC-4A88-461E-87EF-BC2EE2693B15}">
      <dgm:prSet phldrT="[文字]"/>
      <dgm:spPr/>
      <dgm:t>
        <a:bodyPr/>
        <a:lstStyle/>
        <a:p>
          <a:pPr>
            <a:buNone/>
          </a:pPr>
          <a:r>
            <a:rPr lang="zh-TW" b="1" dirty="0"/>
            <a:t>實證法律研究</a:t>
          </a:r>
          <a:endParaRPr lang="zh-TW" altLang="en-US" dirty="0"/>
        </a:p>
      </dgm:t>
    </dgm:pt>
    <dgm:pt modelId="{0BED259B-2C5F-415B-8A1C-32029220FCDA}" type="parTrans" cxnId="{FD1BDDFC-6C10-4F23-A0F6-434BD0FFE2EA}">
      <dgm:prSet/>
      <dgm:spPr/>
      <dgm:t>
        <a:bodyPr/>
        <a:lstStyle/>
        <a:p>
          <a:endParaRPr lang="zh-TW" altLang="en-US"/>
        </a:p>
      </dgm:t>
    </dgm:pt>
    <dgm:pt modelId="{5B80BEE7-FBB0-476F-95A9-ACCC20273E08}" type="sibTrans" cxnId="{FD1BDDFC-6C10-4F23-A0F6-434BD0FFE2EA}">
      <dgm:prSet/>
      <dgm:spPr/>
      <dgm:t>
        <a:bodyPr/>
        <a:lstStyle/>
        <a:p>
          <a:endParaRPr lang="zh-TW" altLang="en-US"/>
        </a:p>
      </dgm:t>
    </dgm:pt>
    <dgm:pt modelId="{109A2D78-388A-40D6-8ADB-AC804A4B69FB}">
      <dgm:prSet phldrT="[文字]"/>
      <dgm:spPr/>
      <dgm:t>
        <a:bodyPr/>
        <a:lstStyle/>
        <a:p>
          <a:pPr>
            <a:buNone/>
          </a:pPr>
          <a:r>
            <a:rPr lang="zh-TW" dirty="0"/>
            <a:t>法律研究逐漸從法規範解釋，延伸到以資料觀察「行動中的法律」。 </a:t>
          </a:r>
          <a:endParaRPr lang="zh-TW" altLang="en-US" dirty="0"/>
        </a:p>
      </dgm:t>
    </dgm:pt>
    <dgm:pt modelId="{DFB6758F-09CE-494E-83AE-010A672BEB54}" type="parTrans" cxnId="{CA70FA7B-16F5-4D25-9FB2-0072943E3A45}">
      <dgm:prSet/>
      <dgm:spPr/>
      <dgm:t>
        <a:bodyPr/>
        <a:lstStyle/>
        <a:p>
          <a:endParaRPr lang="zh-TW" altLang="en-US"/>
        </a:p>
      </dgm:t>
    </dgm:pt>
    <dgm:pt modelId="{598D51E0-77DA-4106-B5A3-898862A6EEB2}" type="sibTrans" cxnId="{CA70FA7B-16F5-4D25-9FB2-0072943E3A45}">
      <dgm:prSet/>
      <dgm:spPr/>
      <dgm:t>
        <a:bodyPr/>
        <a:lstStyle/>
        <a:p>
          <a:endParaRPr lang="zh-TW" altLang="en-US"/>
        </a:p>
      </dgm:t>
    </dgm:pt>
    <dgm:pt modelId="{6D655A84-7931-408D-AF14-0D6C65D559C4}">
      <dgm:prSet phldrT="[文字]"/>
      <dgm:spPr/>
      <dgm:t>
        <a:bodyPr/>
        <a:lstStyle/>
        <a:p>
          <a:pPr>
            <a:buNone/>
          </a:pPr>
          <a:r>
            <a:rPr lang="zh-TW" dirty="0"/>
            <a:t>法律文本特徵表示</a:t>
          </a:r>
          <a:endParaRPr lang="zh-TW" altLang="en-US" dirty="0"/>
        </a:p>
      </dgm:t>
    </dgm:pt>
    <dgm:pt modelId="{7ED79B2D-A210-4318-B629-167F6A519E99}" type="parTrans" cxnId="{722D4684-3767-46F7-98AA-EB0F50CD0CB5}">
      <dgm:prSet/>
      <dgm:spPr/>
      <dgm:t>
        <a:bodyPr/>
        <a:lstStyle/>
        <a:p>
          <a:endParaRPr lang="zh-TW" altLang="en-US"/>
        </a:p>
      </dgm:t>
    </dgm:pt>
    <dgm:pt modelId="{C99B1BDB-644F-41B4-B927-657C275E52A9}" type="sibTrans" cxnId="{722D4684-3767-46F7-98AA-EB0F50CD0CB5}">
      <dgm:prSet/>
      <dgm:spPr/>
      <dgm:t>
        <a:bodyPr/>
        <a:lstStyle/>
        <a:p>
          <a:endParaRPr lang="zh-TW" altLang="en-US"/>
        </a:p>
      </dgm:t>
    </dgm:pt>
    <dgm:pt modelId="{58FA97F6-2030-4936-B926-482B64E9BA6F}">
      <dgm:prSet phldrT="[文字]"/>
      <dgm:spPr/>
      <dgm:t>
        <a:bodyPr/>
        <a:lstStyle/>
        <a:p>
          <a:pPr>
            <a:buNone/>
          </a:pPr>
          <a:r>
            <a:rPr lang="zh-TW" dirty="0"/>
            <a:t>判決書屬於非結構化文本，需轉換為模型可處理的數值特徵。 </a:t>
          </a:r>
          <a:endParaRPr lang="zh-TW" altLang="en-US" dirty="0"/>
        </a:p>
      </dgm:t>
    </dgm:pt>
    <dgm:pt modelId="{936E9C5B-BAD7-4952-A62B-8FD00BA3A876}" type="parTrans" cxnId="{BADBB2FB-D9FD-4D3A-99A4-23950D1C39CD}">
      <dgm:prSet/>
      <dgm:spPr/>
      <dgm:t>
        <a:bodyPr/>
        <a:lstStyle/>
        <a:p>
          <a:endParaRPr lang="zh-TW" altLang="en-US"/>
        </a:p>
      </dgm:t>
    </dgm:pt>
    <dgm:pt modelId="{DBB2D50D-9E85-4CC3-8DA5-6C8C89920461}" type="sibTrans" cxnId="{BADBB2FB-D9FD-4D3A-99A4-23950D1C39CD}">
      <dgm:prSet/>
      <dgm:spPr/>
      <dgm:t>
        <a:bodyPr/>
        <a:lstStyle/>
        <a:p>
          <a:endParaRPr lang="zh-TW" altLang="en-US"/>
        </a:p>
      </dgm:t>
    </dgm:pt>
    <dgm:pt modelId="{391A9396-06EA-4FC8-BA88-232878E73CC8}">
      <dgm:prSet phldrT="[文字]"/>
      <dgm:spPr/>
      <dgm:t>
        <a:bodyPr/>
        <a:lstStyle/>
        <a:p>
          <a:pPr>
            <a:buNone/>
          </a:pPr>
          <a:r>
            <a:rPr lang="zh-TW" dirty="0"/>
            <a:t>判決預測與可解釋性</a:t>
          </a:r>
          <a:endParaRPr lang="zh-TW" altLang="en-US" dirty="0"/>
        </a:p>
      </dgm:t>
    </dgm:pt>
    <dgm:pt modelId="{B2158470-6AB8-4C56-A5C8-C00C82DEBB0E}" type="parTrans" cxnId="{B2C55A8E-9717-4135-B4D0-AD8404B2B90C}">
      <dgm:prSet/>
      <dgm:spPr/>
      <dgm:t>
        <a:bodyPr/>
        <a:lstStyle/>
        <a:p>
          <a:endParaRPr lang="zh-TW" altLang="en-US"/>
        </a:p>
      </dgm:t>
    </dgm:pt>
    <dgm:pt modelId="{BF4DD4ED-AB87-4965-A36C-919DE32D8C76}" type="sibTrans" cxnId="{B2C55A8E-9717-4135-B4D0-AD8404B2B90C}">
      <dgm:prSet/>
      <dgm:spPr/>
      <dgm:t>
        <a:bodyPr/>
        <a:lstStyle/>
        <a:p>
          <a:endParaRPr lang="zh-TW" altLang="en-US"/>
        </a:p>
      </dgm:t>
    </dgm:pt>
    <dgm:pt modelId="{2832790E-6526-44DF-9FD5-5B4FD56B9A16}">
      <dgm:prSet phldrT="[文字]"/>
      <dgm:spPr/>
      <dgm:t>
        <a:bodyPr/>
        <a:lstStyle/>
        <a:p>
          <a:pPr>
            <a:buNone/>
          </a:pPr>
          <a:r>
            <a:rPr lang="zh-TW" dirty="0"/>
            <a:t>法律判決預測研究顯示，文本中可能存在可學習的裁判結果訊號。 </a:t>
          </a:r>
          <a:endParaRPr lang="zh-TW" altLang="en-US" dirty="0"/>
        </a:p>
      </dgm:t>
    </dgm:pt>
    <dgm:pt modelId="{3F6E870C-F10D-440C-A7B2-E5CF8D534807}" type="parTrans" cxnId="{44CE43EA-4E26-47B5-A515-6878EC02A485}">
      <dgm:prSet/>
      <dgm:spPr/>
      <dgm:t>
        <a:bodyPr/>
        <a:lstStyle/>
        <a:p>
          <a:endParaRPr lang="zh-TW" altLang="en-US"/>
        </a:p>
      </dgm:t>
    </dgm:pt>
    <dgm:pt modelId="{FEF2EC55-CB16-4266-A14C-D7A07E12DB83}" type="sibTrans" cxnId="{44CE43EA-4E26-47B5-A515-6878EC02A485}">
      <dgm:prSet/>
      <dgm:spPr/>
      <dgm:t>
        <a:bodyPr/>
        <a:lstStyle/>
        <a:p>
          <a:endParaRPr lang="zh-TW" altLang="en-US"/>
        </a:p>
      </dgm:t>
    </dgm:pt>
    <dgm:pt modelId="{B7C0118A-CB6C-4619-8C9C-F396DDE059D9}">
      <dgm:prSet phldrT="[文字]" phldr="0"/>
      <dgm:spPr/>
      <dgm:t>
        <a:bodyPr/>
        <a:lstStyle/>
        <a:p>
          <a:pPr>
            <a:buNone/>
          </a:pPr>
          <a:r>
            <a:rPr lang="zh-TW" dirty="0"/>
            <a:t>MNIR 監督式特徵轉換</a:t>
          </a:r>
          <a:endParaRPr lang="zh-TW" altLang="en-US" dirty="0"/>
        </a:p>
      </dgm:t>
    </dgm:pt>
    <dgm:pt modelId="{8E093747-799A-410F-9671-B502799AB033}" type="parTrans" cxnId="{858CA8EF-BBD4-4E5A-BCF1-844C273BA60F}">
      <dgm:prSet/>
      <dgm:spPr/>
      <dgm:t>
        <a:bodyPr/>
        <a:lstStyle/>
        <a:p>
          <a:endParaRPr lang="zh-TW" altLang="en-US"/>
        </a:p>
      </dgm:t>
    </dgm:pt>
    <dgm:pt modelId="{500CA3E3-FF65-4810-8C95-1FDE266A1569}" type="sibTrans" cxnId="{858CA8EF-BBD4-4E5A-BCF1-844C273BA60F}">
      <dgm:prSet/>
      <dgm:spPr/>
      <dgm:t>
        <a:bodyPr/>
        <a:lstStyle/>
        <a:p>
          <a:endParaRPr lang="zh-TW" altLang="en-US"/>
        </a:p>
      </dgm:t>
    </dgm:pt>
    <dgm:pt modelId="{7C21B3CD-A625-4678-AEF9-5BB32F9380C8}">
      <dgm:prSet/>
      <dgm:spPr/>
      <dgm:t>
        <a:bodyPr/>
        <a:lstStyle/>
        <a:p>
          <a:pPr>
            <a:buNone/>
          </a:pPr>
          <a:r>
            <a:rPr lang="zh-TW" dirty="0"/>
            <a:t>判決書可作為法院行為與訴訟結果的量化資料。</a:t>
          </a:r>
        </a:p>
      </dgm:t>
    </dgm:pt>
    <dgm:pt modelId="{352C2EA8-E517-4DFB-B67C-E611E1EC0C1D}" type="parTrans" cxnId="{588F53D0-DB3D-4D41-BE9A-10BC2074D4F0}">
      <dgm:prSet/>
      <dgm:spPr/>
      <dgm:t>
        <a:bodyPr/>
        <a:lstStyle/>
        <a:p>
          <a:endParaRPr lang="zh-TW" altLang="en-US"/>
        </a:p>
      </dgm:t>
    </dgm:pt>
    <dgm:pt modelId="{D19C0509-106A-42E3-8356-17522610AB39}" type="sibTrans" cxnId="{588F53D0-DB3D-4D41-BE9A-10BC2074D4F0}">
      <dgm:prSet/>
      <dgm:spPr/>
      <dgm:t>
        <a:bodyPr/>
        <a:lstStyle/>
        <a:p>
          <a:endParaRPr lang="zh-TW" altLang="en-US"/>
        </a:p>
      </dgm:t>
    </dgm:pt>
    <dgm:pt modelId="{36BB06FE-3005-43CF-8642-C444BC237D56}">
      <dgm:prSet/>
      <dgm:spPr/>
      <dgm:t>
        <a:bodyPr/>
        <a:lstStyle/>
        <a:p>
          <a:pPr>
            <a:buNone/>
          </a:pPr>
          <a:r>
            <a:rPr lang="zh-TW"/>
            <a:t>本研究比較 BoW、TF、TF-IDF。</a:t>
          </a:r>
        </a:p>
      </dgm:t>
    </dgm:pt>
    <dgm:pt modelId="{F0E626EF-0A4A-4DA8-94F3-E35581CDF82F}" type="parTrans" cxnId="{5B4FC5F6-72D4-473A-ADD9-6933332E2598}">
      <dgm:prSet/>
      <dgm:spPr/>
      <dgm:t>
        <a:bodyPr/>
        <a:lstStyle/>
        <a:p>
          <a:endParaRPr lang="zh-TW" altLang="en-US"/>
        </a:p>
      </dgm:t>
    </dgm:pt>
    <dgm:pt modelId="{DDF25717-D659-4707-8383-FBF00D1FC690}" type="sibTrans" cxnId="{5B4FC5F6-72D4-473A-ADD9-6933332E2598}">
      <dgm:prSet/>
      <dgm:spPr/>
      <dgm:t>
        <a:bodyPr/>
        <a:lstStyle/>
        <a:p>
          <a:endParaRPr lang="zh-TW" altLang="en-US"/>
        </a:p>
      </dgm:t>
    </dgm:pt>
    <dgm:pt modelId="{DB09BB24-8BCB-428F-A4D4-C73CEB769A83}">
      <dgm:prSet/>
      <dgm:spPr/>
      <dgm:t>
        <a:bodyPr/>
        <a:lstStyle/>
        <a:p>
          <a:pPr>
            <a:buNone/>
          </a:pPr>
          <a:r>
            <a:rPr lang="zh-TW"/>
            <a:t>但法律場域不能只追求 Accuracy，也需重視可解釋性與類別表現。</a:t>
          </a:r>
        </a:p>
      </dgm:t>
    </dgm:pt>
    <dgm:pt modelId="{7DEA9D45-AEA5-4B53-B1A2-3FE82E13DDCC}" type="parTrans" cxnId="{E7055292-52F5-4BB4-B5B3-C468DC5E484C}">
      <dgm:prSet/>
      <dgm:spPr/>
      <dgm:t>
        <a:bodyPr/>
        <a:lstStyle/>
        <a:p>
          <a:endParaRPr lang="zh-TW" altLang="en-US"/>
        </a:p>
      </dgm:t>
    </dgm:pt>
    <dgm:pt modelId="{46243BEB-9B80-40F6-B356-D294E722D7C9}" type="sibTrans" cxnId="{E7055292-52F5-4BB4-B5B3-C468DC5E484C}">
      <dgm:prSet/>
      <dgm:spPr/>
      <dgm:t>
        <a:bodyPr/>
        <a:lstStyle/>
        <a:p>
          <a:endParaRPr lang="zh-TW" altLang="en-US"/>
        </a:p>
      </dgm:t>
    </dgm:pt>
    <dgm:pt modelId="{6CE28B52-BEBF-4BB9-B3B4-37C060F54199}">
      <dgm:prSet phldrT="[文字]" phldr="0"/>
      <dgm:spPr/>
      <dgm:t>
        <a:bodyPr/>
        <a:lstStyle/>
        <a:p>
          <a:pPr>
            <a:buNone/>
          </a:pPr>
          <a:r>
            <a:rPr lang="zh-TW"/>
            <a:t>MNIR 可將高維文字特徵轉換為與結果相關的低維表示。 </a:t>
          </a:r>
          <a:endParaRPr lang="zh-TW" altLang="en-US" dirty="0"/>
        </a:p>
      </dgm:t>
    </dgm:pt>
    <dgm:pt modelId="{90B3D791-AD97-4D1D-AD4A-72B3D854303E}" type="parTrans" cxnId="{35F42F82-4AF3-4AD9-9EE7-49D144519BB7}">
      <dgm:prSet/>
      <dgm:spPr/>
      <dgm:t>
        <a:bodyPr/>
        <a:lstStyle/>
        <a:p>
          <a:endParaRPr lang="zh-TW" altLang="en-US"/>
        </a:p>
      </dgm:t>
    </dgm:pt>
    <dgm:pt modelId="{19C6D0D6-FA53-4AF4-9F7E-0A043FD84F91}" type="sibTrans" cxnId="{35F42F82-4AF3-4AD9-9EE7-49D144519BB7}">
      <dgm:prSet/>
      <dgm:spPr/>
      <dgm:t>
        <a:bodyPr/>
        <a:lstStyle/>
        <a:p>
          <a:endParaRPr lang="zh-TW" altLang="en-US"/>
        </a:p>
      </dgm:t>
    </dgm:pt>
    <dgm:pt modelId="{C3B76BF0-6DEE-4275-8045-3FD2F4BCC428}">
      <dgm:prSet/>
      <dgm:spPr/>
      <dgm:t>
        <a:bodyPr/>
        <a:lstStyle/>
        <a:p>
          <a:pPr>
            <a:buNone/>
          </a:pPr>
          <a:r>
            <a:rPr lang="zh-TW" dirty="0"/>
            <a:t>本研究檢驗 MNIR + SVM 是否優於 Direct SVM。</a:t>
          </a:r>
        </a:p>
      </dgm:t>
    </dgm:pt>
    <dgm:pt modelId="{A701ADF9-85B9-45D9-BEAE-1DA36F5F639E}" type="parTrans" cxnId="{38A2560A-9D6C-4645-B68C-4396E46F4EAD}">
      <dgm:prSet/>
      <dgm:spPr/>
      <dgm:t>
        <a:bodyPr/>
        <a:lstStyle/>
        <a:p>
          <a:endParaRPr lang="zh-TW" altLang="en-US"/>
        </a:p>
      </dgm:t>
    </dgm:pt>
    <dgm:pt modelId="{48449486-8CC0-47FA-B424-668562FC9368}" type="sibTrans" cxnId="{38A2560A-9D6C-4645-B68C-4396E46F4EAD}">
      <dgm:prSet/>
      <dgm:spPr/>
      <dgm:t>
        <a:bodyPr/>
        <a:lstStyle/>
        <a:p>
          <a:endParaRPr lang="zh-TW" altLang="en-US"/>
        </a:p>
      </dgm:t>
    </dgm:pt>
    <dgm:pt modelId="{B319E4CA-83E1-470F-ADE3-0452F6CAEE65}" type="pres">
      <dgm:prSet presAssocID="{AADACA24-623F-4C7D-ABA2-E7FB332C5D64}" presName="Name0" presStyleCnt="0">
        <dgm:presLayoutVars>
          <dgm:dir/>
          <dgm:animLvl val="lvl"/>
          <dgm:resizeHandles val="exact"/>
        </dgm:presLayoutVars>
      </dgm:prSet>
      <dgm:spPr/>
    </dgm:pt>
    <dgm:pt modelId="{3ECACB76-53AA-4FA2-B978-03ADF1845316}" type="pres">
      <dgm:prSet presAssocID="{07CFDECC-4A88-461E-87EF-BC2EE2693B15}" presName="composite" presStyleCnt="0"/>
      <dgm:spPr/>
    </dgm:pt>
    <dgm:pt modelId="{E61A9A84-63E7-4BB9-8B9E-122749A1E23E}" type="pres">
      <dgm:prSet presAssocID="{07CFDECC-4A88-461E-87EF-BC2EE2693B15}" presName="parTx" presStyleLbl="alignNode1" presStyleIdx="0" presStyleCnt="4">
        <dgm:presLayoutVars>
          <dgm:chMax val="0"/>
          <dgm:chPref val="0"/>
          <dgm:bulletEnabled val="1"/>
        </dgm:presLayoutVars>
      </dgm:prSet>
      <dgm:spPr/>
    </dgm:pt>
    <dgm:pt modelId="{B13A52AC-9C1A-4589-AA51-AD268A0A18C2}" type="pres">
      <dgm:prSet presAssocID="{07CFDECC-4A88-461E-87EF-BC2EE2693B15}" presName="desTx" presStyleLbl="alignAccFollowNode1" presStyleIdx="0" presStyleCnt="4">
        <dgm:presLayoutVars>
          <dgm:bulletEnabled val="1"/>
        </dgm:presLayoutVars>
      </dgm:prSet>
      <dgm:spPr/>
    </dgm:pt>
    <dgm:pt modelId="{C24EA0C0-98A6-42A7-9A60-F35C35EC204C}" type="pres">
      <dgm:prSet presAssocID="{5B80BEE7-FBB0-476F-95A9-ACCC20273E08}" presName="space" presStyleCnt="0"/>
      <dgm:spPr/>
    </dgm:pt>
    <dgm:pt modelId="{B7842825-F332-4B09-9A7E-CE37ADD083F4}" type="pres">
      <dgm:prSet presAssocID="{6D655A84-7931-408D-AF14-0D6C65D559C4}" presName="composite" presStyleCnt="0"/>
      <dgm:spPr/>
    </dgm:pt>
    <dgm:pt modelId="{6A00614C-87A4-491F-8836-749B60D26C28}" type="pres">
      <dgm:prSet presAssocID="{6D655A84-7931-408D-AF14-0D6C65D559C4}" presName="parTx" presStyleLbl="alignNode1" presStyleIdx="1" presStyleCnt="4">
        <dgm:presLayoutVars>
          <dgm:chMax val="0"/>
          <dgm:chPref val="0"/>
          <dgm:bulletEnabled val="1"/>
        </dgm:presLayoutVars>
      </dgm:prSet>
      <dgm:spPr/>
    </dgm:pt>
    <dgm:pt modelId="{5B8FAD8F-F980-4B03-BD69-A9C8F05BB758}" type="pres">
      <dgm:prSet presAssocID="{6D655A84-7931-408D-AF14-0D6C65D559C4}" presName="desTx" presStyleLbl="alignAccFollowNode1" presStyleIdx="1" presStyleCnt="4">
        <dgm:presLayoutVars>
          <dgm:bulletEnabled val="1"/>
        </dgm:presLayoutVars>
      </dgm:prSet>
      <dgm:spPr/>
    </dgm:pt>
    <dgm:pt modelId="{D35DA3C0-D4B4-4BDB-94F0-64FB59AC7779}" type="pres">
      <dgm:prSet presAssocID="{C99B1BDB-644F-41B4-B927-657C275E52A9}" presName="space" presStyleCnt="0"/>
      <dgm:spPr/>
    </dgm:pt>
    <dgm:pt modelId="{B1EF8C09-378E-4C56-B009-1C67BB61C002}" type="pres">
      <dgm:prSet presAssocID="{391A9396-06EA-4FC8-BA88-232878E73CC8}" presName="composite" presStyleCnt="0"/>
      <dgm:spPr/>
    </dgm:pt>
    <dgm:pt modelId="{C654CF35-CD09-419C-8146-ED4BAF56B716}" type="pres">
      <dgm:prSet presAssocID="{391A9396-06EA-4FC8-BA88-232878E73CC8}" presName="parTx" presStyleLbl="alignNode1" presStyleIdx="2" presStyleCnt="4">
        <dgm:presLayoutVars>
          <dgm:chMax val="0"/>
          <dgm:chPref val="0"/>
          <dgm:bulletEnabled val="1"/>
        </dgm:presLayoutVars>
      </dgm:prSet>
      <dgm:spPr/>
    </dgm:pt>
    <dgm:pt modelId="{7D45F714-5DBF-4B1D-A6B7-2663FE4CBD89}" type="pres">
      <dgm:prSet presAssocID="{391A9396-06EA-4FC8-BA88-232878E73CC8}" presName="desTx" presStyleLbl="alignAccFollowNode1" presStyleIdx="2" presStyleCnt="4">
        <dgm:presLayoutVars>
          <dgm:bulletEnabled val="1"/>
        </dgm:presLayoutVars>
      </dgm:prSet>
      <dgm:spPr/>
    </dgm:pt>
    <dgm:pt modelId="{59B035D0-A2A6-4A5D-8A2C-9696F4F64627}" type="pres">
      <dgm:prSet presAssocID="{BF4DD4ED-AB87-4965-A36C-919DE32D8C76}" presName="space" presStyleCnt="0"/>
      <dgm:spPr/>
    </dgm:pt>
    <dgm:pt modelId="{14FAC063-9272-4F84-A4A3-C9C917A147CA}" type="pres">
      <dgm:prSet presAssocID="{B7C0118A-CB6C-4619-8C9C-F396DDE059D9}" presName="composite" presStyleCnt="0"/>
      <dgm:spPr/>
    </dgm:pt>
    <dgm:pt modelId="{21AC618A-9A19-409B-8470-5C0DC5D7627A}" type="pres">
      <dgm:prSet presAssocID="{B7C0118A-CB6C-4619-8C9C-F396DDE059D9}" presName="parTx" presStyleLbl="alignNode1" presStyleIdx="3" presStyleCnt="4">
        <dgm:presLayoutVars>
          <dgm:chMax val="0"/>
          <dgm:chPref val="0"/>
          <dgm:bulletEnabled val="1"/>
        </dgm:presLayoutVars>
      </dgm:prSet>
      <dgm:spPr/>
    </dgm:pt>
    <dgm:pt modelId="{8AC8DD60-BED9-4503-9250-0CDE8AB29EFA}" type="pres">
      <dgm:prSet presAssocID="{B7C0118A-CB6C-4619-8C9C-F396DDE059D9}" presName="desTx" presStyleLbl="alignAccFollowNode1" presStyleIdx="3" presStyleCnt="4">
        <dgm:presLayoutVars>
          <dgm:bulletEnabled val="1"/>
        </dgm:presLayoutVars>
      </dgm:prSet>
      <dgm:spPr/>
    </dgm:pt>
  </dgm:ptLst>
  <dgm:cxnLst>
    <dgm:cxn modelId="{290D8306-4A69-49D2-8363-18DCE59B95DB}" type="presOf" srcId="{B7C0118A-CB6C-4619-8C9C-F396DDE059D9}" destId="{21AC618A-9A19-409B-8470-5C0DC5D7627A}" srcOrd="0" destOrd="0" presId="urn:microsoft.com/office/officeart/2005/8/layout/hList1"/>
    <dgm:cxn modelId="{38A2560A-9D6C-4645-B68C-4396E46F4EAD}" srcId="{B7C0118A-CB6C-4619-8C9C-F396DDE059D9}" destId="{C3B76BF0-6DEE-4275-8045-3FD2F4BCC428}" srcOrd="1" destOrd="0" parTransId="{A701ADF9-85B9-45D9-BEAE-1DA36F5F639E}" sibTransId="{48449486-8CC0-47FA-B424-668562FC9368}"/>
    <dgm:cxn modelId="{7AC3A51B-238D-4885-8C89-6CEEA05A1BA4}" type="presOf" srcId="{58FA97F6-2030-4936-B926-482B64E9BA6F}" destId="{5B8FAD8F-F980-4B03-BD69-A9C8F05BB758}" srcOrd="0" destOrd="0" presId="urn:microsoft.com/office/officeart/2005/8/layout/hList1"/>
    <dgm:cxn modelId="{0610D420-4C68-4358-899F-A84B3F5D6201}" type="presOf" srcId="{2832790E-6526-44DF-9FD5-5B4FD56B9A16}" destId="{7D45F714-5DBF-4B1D-A6B7-2663FE4CBD89}" srcOrd="0" destOrd="0" presId="urn:microsoft.com/office/officeart/2005/8/layout/hList1"/>
    <dgm:cxn modelId="{7AF8B541-7366-49CF-AC45-59E3EF65BDCD}" type="presOf" srcId="{07CFDECC-4A88-461E-87EF-BC2EE2693B15}" destId="{E61A9A84-63E7-4BB9-8B9E-122749A1E23E}" srcOrd="0" destOrd="0" presId="urn:microsoft.com/office/officeart/2005/8/layout/hList1"/>
    <dgm:cxn modelId="{80B3A844-6157-411C-B269-A98A40E6C4DB}" type="presOf" srcId="{6D655A84-7931-408D-AF14-0D6C65D559C4}" destId="{6A00614C-87A4-491F-8836-749B60D26C28}" srcOrd="0" destOrd="0" presId="urn:microsoft.com/office/officeart/2005/8/layout/hList1"/>
    <dgm:cxn modelId="{CA70FA7B-16F5-4D25-9FB2-0072943E3A45}" srcId="{07CFDECC-4A88-461E-87EF-BC2EE2693B15}" destId="{109A2D78-388A-40D6-8ADB-AC804A4B69FB}" srcOrd="0" destOrd="0" parTransId="{DFB6758F-09CE-494E-83AE-010A672BEB54}" sibTransId="{598D51E0-77DA-4106-B5A3-898862A6EEB2}"/>
    <dgm:cxn modelId="{F5069F81-87B3-4B51-AE78-F5287042FB86}" type="presOf" srcId="{C3B76BF0-6DEE-4275-8045-3FD2F4BCC428}" destId="{8AC8DD60-BED9-4503-9250-0CDE8AB29EFA}" srcOrd="0" destOrd="1" presId="urn:microsoft.com/office/officeart/2005/8/layout/hList1"/>
    <dgm:cxn modelId="{35F42F82-4AF3-4AD9-9EE7-49D144519BB7}" srcId="{B7C0118A-CB6C-4619-8C9C-F396DDE059D9}" destId="{6CE28B52-BEBF-4BB9-B3B4-37C060F54199}" srcOrd="0" destOrd="0" parTransId="{90B3D791-AD97-4D1D-AD4A-72B3D854303E}" sibTransId="{19C6D0D6-FA53-4AF4-9F7E-0A043FD84F91}"/>
    <dgm:cxn modelId="{78A13A84-AC71-4F03-B066-CB31E527ED89}" type="presOf" srcId="{391A9396-06EA-4FC8-BA88-232878E73CC8}" destId="{C654CF35-CD09-419C-8146-ED4BAF56B716}" srcOrd="0" destOrd="0" presId="urn:microsoft.com/office/officeart/2005/8/layout/hList1"/>
    <dgm:cxn modelId="{722D4684-3767-46F7-98AA-EB0F50CD0CB5}" srcId="{AADACA24-623F-4C7D-ABA2-E7FB332C5D64}" destId="{6D655A84-7931-408D-AF14-0D6C65D559C4}" srcOrd="1" destOrd="0" parTransId="{7ED79B2D-A210-4318-B629-167F6A519E99}" sibTransId="{C99B1BDB-644F-41B4-B927-657C275E52A9}"/>
    <dgm:cxn modelId="{05E60F8B-D729-4D5F-8685-93884D72902C}" type="presOf" srcId="{36BB06FE-3005-43CF-8642-C444BC237D56}" destId="{5B8FAD8F-F980-4B03-BD69-A9C8F05BB758}" srcOrd="0" destOrd="1" presId="urn:microsoft.com/office/officeart/2005/8/layout/hList1"/>
    <dgm:cxn modelId="{B2C55A8E-9717-4135-B4D0-AD8404B2B90C}" srcId="{AADACA24-623F-4C7D-ABA2-E7FB332C5D64}" destId="{391A9396-06EA-4FC8-BA88-232878E73CC8}" srcOrd="2" destOrd="0" parTransId="{B2158470-6AB8-4C56-A5C8-C00C82DEBB0E}" sibTransId="{BF4DD4ED-AB87-4965-A36C-919DE32D8C76}"/>
    <dgm:cxn modelId="{E7055292-52F5-4BB4-B5B3-C468DC5E484C}" srcId="{391A9396-06EA-4FC8-BA88-232878E73CC8}" destId="{DB09BB24-8BCB-428F-A4D4-C73CEB769A83}" srcOrd="1" destOrd="0" parTransId="{7DEA9D45-AEA5-4B53-B1A2-3FE82E13DDCC}" sibTransId="{46243BEB-9B80-40F6-B356-D294E722D7C9}"/>
    <dgm:cxn modelId="{08D2E4C5-09F4-4F80-9B8F-F683BCC9B5B2}" type="presOf" srcId="{DB09BB24-8BCB-428F-A4D4-C73CEB769A83}" destId="{7D45F714-5DBF-4B1D-A6B7-2663FE4CBD89}" srcOrd="0" destOrd="1" presId="urn:microsoft.com/office/officeart/2005/8/layout/hList1"/>
    <dgm:cxn modelId="{24CB12C6-171C-472B-B265-5E4A442A61F9}" type="presOf" srcId="{7C21B3CD-A625-4678-AEF9-5BB32F9380C8}" destId="{B13A52AC-9C1A-4589-AA51-AD268A0A18C2}" srcOrd="0" destOrd="1" presId="urn:microsoft.com/office/officeart/2005/8/layout/hList1"/>
    <dgm:cxn modelId="{2AA7EFCE-9F94-4C2C-B6FC-326105875BC0}" type="presOf" srcId="{AADACA24-623F-4C7D-ABA2-E7FB332C5D64}" destId="{B319E4CA-83E1-470F-ADE3-0452F6CAEE65}" srcOrd="0" destOrd="0" presId="urn:microsoft.com/office/officeart/2005/8/layout/hList1"/>
    <dgm:cxn modelId="{588F53D0-DB3D-4D41-BE9A-10BC2074D4F0}" srcId="{07CFDECC-4A88-461E-87EF-BC2EE2693B15}" destId="{7C21B3CD-A625-4678-AEF9-5BB32F9380C8}" srcOrd="1" destOrd="0" parTransId="{352C2EA8-E517-4DFB-B67C-E611E1EC0C1D}" sibTransId="{D19C0509-106A-42E3-8356-17522610AB39}"/>
    <dgm:cxn modelId="{D61FDCE4-C5E4-4A12-A6C2-B9708620296A}" type="presOf" srcId="{6CE28B52-BEBF-4BB9-B3B4-37C060F54199}" destId="{8AC8DD60-BED9-4503-9250-0CDE8AB29EFA}" srcOrd="0" destOrd="0" presId="urn:microsoft.com/office/officeart/2005/8/layout/hList1"/>
    <dgm:cxn modelId="{44CE43EA-4E26-47B5-A515-6878EC02A485}" srcId="{391A9396-06EA-4FC8-BA88-232878E73CC8}" destId="{2832790E-6526-44DF-9FD5-5B4FD56B9A16}" srcOrd="0" destOrd="0" parTransId="{3F6E870C-F10D-440C-A7B2-E5CF8D534807}" sibTransId="{FEF2EC55-CB16-4266-A14C-D7A07E12DB83}"/>
    <dgm:cxn modelId="{F7D3A9EC-B970-43A1-AEE7-91EB76713E05}" type="presOf" srcId="{109A2D78-388A-40D6-8ADB-AC804A4B69FB}" destId="{B13A52AC-9C1A-4589-AA51-AD268A0A18C2}" srcOrd="0" destOrd="0" presId="urn:microsoft.com/office/officeart/2005/8/layout/hList1"/>
    <dgm:cxn modelId="{858CA8EF-BBD4-4E5A-BCF1-844C273BA60F}" srcId="{AADACA24-623F-4C7D-ABA2-E7FB332C5D64}" destId="{B7C0118A-CB6C-4619-8C9C-F396DDE059D9}" srcOrd="3" destOrd="0" parTransId="{8E093747-799A-410F-9671-B502799AB033}" sibTransId="{500CA3E3-FF65-4810-8C95-1FDE266A1569}"/>
    <dgm:cxn modelId="{5B4FC5F6-72D4-473A-ADD9-6933332E2598}" srcId="{6D655A84-7931-408D-AF14-0D6C65D559C4}" destId="{36BB06FE-3005-43CF-8642-C444BC237D56}" srcOrd="1" destOrd="0" parTransId="{F0E626EF-0A4A-4DA8-94F3-E35581CDF82F}" sibTransId="{DDF25717-D659-4707-8383-FBF00D1FC690}"/>
    <dgm:cxn modelId="{BADBB2FB-D9FD-4D3A-99A4-23950D1C39CD}" srcId="{6D655A84-7931-408D-AF14-0D6C65D559C4}" destId="{58FA97F6-2030-4936-B926-482B64E9BA6F}" srcOrd="0" destOrd="0" parTransId="{936E9C5B-BAD7-4952-A62B-8FD00BA3A876}" sibTransId="{DBB2D50D-9E85-4CC3-8DA5-6C8C89920461}"/>
    <dgm:cxn modelId="{FD1BDDFC-6C10-4F23-A0F6-434BD0FFE2EA}" srcId="{AADACA24-623F-4C7D-ABA2-E7FB332C5D64}" destId="{07CFDECC-4A88-461E-87EF-BC2EE2693B15}" srcOrd="0" destOrd="0" parTransId="{0BED259B-2C5F-415B-8A1C-32029220FCDA}" sibTransId="{5B80BEE7-FBB0-476F-95A9-ACCC20273E08}"/>
    <dgm:cxn modelId="{B0E32DA0-2B92-4422-ABFE-C3728CD9FFAE}" type="presParOf" srcId="{B319E4CA-83E1-470F-ADE3-0452F6CAEE65}" destId="{3ECACB76-53AA-4FA2-B978-03ADF1845316}" srcOrd="0" destOrd="0" presId="urn:microsoft.com/office/officeart/2005/8/layout/hList1"/>
    <dgm:cxn modelId="{27C36749-4A55-4365-87CF-5DC6D2C4D492}" type="presParOf" srcId="{3ECACB76-53AA-4FA2-B978-03ADF1845316}" destId="{E61A9A84-63E7-4BB9-8B9E-122749A1E23E}" srcOrd="0" destOrd="0" presId="urn:microsoft.com/office/officeart/2005/8/layout/hList1"/>
    <dgm:cxn modelId="{75576DEA-8C7B-4AF1-9F41-DA8DAA2648EC}" type="presParOf" srcId="{3ECACB76-53AA-4FA2-B978-03ADF1845316}" destId="{B13A52AC-9C1A-4589-AA51-AD268A0A18C2}" srcOrd="1" destOrd="0" presId="urn:microsoft.com/office/officeart/2005/8/layout/hList1"/>
    <dgm:cxn modelId="{3C2E364A-E77B-4C03-905C-F2E90187F16A}" type="presParOf" srcId="{B319E4CA-83E1-470F-ADE3-0452F6CAEE65}" destId="{C24EA0C0-98A6-42A7-9A60-F35C35EC204C}" srcOrd="1" destOrd="0" presId="urn:microsoft.com/office/officeart/2005/8/layout/hList1"/>
    <dgm:cxn modelId="{229DE619-D0E9-4F60-B1A3-318E1C73909D}" type="presParOf" srcId="{B319E4CA-83E1-470F-ADE3-0452F6CAEE65}" destId="{B7842825-F332-4B09-9A7E-CE37ADD083F4}" srcOrd="2" destOrd="0" presId="urn:microsoft.com/office/officeart/2005/8/layout/hList1"/>
    <dgm:cxn modelId="{E8481DBA-A644-43A5-A7D2-6C751FC06109}" type="presParOf" srcId="{B7842825-F332-4B09-9A7E-CE37ADD083F4}" destId="{6A00614C-87A4-491F-8836-749B60D26C28}" srcOrd="0" destOrd="0" presId="urn:microsoft.com/office/officeart/2005/8/layout/hList1"/>
    <dgm:cxn modelId="{9066C077-5912-4AC4-A36E-8C974D857EA4}" type="presParOf" srcId="{B7842825-F332-4B09-9A7E-CE37ADD083F4}" destId="{5B8FAD8F-F980-4B03-BD69-A9C8F05BB758}" srcOrd="1" destOrd="0" presId="urn:microsoft.com/office/officeart/2005/8/layout/hList1"/>
    <dgm:cxn modelId="{544CB27A-FA83-42A6-9B0A-032E0F1E4012}" type="presParOf" srcId="{B319E4CA-83E1-470F-ADE3-0452F6CAEE65}" destId="{D35DA3C0-D4B4-4BDB-94F0-64FB59AC7779}" srcOrd="3" destOrd="0" presId="urn:microsoft.com/office/officeart/2005/8/layout/hList1"/>
    <dgm:cxn modelId="{F33936F2-68EA-4C29-A0FB-EDDD80965F91}" type="presParOf" srcId="{B319E4CA-83E1-470F-ADE3-0452F6CAEE65}" destId="{B1EF8C09-378E-4C56-B009-1C67BB61C002}" srcOrd="4" destOrd="0" presId="urn:microsoft.com/office/officeart/2005/8/layout/hList1"/>
    <dgm:cxn modelId="{A552C0B2-AF2E-401E-9BAA-2960687C1FEC}" type="presParOf" srcId="{B1EF8C09-378E-4C56-B009-1C67BB61C002}" destId="{C654CF35-CD09-419C-8146-ED4BAF56B716}" srcOrd="0" destOrd="0" presId="urn:microsoft.com/office/officeart/2005/8/layout/hList1"/>
    <dgm:cxn modelId="{034244A3-3830-4ACB-910B-DBE665909111}" type="presParOf" srcId="{B1EF8C09-378E-4C56-B009-1C67BB61C002}" destId="{7D45F714-5DBF-4B1D-A6B7-2663FE4CBD89}" srcOrd="1" destOrd="0" presId="urn:microsoft.com/office/officeart/2005/8/layout/hList1"/>
    <dgm:cxn modelId="{8C88A679-05D5-4831-887A-317BCE80982B}" type="presParOf" srcId="{B319E4CA-83E1-470F-ADE3-0452F6CAEE65}" destId="{59B035D0-A2A6-4A5D-8A2C-9696F4F64627}" srcOrd="5" destOrd="0" presId="urn:microsoft.com/office/officeart/2005/8/layout/hList1"/>
    <dgm:cxn modelId="{D47FECD7-E307-4950-A74E-2D8521F0B9AF}" type="presParOf" srcId="{B319E4CA-83E1-470F-ADE3-0452F6CAEE65}" destId="{14FAC063-9272-4F84-A4A3-C9C917A147CA}" srcOrd="6" destOrd="0" presId="urn:microsoft.com/office/officeart/2005/8/layout/hList1"/>
    <dgm:cxn modelId="{84D6F7AF-6379-46F1-809D-310375919C0A}" type="presParOf" srcId="{14FAC063-9272-4F84-A4A3-C9C917A147CA}" destId="{21AC618A-9A19-409B-8470-5C0DC5D7627A}" srcOrd="0" destOrd="0" presId="urn:microsoft.com/office/officeart/2005/8/layout/hList1"/>
    <dgm:cxn modelId="{C8D72BB5-18AE-4F62-A1F4-6C89B8C9BEEF}" type="presParOf" srcId="{14FAC063-9272-4F84-A4A3-C9C917A147CA}" destId="{8AC8DD60-BED9-4503-9250-0CDE8AB29EFA}"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6CC1AE96-42DB-4832-AA59-5727596D246A}"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zh-TW" altLang="en-US"/>
        </a:p>
      </dgm:t>
    </dgm:pt>
    <dgm:pt modelId="{674BA6C9-3B16-405E-97DB-3BD3EBBABF12}">
      <dgm:prSet phldrT="[文字]"/>
      <dgm:spPr/>
      <dgm:t>
        <a:bodyPr/>
        <a:lstStyle/>
        <a:p>
          <a:r>
            <a:rPr lang="zh-TW" altLang="en-US" dirty="0"/>
            <a:t>分類可行性</a:t>
          </a:r>
        </a:p>
      </dgm:t>
    </dgm:pt>
    <dgm:pt modelId="{E20DBA36-E961-4C3E-B968-8EDCB69FA009}" type="parTrans" cxnId="{D426A488-0B12-4728-B489-E5F55CEC02DD}">
      <dgm:prSet/>
      <dgm:spPr/>
      <dgm:t>
        <a:bodyPr/>
        <a:lstStyle/>
        <a:p>
          <a:endParaRPr lang="zh-TW" altLang="en-US"/>
        </a:p>
      </dgm:t>
    </dgm:pt>
    <dgm:pt modelId="{7B5A1CB0-5DAB-4B5D-B69A-C7539080C98C}" type="sibTrans" cxnId="{D426A488-0B12-4728-B489-E5F55CEC02DD}">
      <dgm:prSet/>
      <dgm:spPr/>
      <dgm:t>
        <a:bodyPr/>
        <a:lstStyle/>
        <a:p>
          <a:endParaRPr lang="zh-TW" altLang="en-US"/>
        </a:p>
      </dgm:t>
    </dgm:pt>
    <dgm:pt modelId="{49CA4381-70F7-4C2B-BD6B-2CD68266BFA1}">
      <dgm:prSet phldrT="[文字]"/>
      <dgm:spPr/>
      <dgm:t>
        <a:bodyPr/>
        <a:lstStyle/>
        <a:p>
          <a:r>
            <a:rPr lang="zh-TW" altLang="en-US" dirty="0"/>
            <a:t>案件類型</a:t>
          </a:r>
        </a:p>
      </dgm:t>
    </dgm:pt>
    <dgm:pt modelId="{F82C9613-F79B-45AC-BA49-DB2FDAC02E32}" type="parTrans" cxnId="{E73ADA38-01F4-4002-925B-9C10EB862605}">
      <dgm:prSet/>
      <dgm:spPr/>
      <dgm:t>
        <a:bodyPr/>
        <a:lstStyle/>
        <a:p>
          <a:endParaRPr lang="zh-TW" altLang="en-US"/>
        </a:p>
      </dgm:t>
    </dgm:pt>
    <dgm:pt modelId="{8D9E0BD6-DE43-4D59-AED3-CD852E952FA3}" type="sibTrans" cxnId="{E73ADA38-01F4-4002-925B-9C10EB862605}">
      <dgm:prSet/>
      <dgm:spPr/>
      <dgm:t>
        <a:bodyPr/>
        <a:lstStyle/>
        <a:p>
          <a:endParaRPr lang="zh-TW" altLang="en-US"/>
        </a:p>
      </dgm:t>
    </dgm:pt>
    <dgm:pt modelId="{CB4119C5-596F-44A3-80D0-FF519F6D33C8}">
      <dgm:prSet phldrT="[文字]"/>
      <dgm:spPr/>
      <dgm:t>
        <a:bodyPr/>
        <a:lstStyle/>
        <a:p>
          <a:r>
            <a:rPr lang="zh-TW" altLang="en-US" dirty="0"/>
            <a:t>少數類別</a:t>
          </a:r>
        </a:p>
      </dgm:t>
    </dgm:pt>
    <dgm:pt modelId="{9042599D-0720-4CFB-9714-562D876ABB6C}" type="parTrans" cxnId="{C481888D-1D2D-4183-A596-56223963D700}">
      <dgm:prSet/>
      <dgm:spPr/>
      <dgm:t>
        <a:bodyPr/>
        <a:lstStyle/>
        <a:p>
          <a:endParaRPr lang="zh-TW" altLang="en-US"/>
        </a:p>
      </dgm:t>
    </dgm:pt>
    <dgm:pt modelId="{B905CB91-0408-4742-8EF5-34D0EE9D3D6D}" type="sibTrans" cxnId="{C481888D-1D2D-4183-A596-56223963D700}">
      <dgm:prSet/>
      <dgm:spPr/>
      <dgm:t>
        <a:bodyPr/>
        <a:lstStyle/>
        <a:p>
          <a:endParaRPr lang="zh-TW" altLang="en-US"/>
        </a:p>
      </dgm:t>
    </dgm:pt>
    <dgm:pt modelId="{533689E8-B328-4790-8CD9-1A9E9E768C6E}">
      <dgm:prSet phldrT="[文字]"/>
      <dgm:spPr/>
      <dgm:t>
        <a:bodyPr/>
        <a:lstStyle/>
        <a:p>
          <a:r>
            <a:rPr lang="zh-TW" altLang="en-US" dirty="0"/>
            <a:t>特徵與模型</a:t>
          </a:r>
        </a:p>
      </dgm:t>
    </dgm:pt>
    <dgm:pt modelId="{0C1CA101-E051-4E0D-A871-CAED44F2BF33}" type="parTrans" cxnId="{6BE485A8-FA82-45DB-9A25-962352C69DD3}">
      <dgm:prSet/>
      <dgm:spPr/>
      <dgm:t>
        <a:bodyPr/>
        <a:lstStyle/>
        <a:p>
          <a:endParaRPr lang="zh-TW" altLang="en-US"/>
        </a:p>
      </dgm:t>
    </dgm:pt>
    <dgm:pt modelId="{1158F76D-AB3B-4AAC-840F-21346CE63BF6}" type="sibTrans" cxnId="{6BE485A8-FA82-45DB-9A25-962352C69DD3}">
      <dgm:prSet/>
      <dgm:spPr/>
      <dgm:t>
        <a:bodyPr/>
        <a:lstStyle/>
        <a:p>
          <a:endParaRPr lang="zh-TW" altLang="en-US"/>
        </a:p>
      </dgm:t>
    </dgm:pt>
    <dgm:pt modelId="{AF568750-490D-4A20-8A63-37805027204B}">
      <dgm:prSet phldrT="[文字]"/>
      <dgm:spPr/>
      <dgm:t>
        <a:bodyPr/>
        <a:lstStyle/>
        <a:p>
          <a:pPr>
            <a:buNone/>
          </a:pPr>
          <a:r>
            <a:rPr lang="zh-TW" dirty="0"/>
            <a:t>判決文本是否能提供足以區分 Lose / Mixed / Win 的文字訊號？</a:t>
          </a:r>
          <a:endParaRPr lang="zh-TW" altLang="en-US" dirty="0"/>
        </a:p>
      </dgm:t>
    </dgm:pt>
    <dgm:pt modelId="{F6731805-C64E-4493-9D2A-6BDB238AF361}" type="parTrans" cxnId="{F7DC8D56-9ABC-4AD1-A40E-085573994287}">
      <dgm:prSet/>
      <dgm:spPr/>
      <dgm:t>
        <a:bodyPr/>
        <a:lstStyle/>
        <a:p>
          <a:endParaRPr lang="zh-TW" altLang="en-US"/>
        </a:p>
      </dgm:t>
    </dgm:pt>
    <dgm:pt modelId="{C0414485-BA13-48B6-B79B-57D1EF05F115}" type="sibTrans" cxnId="{F7DC8D56-9ABC-4AD1-A40E-085573994287}">
      <dgm:prSet/>
      <dgm:spPr/>
      <dgm:t>
        <a:bodyPr/>
        <a:lstStyle/>
        <a:p>
          <a:endParaRPr lang="zh-TW" altLang="en-US"/>
        </a:p>
      </dgm:t>
    </dgm:pt>
    <dgm:pt modelId="{CB681167-19F5-4934-BAFE-462629951B8D}">
      <dgm:prSet phldrT="[文字]"/>
      <dgm:spPr/>
      <dgm:t>
        <a:bodyPr/>
        <a:lstStyle/>
        <a:p>
          <a:pPr>
            <a:buNone/>
          </a:pPr>
          <a:r>
            <a:rPr lang="zh-TW" dirty="0"/>
            <a:t>行政、民事、刑事、刑事附帶民事是否呈現不同分類表現？</a:t>
          </a:r>
          <a:endParaRPr lang="zh-TW" altLang="en-US" dirty="0"/>
        </a:p>
      </dgm:t>
    </dgm:pt>
    <dgm:pt modelId="{074DC804-134E-4298-A9BA-B64E411661AC}" type="parTrans" cxnId="{9C741339-37FF-40EC-A630-18D83083F49B}">
      <dgm:prSet/>
      <dgm:spPr/>
      <dgm:t>
        <a:bodyPr/>
        <a:lstStyle/>
        <a:p>
          <a:endParaRPr lang="zh-TW" altLang="en-US"/>
        </a:p>
      </dgm:t>
    </dgm:pt>
    <dgm:pt modelId="{54257540-6D11-459B-9008-1361B088B644}" type="sibTrans" cxnId="{9C741339-37FF-40EC-A630-18D83083F49B}">
      <dgm:prSet/>
      <dgm:spPr/>
      <dgm:t>
        <a:bodyPr/>
        <a:lstStyle/>
        <a:p>
          <a:endParaRPr lang="zh-TW" altLang="en-US"/>
        </a:p>
      </dgm:t>
    </dgm:pt>
    <dgm:pt modelId="{9097A44B-DBF0-4C19-A1F4-C5FE8A0517DC}">
      <dgm:prSet phldrT="[文字]"/>
      <dgm:spPr/>
      <dgm:t>
        <a:bodyPr/>
        <a:lstStyle/>
        <a:p>
          <a:pPr>
            <a:buNone/>
          </a:pPr>
          <a:r>
            <a:rPr lang="zh-TW" dirty="0"/>
            <a:t>BoW、TF、TF-IDF 以及 MNIR + SVM / Direct SVM 的表現是否不同？</a:t>
          </a:r>
          <a:endParaRPr lang="zh-TW" altLang="en-US" dirty="0"/>
        </a:p>
      </dgm:t>
    </dgm:pt>
    <dgm:pt modelId="{6985C5D9-E4B2-4BE2-B854-B62A470CD03F}" type="parTrans" cxnId="{1A2F1B75-24AC-450B-987B-010951472EAB}">
      <dgm:prSet/>
      <dgm:spPr/>
      <dgm:t>
        <a:bodyPr/>
        <a:lstStyle/>
        <a:p>
          <a:endParaRPr lang="zh-TW" altLang="en-US"/>
        </a:p>
      </dgm:t>
    </dgm:pt>
    <dgm:pt modelId="{F739A5F3-7B1B-43A2-88F0-2D134CF1C665}" type="sibTrans" cxnId="{1A2F1B75-24AC-450B-987B-010951472EAB}">
      <dgm:prSet/>
      <dgm:spPr/>
      <dgm:t>
        <a:bodyPr/>
        <a:lstStyle/>
        <a:p>
          <a:endParaRPr lang="zh-TW" altLang="en-US"/>
        </a:p>
      </dgm:t>
    </dgm:pt>
    <dgm:pt modelId="{421F1675-ADCF-4C95-A817-FEA1BFCB191B}">
      <dgm:prSet phldrT="[文字]"/>
      <dgm:spPr/>
      <dgm:t>
        <a:bodyPr/>
        <a:lstStyle/>
        <a:p>
          <a:pPr>
            <a:buNone/>
          </a:pPr>
          <a:r>
            <a:rPr lang="zh-TW" dirty="0"/>
            <a:t>在類別不平衡下，Mixed / Win 是否容易被模型忽略或誤判？</a:t>
          </a:r>
          <a:endParaRPr lang="zh-TW" altLang="en-US" dirty="0"/>
        </a:p>
      </dgm:t>
    </dgm:pt>
    <dgm:pt modelId="{CF1FE67E-C12C-4B85-BEDE-1076A417704E}" type="parTrans" cxnId="{09C3B8B6-08EF-4520-9B20-90227EDB8F38}">
      <dgm:prSet/>
      <dgm:spPr/>
      <dgm:t>
        <a:bodyPr/>
        <a:lstStyle/>
        <a:p>
          <a:endParaRPr lang="zh-TW" altLang="en-US"/>
        </a:p>
      </dgm:t>
    </dgm:pt>
    <dgm:pt modelId="{DF8E7A00-00B5-445A-8115-0326458CACDD}" type="sibTrans" cxnId="{09C3B8B6-08EF-4520-9B20-90227EDB8F38}">
      <dgm:prSet/>
      <dgm:spPr/>
      <dgm:t>
        <a:bodyPr/>
        <a:lstStyle/>
        <a:p>
          <a:endParaRPr lang="zh-TW" altLang="en-US"/>
        </a:p>
      </dgm:t>
    </dgm:pt>
    <dgm:pt modelId="{868F189F-5311-4803-97DB-58ECC76E1079}" type="pres">
      <dgm:prSet presAssocID="{6CC1AE96-42DB-4832-AA59-5727596D246A}" presName="linear" presStyleCnt="0">
        <dgm:presLayoutVars>
          <dgm:animLvl val="lvl"/>
          <dgm:resizeHandles val="exact"/>
        </dgm:presLayoutVars>
      </dgm:prSet>
      <dgm:spPr/>
    </dgm:pt>
    <dgm:pt modelId="{8E70981D-E12C-4D5A-9FE8-FED6573D76A1}" type="pres">
      <dgm:prSet presAssocID="{674BA6C9-3B16-405E-97DB-3BD3EBBABF12}" presName="parentText" presStyleLbl="node1" presStyleIdx="0" presStyleCnt="4">
        <dgm:presLayoutVars>
          <dgm:chMax val="0"/>
          <dgm:bulletEnabled val="1"/>
        </dgm:presLayoutVars>
      </dgm:prSet>
      <dgm:spPr/>
    </dgm:pt>
    <dgm:pt modelId="{7C53043A-3766-4276-AC47-9DEC5A3B3E9B}" type="pres">
      <dgm:prSet presAssocID="{674BA6C9-3B16-405E-97DB-3BD3EBBABF12}" presName="childText" presStyleLbl="revTx" presStyleIdx="0" presStyleCnt="4">
        <dgm:presLayoutVars>
          <dgm:bulletEnabled val="1"/>
        </dgm:presLayoutVars>
      </dgm:prSet>
      <dgm:spPr/>
    </dgm:pt>
    <dgm:pt modelId="{9A4980A6-61D0-4372-9D85-93028C5A2262}" type="pres">
      <dgm:prSet presAssocID="{49CA4381-70F7-4C2B-BD6B-2CD68266BFA1}" presName="parentText" presStyleLbl="node1" presStyleIdx="1" presStyleCnt="4">
        <dgm:presLayoutVars>
          <dgm:chMax val="0"/>
          <dgm:bulletEnabled val="1"/>
        </dgm:presLayoutVars>
      </dgm:prSet>
      <dgm:spPr/>
    </dgm:pt>
    <dgm:pt modelId="{519E39CD-0467-47E8-B421-C8F0B2795D65}" type="pres">
      <dgm:prSet presAssocID="{49CA4381-70F7-4C2B-BD6B-2CD68266BFA1}" presName="childText" presStyleLbl="revTx" presStyleIdx="1" presStyleCnt="4">
        <dgm:presLayoutVars>
          <dgm:bulletEnabled val="1"/>
        </dgm:presLayoutVars>
      </dgm:prSet>
      <dgm:spPr/>
    </dgm:pt>
    <dgm:pt modelId="{90E40A89-D3DF-41E4-BBE9-8CC6D2BFADA3}" type="pres">
      <dgm:prSet presAssocID="{533689E8-B328-4790-8CD9-1A9E9E768C6E}" presName="parentText" presStyleLbl="node1" presStyleIdx="2" presStyleCnt="4">
        <dgm:presLayoutVars>
          <dgm:chMax val="0"/>
          <dgm:bulletEnabled val="1"/>
        </dgm:presLayoutVars>
      </dgm:prSet>
      <dgm:spPr/>
    </dgm:pt>
    <dgm:pt modelId="{10E75AB4-075E-4DEC-BB5E-B2EEB06DEEF4}" type="pres">
      <dgm:prSet presAssocID="{533689E8-B328-4790-8CD9-1A9E9E768C6E}" presName="childText" presStyleLbl="revTx" presStyleIdx="2" presStyleCnt="4">
        <dgm:presLayoutVars>
          <dgm:bulletEnabled val="1"/>
        </dgm:presLayoutVars>
      </dgm:prSet>
      <dgm:spPr/>
    </dgm:pt>
    <dgm:pt modelId="{AA5D7490-AD6D-46AA-8297-DA220D6EF537}" type="pres">
      <dgm:prSet presAssocID="{CB4119C5-596F-44A3-80D0-FF519F6D33C8}" presName="parentText" presStyleLbl="node1" presStyleIdx="3" presStyleCnt="4">
        <dgm:presLayoutVars>
          <dgm:chMax val="0"/>
          <dgm:bulletEnabled val="1"/>
        </dgm:presLayoutVars>
      </dgm:prSet>
      <dgm:spPr/>
    </dgm:pt>
    <dgm:pt modelId="{605296FB-BB1E-4F65-ACB4-03BA05DD46F5}" type="pres">
      <dgm:prSet presAssocID="{CB4119C5-596F-44A3-80D0-FF519F6D33C8}" presName="childText" presStyleLbl="revTx" presStyleIdx="3" presStyleCnt="4">
        <dgm:presLayoutVars>
          <dgm:bulletEnabled val="1"/>
        </dgm:presLayoutVars>
      </dgm:prSet>
      <dgm:spPr/>
    </dgm:pt>
  </dgm:ptLst>
  <dgm:cxnLst>
    <dgm:cxn modelId="{33652B1F-ACD1-4696-B01D-32C315417C52}" type="presOf" srcId="{421F1675-ADCF-4C95-A817-FEA1BFCB191B}" destId="{605296FB-BB1E-4F65-ACB4-03BA05DD46F5}" srcOrd="0" destOrd="0" presId="urn:microsoft.com/office/officeart/2005/8/layout/vList2"/>
    <dgm:cxn modelId="{E73ADA38-01F4-4002-925B-9C10EB862605}" srcId="{6CC1AE96-42DB-4832-AA59-5727596D246A}" destId="{49CA4381-70F7-4C2B-BD6B-2CD68266BFA1}" srcOrd="1" destOrd="0" parTransId="{F82C9613-F79B-45AC-BA49-DB2FDAC02E32}" sibTransId="{8D9E0BD6-DE43-4D59-AED3-CD852E952FA3}"/>
    <dgm:cxn modelId="{9C741339-37FF-40EC-A630-18D83083F49B}" srcId="{49CA4381-70F7-4C2B-BD6B-2CD68266BFA1}" destId="{CB681167-19F5-4934-BAFE-462629951B8D}" srcOrd="0" destOrd="0" parTransId="{074DC804-134E-4298-A9BA-B64E411661AC}" sibTransId="{54257540-6D11-459B-9008-1361B088B644}"/>
    <dgm:cxn modelId="{FF0C9064-BAE9-4DDC-912A-C24976827BA9}" type="presOf" srcId="{AF568750-490D-4A20-8A63-37805027204B}" destId="{7C53043A-3766-4276-AC47-9DEC5A3B3E9B}" srcOrd="0" destOrd="0" presId="urn:microsoft.com/office/officeart/2005/8/layout/vList2"/>
    <dgm:cxn modelId="{FB14D746-5FD8-4BFA-BFAB-46D31FFD220C}" type="presOf" srcId="{533689E8-B328-4790-8CD9-1A9E9E768C6E}" destId="{90E40A89-D3DF-41E4-BBE9-8CC6D2BFADA3}" srcOrd="0" destOrd="0" presId="urn:microsoft.com/office/officeart/2005/8/layout/vList2"/>
    <dgm:cxn modelId="{ED419C6D-0AEF-4104-9183-CA4131509ABE}" type="presOf" srcId="{CB4119C5-596F-44A3-80D0-FF519F6D33C8}" destId="{AA5D7490-AD6D-46AA-8297-DA220D6EF537}" srcOrd="0" destOrd="0" presId="urn:microsoft.com/office/officeart/2005/8/layout/vList2"/>
    <dgm:cxn modelId="{C1A6E371-C46C-4B00-B07B-A72D6A08D5D2}" type="presOf" srcId="{9097A44B-DBF0-4C19-A1F4-C5FE8A0517DC}" destId="{10E75AB4-075E-4DEC-BB5E-B2EEB06DEEF4}" srcOrd="0" destOrd="0" presId="urn:microsoft.com/office/officeart/2005/8/layout/vList2"/>
    <dgm:cxn modelId="{FBAB6973-DA62-4B0A-ACC6-A20122AC7395}" type="presOf" srcId="{CB681167-19F5-4934-BAFE-462629951B8D}" destId="{519E39CD-0467-47E8-B421-C8F0B2795D65}" srcOrd="0" destOrd="0" presId="urn:microsoft.com/office/officeart/2005/8/layout/vList2"/>
    <dgm:cxn modelId="{1A2F1B75-24AC-450B-987B-010951472EAB}" srcId="{533689E8-B328-4790-8CD9-1A9E9E768C6E}" destId="{9097A44B-DBF0-4C19-A1F4-C5FE8A0517DC}" srcOrd="0" destOrd="0" parTransId="{6985C5D9-E4B2-4BE2-B854-B62A470CD03F}" sibTransId="{F739A5F3-7B1B-43A2-88F0-2D134CF1C665}"/>
    <dgm:cxn modelId="{F7DC8D56-9ABC-4AD1-A40E-085573994287}" srcId="{674BA6C9-3B16-405E-97DB-3BD3EBBABF12}" destId="{AF568750-490D-4A20-8A63-37805027204B}" srcOrd="0" destOrd="0" parTransId="{F6731805-C64E-4493-9D2A-6BDB238AF361}" sibTransId="{C0414485-BA13-48B6-B79B-57D1EF05F115}"/>
    <dgm:cxn modelId="{D426A488-0B12-4728-B489-E5F55CEC02DD}" srcId="{6CC1AE96-42DB-4832-AA59-5727596D246A}" destId="{674BA6C9-3B16-405E-97DB-3BD3EBBABF12}" srcOrd="0" destOrd="0" parTransId="{E20DBA36-E961-4C3E-B968-8EDCB69FA009}" sibTransId="{7B5A1CB0-5DAB-4B5D-B69A-C7539080C98C}"/>
    <dgm:cxn modelId="{C481888D-1D2D-4183-A596-56223963D700}" srcId="{6CC1AE96-42DB-4832-AA59-5727596D246A}" destId="{CB4119C5-596F-44A3-80D0-FF519F6D33C8}" srcOrd="3" destOrd="0" parTransId="{9042599D-0720-4CFB-9714-562D876ABB6C}" sibTransId="{B905CB91-0408-4742-8EF5-34D0EE9D3D6D}"/>
    <dgm:cxn modelId="{9DE576A6-B752-475B-A28C-3BDDFB96302B}" type="presOf" srcId="{674BA6C9-3B16-405E-97DB-3BD3EBBABF12}" destId="{8E70981D-E12C-4D5A-9FE8-FED6573D76A1}" srcOrd="0" destOrd="0" presId="urn:microsoft.com/office/officeart/2005/8/layout/vList2"/>
    <dgm:cxn modelId="{6BE485A8-FA82-45DB-9A25-962352C69DD3}" srcId="{6CC1AE96-42DB-4832-AA59-5727596D246A}" destId="{533689E8-B328-4790-8CD9-1A9E9E768C6E}" srcOrd="2" destOrd="0" parTransId="{0C1CA101-E051-4E0D-A871-CAED44F2BF33}" sibTransId="{1158F76D-AB3B-4AAC-840F-21346CE63BF6}"/>
    <dgm:cxn modelId="{09C3B8B6-08EF-4520-9B20-90227EDB8F38}" srcId="{CB4119C5-596F-44A3-80D0-FF519F6D33C8}" destId="{421F1675-ADCF-4C95-A817-FEA1BFCB191B}" srcOrd="0" destOrd="0" parTransId="{CF1FE67E-C12C-4B85-BEDE-1076A417704E}" sibTransId="{DF8E7A00-00B5-445A-8115-0326458CACDD}"/>
    <dgm:cxn modelId="{B3AC3EC5-B92D-4B7D-9ABD-1287814D414E}" type="presOf" srcId="{6CC1AE96-42DB-4832-AA59-5727596D246A}" destId="{868F189F-5311-4803-97DB-58ECC76E1079}" srcOrd="0" destOrd="0" presId="urn:microsoft.com/office/officeart/2005/8/layout/vList2"/>
    <dgm:cxn modelId="{F64600D7-34F0-40F0-A1B5-2A4978C5ED37}" type="presOf" srcId="{49CA4381-70F7-4C2B-BD6B-2CD68266BFA1}" destId="{9A4980A6-61D0-4372-9D85-93028C5A2262}" srcOrd="0" destOrd="0" presId="urn:microsoft.com/office/officeart/2005/8/layout/vList2"/>
    <dgm:cxn modelId="{29BEE030-2176-4BB0-9939-6D7A4A299CD7}" type="presParOf" srcId="{868F189F-5311-4803-97DB-58ECC76E1079}" destId="{8E70981D-E12C-4D5A-9FE8-FED6573D76A1}" srcOrd="0" destOrd="0" presId="urn:microsoft.com/office/officeart/2005/8/layout/vList2"/>
    <dgm:cxn modelId="{05C33938-458D-436B-AE5C-25FF38E3B9CE}" type="presParOf" srcId="{868F189F-5311-4803-97DB-58ECC76E1079}" destId="{7C53043A-3766-4276-AC47-9DEC5A3B3E9B}" srcOrd="1" destOrd="0" presId="urn:microsoft.com/office/officeart/2005/8/layout/vList2"/>
    <dgm:cxn modelId="{4AEF8D43-5212-4775-ACC4-9C9E982D6783}" type="presParOf" srcId="{868F189F-5311-4803-97DB-58ECC76E1079}" destId="{9A4980A6-61D0-4372-9D85-93028C5A2262}" srcOrd="2" destOrd="0" presId="urn:microsoft.com/office/officeart/2005/8/layout/vList2"/>
    <dgm:cxn modelId="{A1F81B78-4B3B-4EB2-9808-86CAD01418F7}" type="presParOf" srcId="{868F189F-5311-4803-97DB-58ECC76E1079}" destId="{519E39CD-0467-47E8-B421-C8F0B2795D65}" srcOrd="3" destOrd="0" presId="urn:microsoft.com/office/officeart/2005/8/layout/vList2"/>
    <dgm:cxn modelId="{D21D714C-FBD5-436B-A239-0C3B0E0D3CC6}" type="presParOf" srcId="{868F189F-5311-4803-97DB-58ECC76E1079}" destId="{90E40A89-D3DF-41E4-BBE9-8CC6D2BFADA3}" srcOrd="4" destOrd="0" presId="urn:microsoft.com/office/officeart/2005/8/layout/vList2"/>
    <dgm:cxn modelId="{9933F2EC-1489-4E62-B81C-F7005796123C}" type="presParOf" srcId="{868F189F-5311-4803-97DB-58ECC76E1079}" destId="{10E75AB4-075E-4DEC-BB5E-B2EEB06DEEF4}" srcOrd="5" destOrd="0" presId="urn:microsoft.com/office/officeart/2005/8/layout/vList2"/>
    <dgm:cxn modelId="{53D60AA0-9CA6-46B3-A86D-864C31CACC8B}" type="presParOf" srcId="{868F189F-5311-4803-97DB-58ECC76E1079}" destId="{AA5D7490-AD6D-46AA-8297-DA220D6EF537}" srcOrd="6" destOrd="0" presId="urn:microsoft.com/office/officeart/2005/8/layout/vList2"/>
    <dgm:cxn modelId="{A2010375-98E9-4312-92E8-32E831126B17}" type="presParOf" srcId="{868F189F-5311-4803-97DB-58ECC76E1079}" destId="{605296FB-BB1E-4F65-ACB4-03BA05DD46F5}" srcOrd="7"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EBC26111-42FF-4848-9148-F1EF4656BBD0}" type="doc">
      <dgm:prSet loTypeId="urn:microsoft.com/office/officeart/2005/8/layout/process5" loCatId="process" qsTypeId="urn:microsoft.com/office/officeart/2005/8/quickstyle/simple1" qsCatId="simple" csTypeId="urn:microsoft.com/office/officeart/2005/8/colors/accent1_2" csCatId="accent1" phldr="1"/>
      <dgm:spPr/>
      <dgm:t>
        <a:bodyPr/>
        <a:lstStyle/>
        <a:p>
          <a:endParaRPr lang="zh-TW" altLang="en-US"/>
        </a:p>
      </dgm:t>
    </dgm:pt>
    <dgm:pt modelId="{AE817CEB-93DF-4544-9CEC-C18157732817}">
      <dgm:prSet phldrT="[文字]"/>
      <dgm:spPr/>
      <dgm:t>
        <a:bodyPr/>
        <a:lstStyle/>
        <a:p>
          <a:pPr>
            <a:buNone/>
          </a:pPr>
          <a:r>
            <a:rPr lang="zh-TW" dirty="0"/>
            <a:t>裁判書資料</a:t>
          </a:r>
          <a:endParaRPr lang="zh-TW" altLang="en-US" dirty="0"/>
        </a:p>
      </dgm:t>
    </dgm:pt>
    <dgm:pt modelId="{267F2104-1ED3-4678-A1DA-F194517A1D7C}" type="parTrans" cxnId="{035A3F3E-21DB-45BA-920B-4FCDE58FEC1C}">
      <dgm:prSet/>
      <dgm:spPr/>
      <dgm:t>
        <a:bodyPr/>
        <a:lstStyle/>
        <a:p>
          <a:endParaRPr lang="zh-TW" altLang="en-US"/>
        </a:p>
      </dgm:t>
    </dgm:pt>
    <dgm:pt modelId="{2A6B1842-8B16-449E-BF3E-BE37AC097C13}" type="sibTrans" cxnId="{035A3F3E-21DB-45BA-920B-4FCDE58FEC1C}">
      <dgm:prSet/>
      <dgm:spPr/>
      <dgm:t>
        <a:bodyPr/>
        <a:lstStyle/>
        <a:p>
          <a:endParaRPr lang="zh-TW" altLang="en-US"/>
        </a:p>
      </dgm:t>
    </dgm:pt>
    <dgm:pt modelId="{C470E1E4-F29C-4667-8E29-4F2CD078F76E}">
      <dgm:prSet phldrT="[文字]"/>
      <dgm:spPr/>
      <dgm:t>
        <a:bodyPr/>
        <a:lstStyle/>
        <a:p>
          <a:pPr>
            <a:buNone/>
          </a:pPr>
          <a:r>
            <a:rPr lang="zh-TW" dirty="0"/>
            <a:t>案件篩選與標籤整理</a:t>
          </a:r>
          <a:endParaRPr lang="zh-TW" altLang="en-US" dirty="0"/>
        </a:p>
      </dgm:t>
    </dgm:pt>
    <dgm:pt modelId="{43E6A0F1-5FCD-48F5-A5FB-557EBADBBF74}" type="parTrans" cxnId="{95422C35-3137-4FB4-9D13-28E6816E3DF2}">
      <dgm:prSet/>
      <dgm:spPr/>
      <dgm:t>
        <a:bodyPr/>
        <a:lstStyle/>
        <a:p>
          <a:endParaRPr lang="zh-TW" altLang="en-US"/>
        </a:p>
      </dgm:t>
    </dgm:pt>
    <dgm:pt modelId="{5A0CAD61-B361-445A-8B3B-C3FA3E9FD581}" type="sibTrans" cxnId="{95422C35-3137-4FB4-9D13-28E6816E3DF2}">
      <dgm:prSet/>
      <dgm:spPr/>
      <dgm:t>
        <a:bodyPr/>
        <a:lstStyle/>
        <a:p>
          <a:endParaRPr lang="zh-TW" altLang="en-US"/>
        </a:p>
      </dgm:t>
    </dgm:pt>
    <dgm:pt modelId="{1728735F-B81E-49EF-A663-56AE94AA024D}">
      <dgm:prSet phldrT="[文字]"/>
      <dgm:spPr/>
      <dgm:t>
        <a:bodyPr/>
        <a:lstStyle/>
        <a:p>
          <a:pPr>
            <a:buNone/>
          </a:pPr>
          <a:r>
            <a:rPr lang="zh-TW" dirty="0"/>
            <a:t>文本清理與斷詞</a:t>
          </a:r>
          <a:endParaRPr lang="zh-TW" altLang="en-US" dirty="0"/>
        </a:p>
      </dgm:t>
    </dgm:pt>
    <dgm:pt modelId="{58E15BD3-0D43-4B17-B766-8486ECE47BF8}" type="parTrans" cxnId="{329143C7-F35C-475C-A367-F5D6F19460CC}">
      <dgm:prSet/>
      <dgm:spPr/>
      <dgm:t>
        <a:bodyPr/>
        <a:lstStyle/>
        <a:p>
          <a:endParaRPr lang="zh-TW" altLang="en-US"/>
        </a:p>
      </dgm:t>
    </dgm:pt>
    <dgm:pt modelId="{35877BC4-618C-42E3-A5FB-6D03CFFDAE73}" type="sibTrans" cxnId="{329143C7-F35C-475C-A367-F5D6F19460CC}">
      <dgm:prSet/>
      <dgm:spPr/>
      <dgm:t>
        <a:bodyPr/>
        <a:lstStyle/>
        <a:p>
          <a:endParaRPr lang="zh-TW" altLang="en-US"/>
        </a:p>
      </dgm:t>
    </dgm:pt>
    <dgm:pt modelId="{A8B47664-D4DF-4AA2-A26D-7DCE4DFF9EBE}">
      <dgm:prSet phldrT="[文字]"/>
      <dgm:spPr/>
      <dgm:t>
        <a:bodyPr/>
        <a:lstStyle/>
        <a:p>
          <a:pPr>
            <a:buNone/>
          </a:pPr>
          <a:r>
            <a:rPr lang="zh-TW" dirty="0"/>
            <a:t>文字特徵表示</a:t>
          </a:r>
          <a:endParaRPr lang="zh-TW" altLang="en-US" dirty="0"/>
        </a:p>
      </dgm:t>
    </dgm:pt>
    <dgm:pt modelId="{E7402D4D-38C5-4E32-820D-D840D89A6E56}" type="parTrans" cxnId="{B251331F-DE55-4D37-AB37-F8AF3DC4E5C1}">
      <dgm:prSet/>
      <dgm:spPr/>
      <dgm:t>
        <a:bodyPr/>
        <a:lstStyle/>
        <a:p>
          <a:endParaRPr lang="zh-TW" altLang="en-US"/>
        </a:p>
      </dgm:t>
    </dgm:pt>
    <dgm:pt modelId="{CAC6986B-816F-4582-8EAD-6FDD1178353B}" type="sibTrans" cxnId="{B251331F-DE55-4D37-AB37-F8AF3DC4E5C1}">
      <dgm:prSet/>
      <dgm:spPr/>
      <dgm:t>
        <a:bodyPr/>
        <a:lstStyle/>
        <a:p>
          <a:endParaRPr lang="zh-TW" altLang="en-US"/>
        </a:p>
      </dgm:t>
    </dgm:pt>
    <dgm:pt modelId="{FED150DD-065F-48C2-B36D-F01CD88A4BBB}">
      <dgm:prSet phldrT="[文字]"/>
      <dgm:spPr/>
      <dgm:t>
        <a:bodyPr/>
        <a:lstStyle/>
        <a:p>
          <a:pPr>
            <a:buNone/>
          </a:pPr>
          <a:r>
            <a:rPr lang="zh-TW" dirty="0"/>
            <a:t>Chi-square 特徵選擇</a:t>
          </a:r>
          <a:endParaRPr lang="zh-TW" altLang="en-US" dirty="0"/>
        </a:p>
      </dgm:t>
    </dgm:pt>
    <dgm:pt modelId="{60919731-AA57-4924-8690-6A91BF756F1F}" type="parTrans" cxnId="{3455DB8B-0571-4176-BC93-273195FFEAE9}">
      <dgm:prSet/>
      <dgm:spPr/>
      <dgm:t>
        <a:bodyPr/>
        <a:lstStyle/>
        <a:p>
          <a:endParaRPr lang="zh-TW" altLang="en-US"/>
        </a:p>
      </dgm:t>
    </dgm:pt>
    <dgm:pt modelId="{7A97ADA9-4BF7-4BE1-B72F-109D6B77E448}" type="sibTrans" cxnId="{3455DB8B-0571-4176-BC93-273195FFEAE9}">
      <dgm:prSet/>
      <dgm:spPr/>
      <dgm:t>
        <a:bodyPr/>
        <a:lstStyle/>
        <a:p>
          <a:endParaRPr lang="zh-TW" altLang="en-US"/>
        </a:p>
      </dgm:t>
    </dgm:pt>
    <dgm:pt modelId="{D4FB329F-5B05-4457-B23B-0D6F077BDFA2}">
      <dgm:prSet phldrT="[文字]"/>
      <dgm:spPr/>
      <dgm:t>
        <a:bodyPr/>
        <a:lstStyle/>
        <a:p>
          <a:pPr>
            <a:buNone/>
          </a:pPr>
          <a:r>
            <a:rPr lang="zh-TW"/>
            <a:t>BoW / TF / TF-IDF</a:t>
          </a:r>
          <a:endParaRPr lang="zh-TW" altLang="en-US" dirty="0"/>
        </a:p>
      </dgm:t>
    </dgm:pt>
    <dgm:pt modelId="{7FC8BD53-DFA4-415C-9B3A-9A0684CF6D94}" type="parTrans" cxnId="{72B1DA79-4FAE-4B8D-A933-BC0F9DEA400D}">
      <dgm:prSet/>
      <dgm:spPr/>
      <dgm:t>
        <a:bodyPr/>
        <a:lstStyle/>
        <a:p>
          <a:endParaRPr lang="zh-TW" altLang="en-US"/>
        </a:p>
      </dgm:t>
    </dgm:pt>
    <dgm:pt modelId="{F5726D37-2C5E-431A-9233-B220BF200E69}" type="sibTrans" cxnId="{72B1DA79-4FAE-4B8D-A933-BC0F9DEA400D}">
      <dgm:prSet/>
      <dgm:spPr/>
      <dgm:t>
        <a:bodyPr/>
        <a:lstStyle/>
        <a:p>
          <a:endParaRPr lang="zh-TW" altLang="en-US"/>
        </a:p>
      </dgm:t>
    </dgm:pt>
    <dgm:pt modelId="{0D2B9875-3DC8-4B11-B2EA-51E30C0BB2CE}">
      <dgm:prSet phldrT="[文字]"/>
      <dgm:spPr/>
      <dgm:t>
        <a:bodyPr/>
        <a:lstStyle/>
        <a:p>
          <a:pPr>
            <a:buNone/>
          </a:pPr>
          <a:r>
            <a:rPr lang="zh-TW" dirty="0"/>
            <a:t>模型流程比較</a:t>
          </a:r>
          <a:endParaRPr lang="zh-TW" altLang="en-US" dirty="0"/>
        </a:p>
      </dgm:t>
    </dgm:pt>
    <dgm:pt modelId="{53E97BEB-A95A-4E76-B54B-42874DE81F59}" type="parTrans" cxnId="{A6E8BAE1-DF9B-4753-8D7A-309F87FCEDD5}">
      <dgm:prSet/>
      <dgm:spPr/>
      <dgm:t>
        <a:bodyPr/>
        <a:lstStyle/>
        <a:p>
          <a:endParaRPr lang="zh-TW" altLang="en-US"/>
        </a:p>
      </dgm:t>
    </dgm:pt>
    <dgm:pt modelId="{84E4F00D-FF18-4056-92F6-B354770DE90D}" type="sibTrans" cxnId="{A6E8BAE1-DF9B-4753-8D7A-309F87FCEDD5}">
      <dgm:prSet/>
      <dgm:spPr/>
      <dgm:t>
        <a:bodyPr/>
        <a:lstStyle/>
        <a:p>
          <a:endParaRPr lang="zh-TW" altLang="en-US"/>
        </a:p>
      </dgm:t>
    </dgm:pt>
    <dgm:pt modelId="{CAA2FACE-D837-4286-B5DA-A4472A663B99}">
      <dgm:prSet phldrT="[文字]"/>
      <dgm:spPr/>
      <dgm:t>
        <a:bodyPr/>
        <a:lstStyle/>
        <a:p>
          <a:pPr>
            <a:buNone/>
          </a:pPr>
          <a:r>
            <a:rPr lang="zh-TW" dirty="0"/>
            <a:t>MNIR + SVM  vs  Direct SVM</a:t>
          </a:r>
          <a:endParaRPr lang="zh-TW" altLang="en-US" dirty="0"/>
        </a:p>
      </dgm:t>
    </dgm:pt>
    <dgm:pt modelId="{505C0DED-0F0D-4C9E-A750-38DBDD1738BD}" type="parTrans" cxnId="{97BF1F79-6463-42AF-B014-470C12A00848}">
      <dgm:prSet/>
      <dgm:spPr/>
      <dgm:t>
        <a:bodyPr/>
        <a:lstStyle/>
        <a:p>
          <a:endParaRPr lang="zh-TW" altLang="en-US"/>
        </a:p>
      </dgm:t>
    </dgm:pt>
    <dgm:pt modelId="{5718A66C-8095-4C79-A550-820A8B14FACF}" type="sibTrans" cxnId="{97BF1F79-6463-42AF-B014-470C12A00848}">
      <dgm:prSet/>
      <dgm:spPr/>
      <dgm:t>
        <a:bodyPr/>
        <a:lstStyle/>
        <a:p>
          <a:endParaRPr lang="zh-TW" altLang="en-US"/>
        </a:p>
      </dgm:t>
    </dgm:pt>
    <dgm:pt modelId="{B2329F14-2EEA-4AC1-9FD4-573EC6D6AC19}">
      <dgm:prSet phldrT="[文字]"/>
      <dgm:spPr/>
      <dgm:t>
        <a:bodyPr/>
        <a:lstStyle/>
        <a:p>
          <a:pPr>
            <a:buNone/>
          </a:pPr>
          <a:r>
            <a:rPr lang="zh-TW" dirty="0"/>
            <a:t>模型評估</a:t>
          </a:r>
          <a:endParaRPr lang="zh-TW" altLang="en-US" dirty="0"/>
        </a:p>
      </dgm:t>
    </dgm:pt>
    <dgm:pt modelId="{31203760-6EA9-4FE7-85F8-83346053C934}" type="parTrans" cxnId="{70F4CAD8-F333-4798-BF4C-54277B22F395}">
      <dgm:prSet/>
      <dgm:spPr/>
      <dgm:t>
        <a:bodyPr/>
        <a:lstStyle/>
        <a:p>
          <a:endParaRPr lang="zh-TW" altLang="en-US"/>
        </a:p>
      </dgm:t>
    </dgm:pt>
    <dgm:pt modelId="{4C4F1A31-2E57-42F1-898C-9810FEBD1914}" type="sibTrans" cxnId="{70F4CAD8-F333-4798-BF4C-54277B22F395}">
      <dgm:prSet/>
      <dgm:spPr/>
      <dgm:t>
        <a:bodyPr/>
        <a:lstStyle/>
        <a:p>
          <a:endParaRPr lang="zh-TW" altLang="en-US"/>
        </a:p>
      </dgm:t>
    </dgm:pt>
    <dgm:pt modelId="{F878CB1F-74C6-4630-BDA0-4DF695835245}">
      <dgm:prSet phldrT="[文字]"/>
      <dgm:spPr/>
      <dgm:t>
        <a:bodyPr/>
        <a:lstStyle/>
        <a:p>
          <a:pPr>
            <a:buNone/>
          </a:pPr>
          <a:r>
            <a:rPr lang="zh-TW"/>
            <a:t>Macro F1 / 混淆矩陣 / 各類別 F1</a:t>
          </a:r>
          <a:endParaRPr lang="zh-TW" altLang="en-US" dirty="0"/>
        </a:p>
      </dgm:t>
    </dgm:pt>
    <dgm:pt modelId="{2C5E641D-1DC8-4B51-B966-F95B42C17198}" type="parTrans" cxnId="{D357FD90-1C4D-49FF-9AFE-F42549E79C78}">
      <dgm:prSet/>
      <dgm:spPr/>
      <dgm:t>
        <a:bodyPr/>
        <a:lstStyle/>
        <a:p>
          <a:endParaRPr lang="zh-TW" altLang="en-US"/>
        </a:p>
      </dgm:t>
    </dgm:pt>
    <dgm:pt modelId="{29675B81-7437-4B78-A35A-C69262D968B5}" type="sibTrans" cxnId="{D357FD90-1C4D-49FF-9AFE-F42549E79C78}">
      <dgm:prSet/>
      <dgm:spPr/>
      <dgm:t>
        <a:bodyPr/>
        <a:lstStyle/>
        <a:p>
          <a:endParaRPr lang="zh-TW" altLang="en-US"/>
        </a:p>
      </dgm:t>
    </dgm:pt>
    <dgm:pt modelId="{B8E8FC0D-1A6B-4CCD-AFB8-235D5035AC71}" type="pres">
      <dgm:prSet presAssocID="{EBC26111-42FF-4848-9148-F1EF4656BBD0}" presName="diagram" presStyleCnt="0">
        <dgm:presLayoutVars>
          <dgm:dir/>
          <dgm:resizeHandles val="exact"/>
        </dgm:presLayoutVars>
      </dgm:prSet>
      <dgm:spPr/>
    </dgm:pt>
    <dgm:pt modelId="{D5D94D95-055C-46FE-96C4-5734B9EA30D3}" type="pres">
      <dgm:prSet presAssocID="{AE817CEB-93DF-4544-9CEC-C18157732817}" presName="node" presStyleLbl="node1" presStyleIdx="0" presStyleCnt="7">
        <dgm:presLayoutVars>
          <dgm:bulletEnabled val="1"/>
        </dgm:presLayoutVars>
      </dgm:prSet>
      <dgm:spPr/>
    </dgm:pt>
    <dgm:pt modelId="{EE2A1152-FC73-4CC3-A8A9-3ECDC2F4E1A6}" type="pres">
      <dgm:prSet presAssocID="{2A6B1842-8B16-449E-BF3E-BE37AC097C13}" presName="sibTrans" presStyleLbl="sibTrans2D1" presStyleIdx="0" presStyleCnt="6"/>
      <dgm:spPr/>
    </dgm:pt>
    <dgm:pt modelId="{3183F081-E23E-4F0E-89EC-2D7BDF516132}" type="pres">
      <dgm:prSet presAssocID="{2A6B1842-8B16-449E-BF3E-BE37AC097C13}" presName="connectorText" presStyleLbl="sibTrans2D1" presStyleIdx="0" presStyleCnt="6"/>
      <dgm:spPr/>
    </dgm:pt>
    <dgm:pt modelId="{440B4EFE-4707-46BC-8B7F-118FD8EEA9D7}" type="pres">
      <dgm:prSet presAssocID="{C470E1E4-F29C-4667-8E29-4F2CD078F76E}" presName="node" presStyleLbl="node1" presStyleIdx="1" presStyleCnt="7">
        <dgm:presLayoutVars>
          <dgm:bulletEnabled val="1"/>
        </dgm:presLayoutVars>
      </dgm:prSet>
      <dgm:spPr/>
    </dgm:pt>
    <dgm:pt modelId="{984B54B4-23CC-479B-BD55-6A8F046BF52D}" type="pres">
      <dgm:prSet presAssocID="{5A0CAD61-B361-445A-8B3B-C3FA3E9FD581}" presName="sibTrans" presStyleLbl="sibTrans2D1" presStyleIdx="1" presStyleCnt="6"/>
      <dgm:spPr/>
    </dgm:pt>
    <dgm:pt modelId="{A7EB4A89-E752-4D25-B144-06662F4A4674}" type="pres">
      <dgm:prSet presAssocID="{5A0CAD61-B361-445A-8B3B-C3FA3E9FD581}" presName="connectorText" presStyleLbl="sibTrans2D1" presStyleIdx="1" presStyleCnt="6"/>
      <dgm:spPr/>
    </dgm:pt>
    <dgm:pt modelId="{7FB73031-7020-4E7C-B6D9-F376838C1F0B}" type="pres">
      <dgm:prSet presAssocID="{1728735F-B81E-49EF-A663-56AE94AA024D}" presName="node" presStyleLbl="node1" presStyleIdx="2" presStyleCnt="7">
        <dgm:presLayoutVars>
          <dgm:bulletEnabled val="1"/>
        </dgm:presLayoutVars>
      </dgm:prSet>
      <dgm:spPr/>
    </dgm:pt>
    <dgm:pt modelId="{65970230-FFC8-4058-8A02-659B9EB339E0}" type="pres">
      <dgm:prSet presAssocID="{35877BC4-618C-42E3-A5FB-6D03CFFDAE73}" presName="sibTrans" presStyleLbl="sibTrans2D1" presStyleIdx="2" presStyleCnt="6"/>
      <dgm:spPr/>
    </dgm:pt>
    <dgm:pt modelId="{F90E0636-4A0E-4405-843D-1DF98BB1115C}" type="pres">
      <dgm:prSet presAssocID="{35877BC4-618C-42E3-A5FB-6D03CFFDAE73}" presName="connectorText" presStyleLbl="sibTrans2D1" presStyleIdx="2" presStyleCnt="6"/>
      <dgm:spPr/>
    </dgm:pt>
    <dgm:pt modelId="{B37D8F96-69D0-4C55-9DD6-055608BC8D82}" type="pres">
      <dgm:prSet presAssocID="{A8B47664-D4DF-4AA2-A26D-7DCE4DFF9EBE}" presName="node" presStyleLbl="node1" presStyleIdx="3" presStyleCnt="7">
        <dgm:presLayoutVars>
          <dgm:bulletEnabled val="1"/>
        </dgm:presLayoutVars>
      </dgm:prSet>
      <dgm:spPr/>
    </dgm:pt>
    <dgm:pt modelId="{22432452-F061-43DD-939C-043CFB0A388F}" type="pres">
      <dgm:prSet presAssocID="{CAC6986B-816F-4582-8EAD-6FDD1178353B}" presName="sibTrans" presStyleLbl="sibTrans2D1" presStyleIdx="3" presStyleCnt="6"/>
      <dgm:spPr/>
    </dgm:pt>
    <dgm:pt modelId="{73D5796B-FDFD-420E-AF8B-529E9045C194}" type="pres">
      <dgm:prSet presAssocID="{CAC6986B-816F-4582-8EAD-6FDD1178353B}" presName="connectorText" presStyleLbl="sibTrans2D1" presStyleIdx="3" presStyleCnt="6"/>
      <dgm:spPr/>
    </dgm:pt>
    <dgm:pt modelId="{E10E689C-84DB-45FC-8699-6B648CEF4A1F}" type="pres">
      <dgm:prSet presAssocID="{FED150DD-065F-48C2-B36D-F01CD88A4BBB}" presName="node" presStyleLbl="node1" presStyleIdx="4" presStyleCnt="7">
        <dgm:presLayoutVars>
          <dgm:bulletEnabled val="1"/>
        </dgm:presLayoutVars>
      </dgm:prSet>
      <dgm:spPr/>
    </dgm:pt>
    <dgm:pt modelId="{76A1B18C-DB8C-4620-AB78-71751E5288CD}" type="pres">
      <dgm:prSet presAssocID="{7A97ADA9-4BF7-4BE1-B72F-109D6B77E448}" presName="sibTrans" presStyleLbl="sibTrans2D1" presStyleIdx="4" presStyleCnt="6"/>
      <dgm:spPr/>
    </dgm:pt>
    <dgm:pt modelId="{F8D8D46C-DD36-4B0B-A6DD-4B69782309E1}" type="pres">
      <dgm:prSet presAssocID="{7A97ADA9-4BF7-4BE1-B72F-109D6B77E448}" presName="connectorText" presStyleLbl="sibTrans2D1" presStyleIdx="4" presStyleCnt="6"/>
      <dgm:spPr/>
    </dgm:pt>
    <dgm:pt modelId="{BE012832-78FC-4E6F-B6A7-7F8C9891DB16}" type="pres">
      <dgm:prSet presAssocID="{0D2B9875-3DC8-4B11-B2EA-51E30C0BB2CE}" presName="node" presStyleLbl="node1" presStyleIdx="5" presStyleCnt="7">
        <dgm:presLayoutVars>
          <dgm:bulletEnabled val="1"/>
        </dgm:presLayoutVars>
      </dgm:prSet>
      <dgm:spPr/>
    </dgm:pt>
    <dgm:pt modelId="{231AF59D-F3F6-4674-9151-246CB895032D}" type="pres">
      <dgm:prSet presAssocID="{84E4F00D-FF18-4056-92F6-B354770DE90D}" presName="sibTrans" presStyleLbl="sibTrans2D1" presStyleIdx="5" presStyleCnt="6"/>
      <dgm:spPr/>
    </dgm:pt>
    <dgm:pt modelId="{3ABA32E0-1B7E-44DD-8185-84D082E9DB54}" type="pres">
      <dgm:prSet presAssocID="{84E4F00D-FF18-4056-92F6-B354770DE90D}" presName="connectorText" presStyleLbl="sibTrans2D1" presStyleIdx="5" presStyleCnt="6"/>
      <dgm:spPr/>
    </dgm:pt>
    <dgm:pt modelId="{0A27FC52-3B0E-464E-8131-C07414DB1253}" type="pres">
      <dgm:prSet presAssocID="{B2329F14-2EEA-4AC1-9FD4-573EC6D6AC19}" presName="node" presStyleLbl="node1" presStyleIdx="6" presStyleCnt="7">
        <dgm:presLayoutVars>
          <dgm:bulletEnabled val="1"/>
        </dgm:presLayoutVars>
      </dgm:prSet>
      <dgm:spPr/>
    </dgm:pt>
  </dgm:ptLst>
  <dgm:cxnLst>
    <dgm:cxn modelId="{CE6DDD02-EE1F-479C-A37A-317FB6259C42}" type="presOf" srcId="{5A0CAD61-B361-445A-8B3B-C3FA3E9FD581}" destId="{A7EB4A89-E752-4D25-B144-06662F4A4674}" srcOrd="1" destOrd="0" presId="urn:microsoft.com/office/officeart/2005/8/layout/process5"/>
    <dgm:cxn modelId="{1EBE6B0F-81C8-481E-8BA9-5D4F7F6D1F63}" type="presOf" srcId="{CAC6986B-816F-4582-8EAD-6FDD1178353B}" destId="{73D5796B-FDFD-420E-AF8B-529E9045C194}" srcOrd="1" destOrd="0" presId="urn:microsoft.com/office/officeart/2005/8/layout/process5"/>
    <dgm:cxn modelId="{B92F3E12-BFB3-413E-88EA-E35AE1F3E7A4}" type="presOf" srcId="{2A6B1842-8B16-449E-BF3E-BE37AC097C13}" destId="{EE2A1152-FC73-4CC3-A8A9-3ECDC2F4E1A6}" srcOrd="0" destOrd="0" presId="urn:microsoft.com/office/officeart/2005/8/layout/process5"/>
    <dgm:cxn modelId="{B251331F-DE55-4D37-AB37-F8AF3DC4E5C1}" srcId="{EBC26111-42FF-4848-9148-F1EF4656BBD0}" destId="{A8B47664-D4DF-4AA2-A26D-7DCE4DFF9EBE}" srcOrd="3" destOrd="0" parTransId="{E7402D4D-38C5-4E32-820D-D840D89A6E56}" sibTransId="{CAC6986B-816F-4582-8EAD-6FDD1178353B}"/>
    <dgm:cxn modelId="{C5CD6B20-2180-4F85-9884-75C31EDC1B50}" type="presOf" srcId="{CAA2FACE-D837-4286-B5DA-A4472A663B99}" destId="{BE012832-78FC-4E6F-B6A7-7F8C9891DB16}" srcOrd="0" destOrd="1" presId="urn:microsoft.com/office/officeart/2005/8/layout/process5"/>
    <dgm:cxn modelId="{EE146F28-C33C-478B-AAE6-D3F4D41F34FA}" type="presOf" srcId="{AE817CEB-93DF-4544-9CEC-C18157732817}" destId="{D5D94D95-055C-46FE-96C4-5734B9EA30D3}" srcOrd="0" destOrd="0" presId="urn:microsoft.com/office/officeart/2005/8/layout/process5"/>
    <dgm:cxn modelId="{4C16A02F-EFAA-478D-BDE0-A696D6BD31D6}" type="presOf" srcId="{D4FB329F-5B05-4457-B23B-0D6F077BDFA2}" destId="{B37D8F96-69D0-4C55-9DD6-055608BC8D82}" srcOrd="0" destOrd="1" presId="urn:microsoft.com/office/officeart/2005/8/layout/process5"/>
    <dgm:cxn modelId="{95422C35-3137-4FB4-9D13-28E6816E3DF2}" srcId="{EBC26111-42FF-4848-9148-F1EF4656BBD0}" destId="{C470E1E4-F29C-4667-8E29-4F2CD078F76E}" srcOrd="1" destOrd="0" parTransId="{43E6A0F1-5FCD-48F5-A5FB-557EBADBBF74}" sibTransId="{5A0CAD61-B361-445A-8B3B-C3FA3E9FD581}"/>
    <dgm:cxn modelId="{9E757F36-C35D-451F-8F58-7765F4DD1D59}" type="presOf" srcId="{35877BC4-618C-42E3-A5FB-6D03CFFDAE73}" destId="{65970230-FFC8-4058-8A02-659B9EB339E0}" srcOrd="0" destOrd="0" presId="urn:microsoft.com/office/officeart/2005/8/layout/process5"/>
    <dgm:cxn modelId="{4CBD363A-8695-4801-BE9C-AF8E23496524}" type="presOf" srcId="{35877BC4-618C-42E3-A5FB-6D03CFFDAE73}" destId="{F90E0636-4A0E-4405-843D-1DF98BB1115C}" srcOrd="1" destOrd="0" presId="urn:microsoft.com/office/officeart/2005/8/layout/process5"/>
    <dgm:cxn modelId="{035A3F3E-21DB-45BA-920B-4FCDE58FEC1C}" srcId="{EBC26111-42FF-4848-9148-F1EF4656BBD0}" destId="{AE817CEB-93DF-4544-9CEC-C18157732817}" srcOrd="0" destOrd="0" parTransId="{267F2104-1ED3-4678-A1DA-F194517A1D7C}" sibTransId="{2A6B1842-8B16-449E-BF3E-BE37AC097C13}"/>
    <dgm:cxn modelId="{65B99865-BF66-4B02-81BA-8A5997A07D93}" type="presOf" srcId="{F878CB1F-74C6-4630-BDA0-4DF695835245}" destId="{0A27FC52-3B0E-464E-8131-C07414DB1253}" srcOrd="0" destOrd="1" presId="urn:microsoft.com/office/officeart/2005/8/layout/process5"/>
    <dgm:cxn modelId="{57A5054A-0066-47F4-BBDF-1CC0CC74D3E9}" type="presOf" srcId="{FED150DD-065F-48C2-B36D-F01CD88A4BBB}" destId="{E10E689C-84DB-45FC-8699-6B648CEF4A1F}" srcOrd="0" destOrd="0" presId="urn:microsoft.com/office/officeart/2005/8/layout/process5"/>
    <dgm:cxn modelId="{8CF5084E-88E6-4654-918B-8BAEE2880E67}" type="presOf" srcId="{1728735F-B81E-49EF-A663-56AE94AA024D}" destId="{7FB73031-7020-4E7C-B6D9-F376838C1F0B}" srcOrd="0" destOrd="0" presId="urn:microsoft.com/office/officeart/2005/8/layout/process5"/>
    <dgm:cxn modelId="{A003684E-F654-45F0-8C40-4B6D421837DE}" type="presOf" srcId="{EBC26111-42FF-4848-9148-F1EF4656BBD0}" destId="{B8E8FC0D-1A6B-4CCD-AFB8-235D5035AC71}" srcOrd="0" destOrd="0" presId="urn:microsoft.com/office/officeart/2005/8/layout/process5"/>
    <dgm:cxn modelId="{5A52C96E-3B3D-437E-93AE-7E492845F5EC}" type="presOf" srcId="{CAC6986B-816F-4582-8EAD-6FDD1178353B}" destId="{22432452-F061-43DD-939C-043CFB0A388F}" srcOrd="0" destOrd="0" presId="urn:microsoft.com/office/officeart/2005/8/layout/process5"/>
    <dgm:cxn modelId="{97BF1F79-6463-42AF-B014-470C12A00848}" srcId="{0D2B9875-3DC8-4B11-B2EA-51E30C0BB2CE}" destId="{CAA2FACE-D837-4286-B5DA-A4472A663B99}" srcOrd="0" destOrd="0" parTransId="{505C0DED-0F0D-4C9E-A750-38DBDD1738BD}" sibTransId="{5718A66C-8095-4C79-A550-820A8B14FACF}"/>
    <dgm:cxn modelId="{72B1DA79-4FAE-4B8D-A933-BC0F9DEA400D}" srcId="{A8B47664-D4DF-4AA2-A26D-7DCE4DFF9EBE}" destId="{D4FB329F-5B05-4457-B23B-0D6F077BDFA2}" srcOrd="0" destOrd="0" parTransId="{7FC8BD53-DFA4-415C-9B3A-9A0684CF6D94}" sibTransId="{F5726D37-2C5E-431A-9233-B220BF200E69}"/>
    <dgm:cxn modelId="{3455DB8B-0571-4176-BC93-273195FFEAE9}" srcId="{EBC26111-42FF-4848-9148-F1EF4656BBD0}" destId="{FED150DD-065F-48C2-B36D-F01CD88A4BBB}" srcOrd="4" destOrd="0" parTransId="{60919731-AA57-4924-8690-6A91BF756F1F}" sibTransId="{7A97ADA9-4BF7-4BE1-B72F-109D6B77E448}"/>
    <dgm:cxn modelId="{4141268F-5276-4012-941E-3BDD1096AC7A}" type="presOf" srcId="{5A0CAD61-B361-445A-8B3B-C3FA3E9FD581}" destId="{984B54B4-23CC-479B-BD55-6A8F046BF52D}" srcOrd="0" destOrd="0" presId="urn:microsoft.com/office/officeart/2005/8/layout/process5"/>
    <dgm:cxn modelId="{D357FD90-1C4D-49FF-9AFE-F42549E79C78}" srcId="{B2329F14-2EEA-4AC1-9FD4-573EC6D6AC19}" destId="{F878CB1F-74C6-4630-BDA0-4DF695835245}" srcOrd="0" destOrd="0" parTransId="{2C5E641D-1DC8-4B51-B966-F95B42C17198}" sibTransId="{29675B81-7437-4B78-A35A-C69262D968B5}"/>
    <dgm:cxn modelId="{9D1A4199-E1E3-4A9C-A4E6-9B4D24E69CBE}" type="presOf" srcId="{0D2B9875-3DC8-4B11-B2EA-51E30C0BB2CE}" destId="{BE012832-78FC-4E6F-B6A7-7F8C9891DB16}" srcOrd="0" destOrd="0" presId="urn:microsoft.com/office/officeart/2005/8/layout/process5"/>
    <dgm:cxn modelId="{3B3AF7C6-24E3-4508-8D8C-F40B12ED869D}" type="presOf" srcId="{84E4F00D-FF18-4056-92F6-B354770DE90D}" destId="{3ABA32E0-1B7E-44DD-8185-84D082E9DB54}" srcOrd="1" destOrd="0" presId="urn:microsoft.com/office/officeart/2005/8/layout/process5"/>
    <dgm:cxn modelId="{329143C7-F35C-475C-A367-F5D6F19460CC}" srcId="{EBC26111-42FF-4848-9148-F1EF4656BBD0}" destId="{1728735F-B81E-49EF-A663-56AE94AA024D}" srcOrd="2" destOrd="0" parTransId="{58E15BD3-0D43-4B17-B766-8486ECE47BF8}" sibTransId="{35877BC4-618C-42E3-A5FB-6D03CFFDAE73}"/>
    <dgm:cxn modelId="{AC25BFD4-BDE6-4ED2-91FA-713932AB7352}" type="presOf" srcId="{B2329F14-2EEA-4AC1-9FD4-573EC6D6AC19}" destId="{0A27FC52-3B0E-464E-8131-C07414DB1253}" srcOrd="0" destOrd="0" presId="urn:microsoft.com/office/officeart/2005/8/layout/process5"/>
    <dgm:cxn modelId="{70F4CAD8-F333-4798-BF4C-54277B22F395}" srcId="{EBC26111-42FF-4848-9148-F1EF4656BBD0}" destId="{B2329F14-2EEA-4AC1-9FD4-573EC6D6AC19}" srcOrd="6" destOrd="0" parTransId="{31203760-6EA9-4FE7-85F8-83346053C934}" sibTransId="{4C4F1A31-2E57-42F1-898C-9810FEBD1914}"/>
    <dgm:cxn modelId="{2CBD57DA-9474-43DF-BCB5-46820B3D3449}" type="presOf" srcId="{84E4F00D-FF18-4056-92F6-B354770DE90D}" destId="{231AF59D-F3F6-4674-9151-246CB895032D}" srcOrd="0" destOrd="0" presId="urn:microsoft.com/office/officeart/2005/8/layout/process5"/>
    <dgm:cxn modelId="{10F7CEDB-B158-4068-B37C-FCDC1FF1992B}" type="presOf" srcId="{7A97ADA9-4BF7-4BE1-B72F-109D6B77E448}" destId="{F8D8D46C-DD36-4B0B-A6DD-4B69782309E1}" srcOrd="1" destOrd="0" presId="urn:microsoft.com/office/officeart/2005/8/layout/process5"/>
    <dgm:cxn modelId="{A6E8BAE1-DF9B-4753-8D7A-309F87FCEDD5}" srcId="{EBC26111-42FF-4848-9148-F1EF4656BBD0}" destId="{0D2B9875-3DC8-4B11-B2EA-51E30C0BB2CE}" srcOrd="5" destOrd="0" parTransId="{53E97BEB-A95A-4E76-B54B-42874DE81F59}" sibTransId="{84E4F00D-FF18-4056-92F6-B354770DE90D}"/>
    <dgm:cxn modelId="{17271FE6-39F1-488A-90F0-FE900847778F}" type="presOf" srcId="{A8B47664-D4DF-4AA2-A26D-7DCE4DFF9EBE}" destId="{B37D8F96-69D0-4C55-9DD6-055608BC8D82}" srcOrd="0" destOrd="0" presId="urn:microsoft.com/office/officeart/2005/8/layout/process5"/>
    <dgm:cxn modelId="{1C2EDFF2-0FC0-4246-B286-C279DB5B8A34}" type="presOf" srcId="{C470E1E4-F29C-4667-8E29-4F2CD078F76E}" destId="{440B4EFE-4707-46BC-8B7F-118FD8EEA9D7}" srcOrd="0" destOrd="0" presId="urn:microsoft.com/office/officeart/2005/8/layout/process5"/>
    <dgm:cxn modelId="{1FB408F5-A0FA-4561-92EF-9DC70F095C70}" type="presOf" srcId="{2A6B1842-8B16-449E-BF3E-BE37AC097C13}" destId="{3183F081-E23E-4F0E-89EC-2D7BDF516132}" srcOrd="1" destOrd="0" presId="urn:microsoft.com/office/officeart/2005/8/layout/process5"/>
    <dgm:cxn modelId="{61DAD5F6-EF29-4342-AD07-CCA89525F06B}" type="presOf" srcId="{7A97ADA9-4BF7-4BE1-B72F-109D6B77E448}" destId="{76A1B18C-DB8C-4620-AB78-71751E5288CD}" srcOrd="0" destOrd="0" presId="urn:microsoft.com/office/officeart/2005/8/layout/process5"/>
    <dgm:cxn modelId="{D7A717C7-CC7A-43B1-A4E0-0CB40A87BA7D}" type="presParOf" srcId="{B8E8FC0D-1A6B-4CCD-AFB8-235D5035AC71}" destId="{D5D94D95-055C-46FE-96C4-5734B9EA30D3}" srcOrd="0" destOrd="0" presId="urn:microsoft.com/office/officeart/2005/8/layout/process5"/>
    <dgm:cxn modelId="{0B0F9642-2948-445E-A44D-6D890264B172}" type="presParOf" srcId="{B8E8FC0D-1A6B-4CCD-AFB8-235D5035AC71}" destId="{EE2A1152-FC73-4CC3-A8A9-3ECDC2F4E1A6}" srcOrd="1" destOrd="0" presId="urn:microsoft.com/office/officeart/2005/8/layout/process5"/>
    <dgm:cxn modelId="{25C951BE-062F-4997-A4E8-D8E91A44A35A}" type="presParOf" srcId="{EE2A1152-FC73-4CC3-A8A9-3ECDC2F4E1A6}" destId="{3183F081-E23E-4F0E-89EC-2D7BDF516132}" srcOrd="0" destOrd="0" presId="urn:microsoft.com/office/officeart/2005/8/layout/process5"/>
    <dgm:cxn modelId="{7C88DF91-B1AE-4582-8F5D-93A996CD946B}" type="presParOf" srcId="{B8E8FC0D-1A6B-4CCD-AFB8-235D5035AC71}" destId="{440B4EFE-4707-46BC-8B7F-118FD8EEA9D7}" srcOrd="2" destOrd="0" presId="urn:microsoft.com/office/officeart/2005/8/layout/process5"/>
    <dgm:cxn modelId="{46734B14-8A15-4F7B-B7DF-C50F6F9E2643}" type="presParOf" srcId="{B8E8FC0D-1A6B-4CCD-AFB8-235D5035AC71}" destId="{984B54B4-23CC-479B-BD55-6A8F046BF52D}" srcOrd="3" destOrd="0" presId="urn:microsoft.com/office/officeart/2005/8/layout/process5"/>
    <dgm:cxn modelId="{150166E7-B492-4C9A-B6F4-62BD7BF2DC57}" type="presParOf" srcId="{984B54B4-23CC-479B-BD55-6A8F046BF52D}" destId="{A7EB4A89-E752-4D25-B144-06662F4A4674}" srcOrd="0" destOrd="0" presId="urn:microsoft.com/office/officeart/2005/8/layout/process5"/>
    <dgm:cxn modelId="{9EBE0DA1-9A3F-4C83-A4C3-E525405E6154}" type="presParOf" srcId="{B8E8FC0D-1A6B-4CCD-AFB8-235D5035AC71}" destId="{7FB73031-7020-4E7C-B6D9-F376838C1F0B}" srcOrd="4" destOrd="0" presId="urn:microsoft.com/office/officeart/2005/8/layout/process5"/>
    <dgm:cxn modelId="{3066B793-96C7-476B-969A-113148842155}" type="presParOf" srcId="{B8E8FC0D-1A6B-4CCD-AFB8-235D5035AC71}" destId="{65970230-FFC8-4058-8A02-659B9EB339E0}" srcOrd="5" destOrd="0" presId="urn:microsoft.com/office/officeart/2005/8/layout/process5"/>
    <dgm:cxn modelId="{1918DE28-80B6-4E8F-9438-118C41436BCA}" type="presParOf" srcId="{65970230-FFC8-4058-8A02-659B9EB339E0}" destId="{F90E0636-4A0E-4405-843D-1DF98BB1115C}" srcOrd="0" destOrd="0" presId="urn:microsoft.com/office/officeart/2005/8/layout/process5"/>
    <dgm:cxn modelId="{68EF3058-FC0A-427B-A55E-96FAA4E5CFC6}" type="presParOf" srcId="{B8E8FC0D-1A6B-4CCD-AFB8-235D5035AC71}" destId="{B37D8F96-69D0-4C55-9DD6-055608BC8D82}" srcOrd="6" destOrd="0" presId="urn:microsoft.com/office/officeart/2005/8/layout/process5"/>
    <dgm:cxn modelId="{78BA6B09-E413-4B37-A396-19556090E6E3}" type="presParOf" srcId="{B8E8FC0D-1A6B-4CCD-AFB8-235D5035AC71}" destId="{22432452-F061-43DD-939C-043CFB0A388F}" srcOrd="7" destOrd="0" presId="urn:microsoft.com/office/officeart/2005/8/layout/process5"/>
    <dgm:cxn modelId="{00EED0B5-C6D0-43AD-955C-0909CFFAE748}" type="presParOf" srcId="{22432452-F061-43DD-939C-043CFB0A388F}" destId="{73D5796B-FDFD-420E-AF8B-529E9045C194}" srcOrd="0" destOrd="0" presId="urn:microsoft.com/office/officeart/2005/8/layout/process5"/>
    <dgm:cxn modelId="{B05F381C-E7A7-4949-9F09-8F5ED29E5FE0}" type="presParOf" srcId="{B8E8FC0D-1A6B-4CCD-AFB8-235D5035AC71}" destId="{E10E689C-84DB-45FC-8699-6B648CEF4A1F}" srcOrd="8" destOrd="0" presId="urn:microsoft.com/office/officeart/2005/8/layout/process5"/>
    <dgm:cxn modelId="{0C12DF6D-B1F5-4321-8224-387EA94D6C3D}" type="presParOf" srcId="{B8E8FC0D-1A6B-4CCD-AFB8-235D5035AC71}" destId="{76A1B18C-DB8C-4620-AB78-71751E5288CD}" srcOrd="9" destOrd="0" presId="urn:microsoft.com/office/officeart/2005/8/layout/process5"/>
    <dgm:cxn modelId="{330DF918-3225-458B-9DB5-A7451AD74490}" type="presParOf" srcId="{76A1B18C-DB8C-4620-AB78-71751E5288CD}" destId="{F8D8D46C-DD36-4B0B-A6DD-4B69782309E1}" srcOrd="0" destOrd="0" presId="urn:microsoft.com/office/officeart/2005/8/layout/process5"/>
    <dgm:cxn modelId="{41E5B0F3-039E-4312-9FC7-3B7D9822B077}" type="presParOf" srcId="{B8E8FC0D-1A6B-4CCD-AFB8-235D5035AC71}" destId="{BE012832-78FC-4E6F-B6A7-7F8C9891DB16}" srcOrd="10" destOrd="0" presId="urn:microsoft.com/office/officeart/2005/8/layout/process5"/>
    <dgm:cxn modelId="{9E2F5B8E-342A-4D77-BFF8-11B9AAC09693}" type="presParOf" srcId="{B8E8FC0D-1A6B-4CCD-AFB8-235D5035AC71}" destId="{231AF59D-F3F6-4674-9151-246CB895032D}" srcOrd="11" destOrd="0" presId="urn:microsoft.com/office/officeart/2005/8/layout/process5"/>
    <dgm:cxn modelId="{E8E978C7-6119-449B-ABEA-0DF06B06F149}" type="presParOf" srcId="{231AF59D-F3F6-4674-9151-246CB895032D}" destId="{3ABA32E0-1B7E-44DD-8185-84D082E9DB54}" srcOrd="0" destOrd="0" presId="urn:microsoft.com/office/officeart/2005/8/layout/process5"/>
    <dgm:cxn modelId="{4A2BAC7B-8910-410B-80BE-050648066F78}" type="presParOf" srcId="{B8E8FC0D-1A6B-4CCD-AFB8-235D5035AC71}" destId="{0A27FC52-3B0E-464E-8131-C07414DB1253}" srcOrd="12" destOrd="0" presId="urn:microsoft.com/office/officeart/2005/8/layout/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1940AE97-BFF3-4268-89BD-108AE4134C35}" type="doc">
      <dgm:prSet loTypeId="urn:microsoft.com/office/officeart/2005/8/layout/StepDownProcess" loCatId="process" qsTypeId="urn:microsoft.com/office/officeart/2005/8/quickstyle/simple1" qsCatId="simple" csTypeId="urn:microsoft.com/office/officeart/2005/8/colors/accent1_2" csCatId="accent1" phldr="1"/>
      <dgm:spPr/>
      <dgm:t>
        <a:bodyPr/>
        <a:lstStyle/>
        <a:p>
          <a:endParaRPr lang="zh-TW" altLang="en-US"/>
        </a:p>
      </dgm:t>
    </dgm:pt>
    <dgm:pt modelId="{E1C6FAE2-749D-4FED-9B67-948FBD727335}">
      <dgm:prSet phldrT="[文字]"/>
      <dgm:spPr/>
      <dgm:t>
        <a:bodyPr/>
        <a:lstStyle/>
        <a:p>
          <a:pPr>
            <a:buNone/>
          </a:pPr>
          <a:r>
            <a:rPr lang="zh-TW" dirty="0"/>
            <a:t>司法院開放</a:t>
          </a:r>
          <a:r>
            <a:rPr lang="zh-TW"/>
            <a:t>裁判資料</a:t>
          </a:r>
          <a:endParaRPr lang="zh-TW" altLang="en-US" dirty="0"/>
        </a:p>
      </dgm:t>
    </dgm:pt>
    <dgm:pt modelId="{BBFD4745-961F-42AD-A886-9D28B6AE1E20}" type="parTrans" cxnId="{B90C04FC-C59A-4715-9D1E-EAB9D848D677}">
      <dgm:prSet/>
      <dgm:spPr/>
      <dgm:t>
        <a:bodyPr/>
        <a:lstStyle/>
        <a:p>
          <a:endParaRPr lang="zh-TW" altLang="en-US"/>
        </a:p>
      </dgm:t>
    </dgm:pt>
    <dgm:pt modelId="{D8A16A53-440E-43FC-B8C0-FDD22E866315}" type="sibTrans" cxnId="{B90C04FC-C59A-4715-9D1E-EAB9D848D677}">
      <dgm:prSet/>
      <dgm:spPr/>
      <dgm:t>
        <a:bodyPr/>
        <a:lstStyle/>
        <a:p>
          <a:endParaRPr lang="zh-TW" altLang="en-US"/>
        </a:p>
      </dgm:t>
    </dgm:pt>
    <dgm:pt modelId="{D0F25CF6-2B99-457F-970E-022F6CD2A7B8}">
      <dgm:prSet phldrT="[文字]"/>
      <dgm:spPr/>
      <dgm:t>
        <a:bodyPr/>
        <a:lstStyle/>
        <a:p>
          <a:pPr>
            <a:buNone/>
          </a:pPr>
          <a:r>
            <a:rPr lang="zh-TW" dirty="0"/>
            <a:t>裁判書 JSON / 全文資料</a:t>
          </a:r>
          <a:endParaRPr lang="zh-TW" altLang="en-US" dirty="0"/>
        </a:p>
      </dgm:t>
    </dgm:pt>
    <dgm:pt modelId="{400E9D6C-949E-4CFB-A168-606A38CA7B21}" type="parTrans" cxnId="{A999611D-59F3-4C37-BA31-58C8256C8060}">
      <dgm:prSet/>
      <dgm:spPr/>
      <dgm:t>
        <a:bodyPr/>
        <a:lstStyle/>
        <a:p>
          <a:endParaRPr lang="zh-TW" altLang="en-US"/>
        </a:p>
      </dgm:t>
    </dgm:pt>
    <dgm:pt modelId="{F162F128-E432-45F9-98FD-C7616827A5B6}" type="sibTrans" cxnId="{A999611D-59F3-4C37-BA31-58C8256C8060}">
      <dgm:prSet/>
      <dgm:spPr/>
      <dgm:t>
        <a:bodyPr/>
        <a:lstStyle/>
        <a:p>
          <a:endParaRPr lang="zh-TW" altLang="en-US"/>
        </a:p>
      </dgm:t>
    </dgm:pt>
    <dgm:pt modelId="{5F729207-FFEB-4DEA-9378-A5C01C7BA134}">
      <dgm:prSet phldrT="[文字]"/>
      <dgm:spPr/>
      <dgm:t>
        <a:bodyPr/>
        <a:lstStyle/>
        <a:p>
          <a:pPr>
            <a:buNone/>
          </a:pPr>
          <a:r>
            <a:rPr lang="zh-TW" dirty="0"/>
            <a:t>智慧財產權相關裁判</a:t>
          </a:r>
          <a:endParaRPr lang="zh-TW" altLang="en-US" dirty="0"/>
        </a:p>
      </dgm:t>
    </dgm:pt>
    <dgm:pt modelId="{3FC634AB-F1B0-4C59-9317-653785E18351}" type="parTrans" cxnId="{9110B381-B505-4783-8B80-50FEB953923C}">
      <dgm:prSet/>
      <dgm:spPr/>
      <dgm:t>
        <a:bodyPr/>
        <a:lstStyle/>
        <a:p>
          <a:endParaRPr lang="zh-TW" altLang="en-US"/>
        </a:p>
      </dgm:t>
    </dgm:pt>
    <dgm:pt modelId="{6BFEAD66-6075-4B3C-8FF9-360571E0081A}" type="sibTrans" cxnId="{9110B381-B505-4783-8B80-50FEB953923C}">
      <dgm:prSet/>
      <dgm:spPr/>
      <dgm:t>
        <a:bodyPr/>
        <a:lstStyle/>
        <a:p>
          <a:endParaRPr lang="zh-TW" altLang="en-US"/>
        </a:p>
      </dgm:t>
    </dgm:pt>
    <dgm:pt modelId="{4EB0EB86-4013-4B62-9F90-D8FC54256369}">
      <dgm:prSet phldrT="[文字]"/>
      <dgm:spPr/>
      <dgm:t>
        <a:bodyPr/>
        <a:lstStyle/>
        <a:p>
          <a:r>
            <a:rPr lang="zh-TW" dirty="0"/>
            <a:t>RE 篩選</a:t>
          </a:r>
          <a:r>
            <a:rPr lang="zh-TW" altLang="en-US" dirty="0"/>
            <a:t> </a:t>
          </a:r>
          <a:r>
            <a:rPr lang="zh-TW" dirty="0"/>
            <a:t>JTITLE、JCASE、JFULL</a:t>
          </a:r>
          <a:endParaRPr lang="zh-TW" altLang="en-US" dirty="0"/>
        </a:p>
      </dgm:t>
    </dgm:pt>
    <dgm:pt modelId="{86196943-B132-48BC-9BD3-C7E757A09842}" type="parTrans" cxnId="{E6CAE337-8590-433D-B249-48BC40786820}">
      <dgm:prSet/>
      <dgm:spPr/>
      <dgm:t>
        <a:bodyPr/>
        <a:lstStyle/>
        <a:p>
          <a:endParaRPr lang="zh-TW" altLang="en-US"/>
        </a:p>
      </dgm:t>
    </dgm:pt>
    <dgm:pt modelId="{F9B53991-57B6-4AD7-9702-6306BA1D2D29}" type="sibTrans" cxnId="{E6CAE337-8590-433D-B249-48BC40786820}">
      <dgm:prSet/>
      <dgm:spPr/>
      <dgm:t>
        <a:bodyPr/>
        <a:lstStyle/>
        <a:p>
          <a:endParaRPr lang="zh-TW" altLang="en-US"/>
        </a:p>
      </dgm:t>
    </dgm:pt>
    <dgm:pt modelId="{BEEF94EE-38B2-4B58-A9E2-9925E73CFB86}">
      <dgm:prSet phldrT="[文字]" phldr="0"/>
      <dgm:spPr/>
      <dgm:t>
        <a:bodyPr/>
        <a:lstStyle/>
        <a:p>
          <a:pPr>
            <a:buNone/>
          </a:pPr>
          <a:r>
            <a:rPr lang="zh-TW" dirty="0"/>
            <a:t>RE 與規則整理案件類型</a:t>
          </a:r>
          <a:endParaRPr lang="zh-TW" altLang="en-US" dirty="0"/>
        </a:p>
      </dgm:t>
    </dgm:pt>
    <dgm:pt modelId="{152459DF-B7A7-4BA8-98FB-CC7BD8FEE307}" type="parTrans" cxnId="{1FCE22F4-A228-4DD3-913E-C0E5248EB029}">
      <dgm:prSet/>
      <dgm:spPr/>
      <dgm:t>
        <a:bodyPr/>
        <a:lstStyle/>
        <a:p>
          <a:endParaRPr lang="zh-TW" altLang="en-US"/>
        </a:p>
      </dgm:t>
    </dgm:pt>
    <dgm:pt modelId="{757680CC-BD7F-49E7-B910-79A07675E87D}" type="sibTrans" cxnId="{1FCE22F4-A228-4DD3-913E-C0E5248EB029}">
      <dgm:prSet/>
      <dgm:spPr/>
      <dgm:t>
        <a:bodyPr/>
        <a:lstStyle/>
        <a:p>
          <a:endParaRPr lang="zh-TW" altLang="en-US"/>
        </a:p>
      </dgm:t>
    </dgm:pt>
    <dgm:pt modelId="{6BA87D78-69EB-4797-9DED-8BCBEF5566C8}">
      <dgm:prSet phldrT="[文字]" phldr="0"/>
      <dgm:spPr/>
      <dgm:t>
        <a:bodyPr/>
        <a:lstStyle/>
        <a:p>
          <a:pPr>
            <a:buNone/>
          </a:pPr>
          <a:r>
            <a:rPr lang="zh-TW" dirty="0"/>
            <a:t>RE 與規則整理裁判結果</a:t>
          </a:r>
          <a:endParaRPr lang="zh-TW" altLang="en-US" dirty="0"/>
        </a:p>
      </dgm:t>
    </dgm:pt>
    <dgm:pt modelId="{7056CE4B-AA16-49FB-94D2-D6E341FD7321}" type="parTrans" cxnId="{3464929F-8E5A-4027-A6F0-110E52812609}">
      <dgm:prSet/>
      <dgm:spPr/>
      <dgm:t>
        <a:bodyPr/>
        <a:lstStyle/>
        <a:p>
          <a:endParaRPr lang="zh-TW" altLang="en-US"/>
        </a:p>
      </dgm:t>
    </dgm:pt>
    <dgm:pt modelId="{D0EBE261-8E11-4694-AD37-FAE42FF3A36D}" type="sibTrans" cxnId="{3464929F-8E5A-4027-A6F0-110E52812609}">
      <dgm:prSet/>
      <dgm:spPr/>
      <dgm:t>
        <a:bodyPr/>
        <a:lstStyle/>
        <a:p>
          <a:endParaRPr lang="zh-TW" altLang="en-US"/>
        </a:p>
      </dgm:t>
    </dgm:pt>
    <dgm:pt modelId="{9E94B6A3-757D-4A58-9C70-2C5FAB03DC49}">
      <dgm:prSet phldrT="[文字]" phldr="0"/>
      <dgm:spPr/>
      <dgm:t>
        <a:bodyPr/>
        <a:lstStyle/>
        <a:p>
          <a:pPr>
            <a:buNone/>
          </a:pPr>
          <a:r>
            <a:rPr lang="zh-TW" dirty="0"/>
            <a:t>有效樣本進入模型</a:t>
          </a:r>
          <a:endParaRPr lang="zh-TW" altLang="en-US" dirty="0"/>
        </a:p>
      </dgm:t>
    </dgm:pt>
    <dgm:pt modelId="{212627E0-7795-44A0-A708-C4FCDCACB283}" type="parTrans" cxnId="{96BA1E97-B684-4D42-AA99-FC316EDB3728}">
      <dgm:prSet/>
      <dgm:spPr/>
      <dgm:t>
        <a:bodyPr/>
        <a:lstStyle/>
        <a:p>
          <a:endParaRPr lang="zh-TW" altLang="en-US"/>
        </a:p>
      </dgm:t>
    </dgm:pt>
    <dgm:pt modelId="{EAA481A8-F4DC-4A3E-B59F-5D9517C1A1C1}" type="sibTrans" cxnId="{96BA1E97-B684-4D42-AA99-FC316EDB3728}">
      <dgm:prSet/>
      <dgm:spPr/>
      <dgm:t>
        <a:bodyPr/>
        <a:lstStyle/>
        <a:p>
          <a:endParaRPr lang="zh-TW" altLang="en-US"/>
        </a:p>
      </dgm:t>
    </dgm:pt>
    <dgm:pt modelId="{189C95B8-C2CB-4D04-BA5F-AC45FFBECEA9}">
      <dgm:prSet phldrT="[文字]"/>
      <dgm:spPr/>
      <dgm:t>
        <a:bodyPr/>
        <a:lstStyle/>
        <a:p>
          <a:r>
            <a:rPr lang="zh-TW" dirty="0"/>
            <a:t>RE 篩選案由與全文前段</a:t>
          </a:r>
          <a:endParaRPr lang="zh-TW" altLang="en-US" dirty="0"/>
        </a:p>
      </dgm:t>
    </dgm:pt>
    <dgm:pt modelId="{AD5B1FD7-85B2-4F7D-8376-9D41CCED35B9}" type="parTrans" cxnId="{135DF7E1-8526-4289-9647-0F8A90A54896}">
      <dgm:prSet/>
      <dgm:spPr/>
      <dgm:t>
        <a:bodyPr/>
        <a:lstStyle/>
        <a:p>
          <a:endParaRPr lang="zh-TW" altLang="en-US"/>
        </a:p>
      </dgm:t>
    </dgm:pt>
    <dgm:pt modelId="{F7185838-FB8A-401B-B3C0-0D8CC0160A14}" type="sibTrans" cxnId="{135DF7E1-8526-4289-9647-0F8A90A54896}">
      <dgm:prSet/>
      <dgm:spPr/>
      <dgm:t>
        <a:bodyPr/>
        <a:lstStyle/>
        <a:p>
          <a:endParaRPr lang="zh-TW" altLang="en-US"/>
        </a:p>
      </dgm:t>
    </dgm:pt>
    <dgm:pt modelId="{DE168FE8-DB14-410C-81DD-5ED257093EF0}">
      <dgm:prSet phldrT="[文字]"/>
      <dgm:spPr/>
      <dgm:t>
        <a:bodyPr/>
        <a:lstStyle/>
        <a:p>
          <a:r>
            <a:rPr lang="zh-TW" dirty="0"/>
            <a:t>RE 篩選主文中的結果語句</a:t>
          </a:r>
          <a:endParaRPr lang="zh-TW" altLang="en-US" dirty="0"/>
        </a:p>
      </dgm:t>
    </dgm:pt>
    <dgm:pt modelId="{BE3C8B5F-7434-4F03-972A-751C0ACE06FE}" type="parTrans" cxnId="{E6EBD822-419C-4449-A0E6-215C0A8CE2BA}">
      <dgm:prSet/>
      <dgm:spPr/>
      <dgm:t>
        <a:bodyPr/>
        <a:lstStyle/>
        <a:p>
          <a:endParaRPr lang="zh-TW" altLang="en-US"/>
        </a:p>
      </dgm:t>
    </dgm:pt>
    <dgm:pt modelId="{283669E3-F419-42EF-8A46-39B455C02F92}" type="sibTrans" cxnId="{E6EBD822-419C-4449-A0E6-215C0A8CE2BA}">
      <dgm:prSet/>
      <dgm:spPr/>
      <dgm:t>
        <a:bodyPr/>
        <a:lstStyle/>
        <a:p>
          <a:endParaRPr lang="zh-TW" altLang="en-US"/>
        </a:p>
      </dgm:t>
    </dgm:pt>
    <dgm:pt modelId="{6FBC6B5E-A4F2-47C5-9226-40D32A7BED3F}">
      <dgm:prSet phldrT="[文字]" phldr="0"/>
      <dgm:spPr/>
      <dgm:t>
        <a:bodyPr/>
        <a:lstStyle/>
        <a:p>
          <a:pPr>
            <a:buFont typeface="Arial" panose="020B0604020202020204" pitchFamily="34" charset="0"/>
            <a:buChar char="•"/>
          </a:pPr>
          <a:r>
            <a:rPr lang="zh-TW" altLang="en-US" dirty="0"/>
            <a:t>排除</a:t>
          </a:r>
          <a:r>
            <a:rPr lang="zh-TW" dirty="0"/>
            <a:t>程序性或非三分類結果</a:t>
          </a:r>
          <a:endParaRPr lang="zh-TW" altLang="en-US" dirty="0"/>
        </a:p>
      </dgm:t>
    </dgm:pt>
    <dgm:pt modelId="{D82D8CE1-DE1C-45C4-B340-DEAA6488C873}" type="parTrans" cxnId="{6D3770F5-6B76-42E3-8C6F-FEEEF4CF1441}">
      <dgm:prSet/>
      <dgm:spPr/>
      <dgm:t>
        <a:bodyPr/>
        <a:lstStyle/>
        <a:p>
          <a:endParaRPr lang="zh-TW" altLang="en-US"/>
        </a:p>
      </dgm:t>
    </dgm:pt>
    <dgm:pt modelId="{4380298C-9EE5-409D-8A65-52B4DD428A91}" type="sibTrans" cxnId="{6D3770F5-6B76-42E3-8C6F-FEEEF4CF1441}">
      <dgm:prSet/>
      <dgm:spPr/>
      <dgm:t>
        <a:bodyPr/>
        <a:lstStyle/>
        <a:p>
          <a:endParaRPr lang="zh-TW" altLang="en-US"/>
        </a:p>
      </dgm:t>
    </dgm:pt>
    <dgm:pt modelId="{36766C00-058E-44A6-89B2-558E8945F2DA}">
      <dgm:prSet phldrT="[文字]"/>
      <dgm:spPr/>
      <dgm:t>
        <a:bodyPr/>
        <a:lstStyle/>
        <a:p>
          <a:r>
            <a:rPr lang="zh-TW" altLang="en-US" dirty="0"/>
            <a:t>共 </a:t>
          </a:r>
          <a:r>
            <a:rPr lang="en-US" altLang="zh-TW" dirty="0"/>
            <a:t>90,027 </a:t>
          </a:r>
          <a:r>
            <a:rPr lang="zh-TW" altLang="en-US" dirty="0"/>
            <a:t>筆判決</a:t>
          </a:r>
        </a:p>
      </dgm:t>
    </dgm:pt>
    <dgm:pt modelId="{D42CB7B8-5204-4CBD-9AF8-16CC1ED94E82}" type="parTrans" cxnId="{A4F6C9A7-3D61-4629-90B4-04F26A80919B}">
      <dgm:prSet/>
      <dgm:spPr/>
      <dgm:t>
        <a:bodyPr/>
        <a:lstStyle/>
        <a:p>
          <a:endParaRPr lang="zh-TW" altLang="en-US"/>
        </a:p>
      </dgm:t>
    </dgm:pt>
    <dgm:pt modelId="{4CA54B4A-F613-4534-A8ED-45A1EE5DF4FA}" type="sibTrans" cxnId="{A4F6C9A7-3D61-4629-90B4-04F26A80919B}">
      <dgm:prSet/>
      <dgm:spPr/>
      <dgm:t>
        <a:bodyPr/>
        <a:lstStyle/>
        <a:p>
          <a:endParaRPr lang="zh-TW" altLang="en-US"/>
        </a:p>
      </dgm:t>
    </dgm:pt>
    <dgm:pt modelId="{94C972FB-41CA-4162-9E8A-DE50CC6A836C}">
      <dgm:prSet phldrT="[文字]" phldr="0"/>
      <dgm:spPr/>
      <dgm:t>
        <a:bodyPr/>
        <a:lstStyle/>
        <a:p>
          <a:pPr>
            <a:buFont typeface="Arial" panose="020B0604020202020204" pitchFamily="34" charset="0"/>
            <a:buChar char="•"/>
          </a:pPr>
          <a:r>
            <a:rPr lang="zh-TW" altLang="en-US" dirty="0"/>
            <a:t>共 </a:t>
          </a:r>
          <a:r>
            <a:rPr lang="en-US" altLang="zh-TW" dirty="0"/>
            <a:t>45,344</a:t>
          </a:r>
          <a:r>
            <a:rPr lang="zh-TW" altLang="en-US" dirty="0"/>
            <a:t> 筆</a:t>
          </a:r>
        </a:p>
      </dgm:t>
    </dgm:pt>
    <dgm:pt modelId="{5A807397-8809-400C-A3C0-DE1B7640CA28}" type="parTrans" cxnId="{824E7085-3D2B-4FF6-A461-1D47E9F5167B}">
      <dgm:prSet/>
      <dgm:spPr/>
      <dgm:t>
        <a:bodyPr/>
        <a:lstStyle/>
        <a:p>
          <a:endParaRPr lang="zh-TW" altLang="en-US"/>
        </a:p>
      </dgm:t>
    </dgm:pt>
    <dgm:pt modelId="{1D1A01B8-63CC-4AC1-9C69-0888168B0FA0}" type="sibTrans" cxnId="{824E7085-3D2B-4FF6-A461-1D47E9F5167B}">
      <dgm:prSet/>
      <dgm:spPr/>
      <dgm:t>
        <a:bodyPr/>
        <a:lstStyle/>
        <a:p>
          <a:endParaRPr lang="zh-TW" altLang="en-US"/>
        </a:p>
      </dgm:t>
    </dgm:pt>
    <dgm:pt modelId="{127F5BAA-003B-4B36-A498-4815B38C6050}" type="pres">
      <dgm:prSet presAssocID="{1940AE97-BFF3-4268-89BD-108AE4134C35}" presName="rootnode" presStyleCnt="0">
        <dgm:presLayoutVars>
          <dgm:chMax/>
          <dgm:chPref/>
          <dgm:dir/>
          <dgm:animLvl val="lvl"/>
        </dgm:presLayoutVars>
      </dgm:prSet>
      <dgm:spPr/>
    </dgm:pt>
    <dgm:pt modelId="{55D811F3-8C0E-461C-860D-5661F5F39850}" type="pres">
      <dgm:prSet presAssocID="{E1C6FAE2-749D-4FED-9B67-948FBD727335}" presName="composite" presStyleCnt="0"/>
      <dgm:spPr/>
    </dgm:pt>
    <dgm:pt modelId="{820D4D8E-7126-4854-9D84-5BFEF366FD01}" type="pres">
      <dgm:prSet presAssocID="{E1C6FAE2-749D-4FED-9B67-948FBD727335}" presName="bentUpArrow1" presStyleLbl="alignImgPlace1" presStyleIdx="0" presStyleCnt="5"/>
      <dgm:spPr/>
    </dgm:pt>
    <dgm:pt modelId="{2139D1EF-1F0F-499C-A51A-B14145D2DDE9}" type="pres">
      <dgm:prSet presAssocID="{E1C6FAE2-749D-4FED-9B67-948FBD727335}" presName="ParentText" presStyleLbl="node1" presStyleIdx="0" presStyleCnt="6">
        <dgm:presLayoutVars>
          <dgm:chMax val="1"/>
          <dgm:chPref val="1"/>
          <dgm:bulletEnabled val="1"/>
        </dgm:presLayoutVars>
      </dgm:prSet>
      <dgm:spPr/>
    </dgm:pt>
    <dgm:pt modelId="{D489733C-6D72-4FBC-805A-8B81FC1FE767}" type="pres">
      <dgm:prSet presAssocID="{E1C6FAE2-749D-4FED-9B67-948FBD727335}" presName="ChildText" presStyleLbl="revTx" presStyleIdx="0" presStyleCnt="6">
        <dgm:presLayoutVars>
          <dgm:chMax val="0"/>
          <dgm:chPref val="0"/>
          <dgm:bulletEnabled val="1"/>
        </dgm:presLayoutVars>
      </dgm:prSet>
      <dgm:spPr/>
    </dgm:pt>
    <dgm:pt modelId="{590B2140-2D91-4AAD-A5F1-CAD23BC0AFC0}" type="pres">
      <dgm:prSet presAssocID="{D8A16A53-440E-43FC-B8C0-FDD22E866315}" presName="sibTrans" presStyleCnt="0"/>
      <dgm:spPr/>
    </dgm:pt>
    <dgm:pt modelId="{EB28D4DA-8E77-41BE-B350-F5EF426B9187}" type="pres">
      <dgm:prSet presAssocID="{D0F25CF6-2B99-457F-970E-022F6CD2A7B8}" presName="composite" presStyleCnt="0"/>
      <dgm:spPr/>
    </dgm:pt>
    <dgm:pt modelId="{7693C455-9BAA-46B0-A473-EDB81C2020D7}" type="pres">
      <dgm:prSet presAssocID="{D0F25CF6-2B99-457F-970E-022F6CD2A7B8}" presName="bentUpArrow1" presStyleLbl="alignImgPlace1" presStyleIdx="1" presStyleCnt="5"/>
      <dgm:spPr/>
    </dgm:pt>
    <dgm:pt modelId="{F262171F-ABEA-46CF-AADD-7016194452B6}" type="pres">
      <dgm:prSet presAssocID="{D0F25CF6-2B99-457F-970E-022F6CD2A7B8}" presName="ParentText" presStyleLbl="node1" presStyleIdx="1" presStyleCnt="6">
        <dgm:presLayoutVars>
          <dgm:chMax val="1"/>
          <dgm:chPref val="1"/>
          <dgm:bulletEnabled val="1"/>
        </dgm:presLayoutVars>
      </dgm:prSet>
      <dgm:spPr/>
    </dgm:pt>
    <dgm:pt modelId="{FD4B4984-99A0-4318-8D91-1B036BAA2118}" type="pres">
      <dgm:prSet presAssocID="{D0F25CF6-2B99-457F-970E-022F6CD2A7B8}" presName="ChildText" presStyleLbl="revTx" presStyleIdx="1" presStyleCnt="6">
        <dgm:presLayoutVars>
          <dgm:chMax val="0"/>
          <dgm:chPref val="0"/>
          <dgm:bulletEnabled val="1"/>
        </dgm:presLayoutVars>
      </dgm:prSet>
      <dgm:spPr/>
    </dgm:pt>
    <dgm:pt modelId="{73D4DC00-D2F9-46B4-BFC9-801E0FF50452}" type="pres">
      <dgm:prSet presAssocID="{F162F128-E432-45F9-98FD-C7616827A5B6}" presName="sibTrans" presStyleCnt="0"/>
      <dgm:spPr/>
    </dgm:pt>
    <dgm:pt modelId="{99099C87-3748-4DF4-97DE-4D5158F3E71D}" type="pres">
      <dgm:prSet presAssocID="{5F729207-FFEB-4DEA-9378-A5C01C7BA134}" presName="composite" presStyleCnt="0"/>
      <dgm:spPr/>
    </dgm:pt>
    <dgm:pt modelId="{DC2FA763-1656-450D-BE57-C9DEF7DCE9EF}" type="pres">
      <dgm:prSet presAssocID="{5F729207-FFEB-4DEA-9378-A5C01C7BA134}" presName="bentUpArrow1" presStyleLbl="alignImgPlace1" presStyleIdx="2" presStyleCnt="5"/>
      <dgm:spPr/>
    </dgm:pt>
    <dgm:pt modelId="{7445651F-F0DA-4670-AB82-93392D5E1DB9}" type="pres">
      <dgm:prSet presAssocID="{5F729207-FFEB-4DEA-9378-A5C01C7BA134}" presName="ParentText" presStyleLbl="node1" presStyleIdx="2" presStyleCnt="6">
        <dgm:presLayoutVars>
          <dgm:chMax val="1"/>
          <dgm:chPref val="1"/>
          <dgm:bulletEnabled val="1"/>
        </dgm:presLayoutVars>
      </dgm:prSet>
      <dgm:spPr/>
    </dgm:pt>
    <dgm:pt modelId="{5142C4FD-85CF-49EC-A533-05A05E916E0D}" type="pres">
      <dgm:prSet presAssocID="{5F729207-FFEB-4DEA-9378-A5C01C7BA134}" presName="ChildText" presStyleLbl="revTx" presStyleIdx="2" presStyleCnt="6">
        <dgm:presLayoutVars>
          <dgm:chMax val="0"/>
          <dgm:chPref val="0"/>
          <dgm:bulletEnabled val="1"/>
        </dgm:presLayoutVars>
      </dgm:prSet>
      <dgm:spPr/>
    </dgm:pt>
    <dgm:pt modelId="{3D696D4D-FA6E-4281-B287-B33CD4340C7E}" type="pres">
      <dgm:prSet presAssocID="{6BFEAD66-6075-4B3C-8FF9-360571E0081A}" presName="sibTrans" presStyleCnt="0"/>
      <dgm:spPr/>
    </dgm:pt>
    <dgm:pt modelId="{C41C3902-4E03-4850-A259-6026068EA998}" type="pres">
      <dgm:prSet presAssocID="{BEEF94EE-38B2-4B58-A9E2-9925E73CFB86}" presName="composite" presStyleCnt="0"/>
      <dgm:spPr/>
    </dgm:pt>
    <dgm:pt modelId="{241FB799-E53B-4E43-BE69-CD91FD461664}" type="pres">
      <dgm:prSet presAssocID="{BEEF94EE-38B2-4B58-A9E2-9925E73CFB86}" presName="bentUpArrow1" presStyleLbl="alignImgPlace1" presStyleIdx="3" presStyleCnt="5"/>
      <dgm:spPr/>
    </dgm:pt>
    <dgm:pt modelId="{D1277CE1-726E-4DB7-B74F-1293C7C20596}" type="pres">
      <dgm:prSet presAssocID="{BEEF94EE-38B2-4B58-A9E2-9925E73CFB86}" presName="ParentText" presStyleLbl="node1" presStyleIdx="3" presStyleCnt="6">
        <dgm:presLayoutVars>
          <dgm:chMax val="1"/>
          <dgm:chPref val="1"/>
          <dgm:bulletEnabled val="1"/>
        </dgm:presLayoutVars>
      </dgm:prSet>
      <dgm:spPr/>
    </dgm:pt>
    <dgm:pt modelId="{4CD1720F-8875-4A49-B06F-64B5E4C72E42}" type="pres">
      <dgm:prSet presAssocID="{BEEF94EE-38B2-4B58-A9E2-9925E73CFB86}" presName="ChildText" presStyleLbl="revTx" presStyleIdx="3" presStyleCnt="6">
        <dgm:presLayoutVars>
          <dgm:chMax val="0"/>
          <dgm:chPref val="0"/>
          <dgm:bulletEnabled val="1"/>
        </dgm:presLayoutVars>
      </dgm:prSet>
      <dgm:spPr/>
    </dgm:pt>
    <dgm:pt modelId="{3752BEDF-6BE8-4B18-81F4-9F18E25EF957}" type="pres">
      <dgm:prSet presAssocID="{757680CC-BD7F-49E7-B910-79A07675E87D}" presName="sibTrans" presStyleCnt="0"/>
      <dgm:spPr/>
    </dgm:pt>
    <dgm:pt modelId="{2DC17B3E-B054-4D1F-826D-B78AA521BAD0}" type="pres">
      <dgm:prSet presAssocID="{6BA87D78-69EB-4797-9DED-8BCBEF5566C8}" presName="composite" presStyleCnt="0"/>
      <dgm:spPr/>
    </dgm:pt>
    <dgm:pt modelId="{E4F33A41-1AB2-4959-9D37-289514BFA90B}" type="pres">
      <dgm:prSet presAssocID="{6BA87D78-69EB-4797-9DED-8BCBEF5566C8}" presName="bentUpArrow1" presStyleLbl="alignImgPlace1" presStyleIdx="4" presStyleCnt="5"/>
      <dgm:spPr/>
    </dgm:pt>
    <dgm:pt modelId="{8A2512E3-E47F-4A4D-8A76-94CE66C85579}" type="pres">
      <dgm:prSet presAssocID="{6BA87D78-69EB-4797-9DED-8BCBEF5566C8}" presName="ParentText" presStyleLbl="node1" presStyleIdx="4" presStyleCnt="6">
        <dgm:presLayoutVars>
          <dgm:chMax val="1"/>
          <dgm:chPref val="1"/>
          <dgm:bulletEnabled val="1"/>
        </dgm:presLayoutVars>
      </dgm:prSet>
      <dgm:spPr/>
    </dgm:pt>
    <dgm:pt modelId="{90462814-3561-4CB1-BAC4-D8FB3B262877}" type="pres">
      <dgm:prSet presAssocID="{6BA87D78-69EB-4797-9DED-8BCBEF5566C8}" presName="ChildText" presStyleLbl="revTx" presStyleIdx="4" presStyleCnt="6">
        <dgm:presLayoutVars>
          <dgm:chMax val="0"/>
          <dgm:chPref val="0"/>
          <dgm:bulletEnabled val="1"/>
        </dgm:presLayoutVars>
      </dgm:prSet>
      <dgm:spPr/>
    </dgm:pt>
    <dgm:pt modelId="{F738800C-EC86-45A2-B694-4E828262DD4E}" type="pres">
      <dgm:prSet presAssocID="{D0EBE261-8E11-4694-AD37-FAE42FF3A36D}" presName="sibTrans" presStyleCnt="0"/>
      <dgm:spPr/>
    </dgm:pt>
    <dgm:pt modelId="{AEAA5A5F-A38D-4875-B5E6-96220F48F9F3}" type="pres">
      <dgm:prSet presAssocID="{9E94B6A3-757D-4A58-9C70-2C5FAB03DC49}" presName="composite" presStyleCnt="0"/>
      <dgm:spPr/>
    </dgm:pt>
    <dgm:pt modelId="{1587A2B0-9234-4DF1-A4BA-88CA7FFCD621}" type="pres">
      <dgm:prSet presAssocID="{9E94B6A3-757D-4A58-9C70-2C5FAB03DC49}" presName="ParentText" presStyleLbl="node1" presStyleIdx="5" presStyleCnt="6">
        <dgm:presLayoutVars>
          <dgm:chMax val="1"/>
          <dgm:chPref val="1"/>
          <dgm:bulletEnabled val="1"/>
        </dgm:presLayoutVars>
      </dgm:prSet>
      <dgm:spPr/>
    </dgm:pt>
    <dgm:pt modelId="{354C83FF-2F2A-4B2E-97D3-7874DEE5B6EA}" type="pres">
      <dgm:prSet presAssocID="{9E94B6A3-757D-4A58-9C70-2C5FAB03DC49}" presName="FinalChildText" presStyleLbl="revTx" presStyleIdx="5" presStyleCnt="6">
        <dgm:presLayoutVars>
          <dgm:chMax val="0"/>
          <dgm:chPref val="0"/>
          <dgm:bulletEnabled val="1"/>
        </dgm:presLayoutVars>
      </dgm:prSet>
      <dgm:spPr/>
    </dgm:pt>
  </dgm:ptLst>
  <dgm:cxnLst>
    <dgm:cxn modelId="{A999611D-59F3-4C37-BA31-58C8256C8060}" srcId="{1940AE97-BFF3-4268-89BD-108AE4134C35}" destId="{D0F25CF6-2B99-457F-970E-022F6CD2A7B8}" srcOrd="1" destOrd="0" parTransId="{400E9D6C-949E-4CFB-A168-606A38CA7B21}" sibTransId="{F162F128-E432-45F9-98FD-C7616827A5B6}"/>
    <dgm:cxn modelId="{E6EBD822-419C-4449-A0E6-215C0A8CE2BA}" srcId="{6BA87D78-69EB-4797-9DED-8BCBEF5566C8}" destId="{DE168FE8-DB14-410C-81DD-5ED257093EF0}" srcOrd="0" destOrd="0" parTransId="{BE3C8B5F-7434-4F03-972A-751C0ACE06FE}" sibTransId="{283669E3-F419-42EF-8A46-39B455C02F92}"/>
    <dgm:cxn modelId="{FFAB642D-84A4-4573-927A-585E3BF5296B}" type="presOf" srcId="{6BA87D78-69EB-4797-9DED-8BCBEF5566C8}" destId="{8A2512E3-E47F-4A4D-8A76-94CE66C85579}" srcOrd="0" destOrd="0" presId="urn:microsoft.com/office/officeart/2005/8/layout/StepDownProcess"/>
    <dgm:cxn modelId="{F2DF772E-D382-4D30-AFE0-B1C29D56AD8C}" type="presOf" srcId="{36766C00-058E-44A6-89B2-558E8945F2DA}" destId="{5142C4FD-85CF-49EC-A533-05A05E916E0D}" srcOrd="0" destOrd="1" presId="urn:microsoft.com/office/officeart/2005/8/layout/StepDownProcess"/>
    <dgm:cxn modelId="{4B9D0131-8A17-46F3-A636-EDEC54F28C63}" type="presOf" srcId="{E1C6FAE2-749D-4FED-9B67-948FBD727335}" destId="{2139D1EF-1F0F-499C-A51A-B14145D2DDE9}" srcOrd="0" destOrd="0" presId="urn:microsoft.com/office/officeart/2005/8/layout/StepDownProcess"/>
    <dgm:cxn modelId="{27D18935-0F25-4644-93EE-16257E5714F5}" type="presOf" srcId="{189C95B8-C2CB-4D04-BA5F-AC45FFBECEA9}" destId="{4CD1720F-8875-4A49-B06F-64B5E4C72E42}" srcOrd="0" destOrd="0" presId="urn:microsoft.com/office/officeart/2005/8/layout/StepDownProcess"/>
    <dgm:cxn modelId="{A4229635-570A-4EA7-9467-209FDE1C0CD3}" type="presOf" srcId="{9E94B6A3-757D-4A58-9C70-2C5FAB03DC49}" destId="{1587A2B0-9234-4DF1-A4BA-88CA7FFCD621}" srcOrd="0" destOrd="0" presId="urn:microsoft.com/office/officeart/2005/8/layout/StepDownProcess"/>
    <dgm:cxn modelId="{E6CAE337-8590-433D-B249-48BC40786820}" srcId="{5F729207-FFEB-4DEA-9378-A5C01C7BA134}" destId="{4EB0EB86-4013-4B62-9F90-D8FC54256369}" srcOrd="0" destOrd="0" parTransId="{86196943-B132-48BC-9BD3-C7E757A09842}" sibTransId="{F9B53991-57B6-4AD7-9702-6306BA1D2D29}"/>
    <dgm:cxn modelId="{BAA2D93F-BD6A-4B1F-8C7D-BF131381788E}" type="presOf" srcId="{4EB0EB86-4013-4B62-9F90-D8FC54256369}" destId="{5142C4FD-85CF-49EC-A533-05A05E916E0D}" srcOrd="0" destOrd="0" presId="urn:microsoft.com/office/officeart/2005/8/layout/StepDownProcess"/>
    <dgm:cxn modelId="{5D2FF943-57C1-4068-867D-E07909583681}" type="presOf" srcId="{D0F25CF6-2B99-457F-970E-022F6CD2A7B8}" destId="{F262171F-ABEA-46CF-AADD-7016194452B6}" srcOrd="0" destOrd="0" presId="urn:microsoft.com/office/officeart/2005/8/layout/StepDownProcess"/>
    <dgm:cxn modelId="{8708537B-23F0-4759-88F9-DCE3AECD3F27}" type="presOf" srcId="{BEEF94EE-38B2-4B58-A9E2-9925E73CFB86}" destId="{D1277CE1-726E-4DB7-B74F-1293C7C20596}" srcOrd="0" destOrd="0" presId="urn:microsoft.com/office/officeart/2005/8/layout/StepDownProcess"/>
    <dgm:cxn modelId="{9110B381-B505-4783-8B80-50FEB953923C}" srcId="{1940AE97-BFF3-4268-89BD-108AE4134C35}" destId="{5F729207-FFEB-4DEA-9378-A5C01C7BA134}" srcOrd="2" destOrd="0" parTransId="{3FC634AB-F1B0-4C59-9317-653785E18351}" sibTransId="{6BFEAD66-6075-4B3C-8FF9-360571E0081A}"/>
    <dgm:cxn modelId="{824E7085-3D2B-4FF6-A461-1D47E9F5167B}" srcId="{9E94B6A3-757D-4A58-9C70-2C5FAB03DC49}" destId="{94C972FB-41CA-4162-9E8A-DE50CC6A836C}" srcOrd="1" destOrd="0" parTransId="{5A807397-8809-400C-A3C0-DE1B7640CA28}" sibTransId="{1D1A01B8-63CC-4AC1-9C69-0888168B0FA0}"/>
    <dgm:cxn modelId="{96BA1E97-B684-4D42-AA99-FC316EDB3728}" srcId="{1940AE97-BFF3-4268-89BD-108AE4134C35}" destId="{9E94B6A3-757D-4A58-9C70-2C5FAB03DC49}" srcOrd="5" destOrd="0" parTransId="{212627E0-7795-44A0-A708-C4FCDCACB283}" sibTransId="{EAA481A8-F4DC-4A3E-B59F-5D9517C1A1C1}"/>
    <dgm:cxn modelId="{3464929F-8E5A-4027-A6F0-110E52812609}" srcId="{1940AE97-BFF3-4268-89BD-108AE4134C35}" destId="{6BA87D78-69EB-4797-9DED-8BCBEF5566C8}" srcOrd="4" destOrd="0" parTransId="{7056CE4B-AA16-49FB-94D2-D6E341FD7321}" sibTransId="{D0EBE261-8E11-4694-AD37-FAE42FF3A36D}"/>
    <dgm:cxn modelId="{8D1F08A4-A529-4982-8908-0DD0118479F0}" type="presOf" srcId="{6FBC6B5E-A4F2-47C5-9226-40D32A7BED3F}" destId="{354C83FF-2F2A-4B2E-97D3-7874DEE5B6EA}" srcOrd="0" destOrd="0" presId="urn:microsoft.com/office/officeart/2005/8/layout/StepDownProcess"/>
    <dgm:cxn modelId="{A4F6C9A7-3D61-4629-90B4-04F26A80919B}" srcId="{5F729207-FFEB-4DEA-9378-A5C01C7BA134}" destId="{36766C00-058E-44A6-89B2-558E8945F2DA}" srcOrd="1" destOrd="0" parTransId="{D42CB7B8-5204-4CBD-9AF8-16CC1ED94E82}" sibTransId="{4CA54B4A-F613-4534-A8ED-45A1EE5DF4FA}"/>
    <dgm:cxn modelId="{FB296EA9-243D-4D72-A1FF-65ABFB834A06}" type="presOf" srcId="{5F729207-FFEB-4DEA-9378-A5C01C7BA134}" destId="{7445651F-F0DA-4670-AB82-93392D5E1DB9}" srcOrd="0" destOrd="0" presId="urn:microsoft.com/office/officeart/2005/8/layout/StepDownProcess"/>
    <dgm:cxn modelId="{B4855BAC-0EAD-4972-9504-B6A015DC400D}" type="presOf" srcId="{1940AE97-BFF3-4268-89BD-108AE4134C35}" destId="{127F5BAA-003B-4B36-A498-4815B38C6050}" srcOrd="0" destOrd="0" presId="urn:microsoft.com/office/officeart/2005/8/layout/StepDownProcess"/>
    <dgm:cxn modelId="{CEFA0BC3-DA79-4F58-BD0C-6978FF0B9213}" type="presOf" srcId="{DE168FE8-DB14-410C-81DD-5ED257093EF0}" destId="{90462814-3561-4CB1-BAC4-D8FB3B262877}" srcOrd="0" destOrd="0" presId="urn:microsoft.com/office/officeart/2005/8/layout/StepDownProcess"/>
    <dgm:cxn modelId="{135DF7E1-8526-4289-9647-0F8A90A54896}" srcId="{BEEF94EE-38B2-4B58-A9E2-9925E73CFB86}" destId="{189C95B8-C2CB-4D04-BA5F-AC45FFBECEA9}" srcOrd="0" destOrd="0" parTransId="{AD5B1FD7-85B2-4F7D-8376-9D41CCED35B9}" sibTransId="{F7185838-FB8A-401B-B3C0-0D8CC0160A14}"/>
    <dgm:cxn modelId="{1FCE22F4-A228-4DD3-913E-C0E5248EB029}" srcId="{1940AE97-BFF3-4268-89BD-108AE4134C35}" destId="{BEEF94EE-38B2-4B58-A9E2-9925E73CFB86}" srcOrd="3" destOrd="0" parTransId="{152459DF-B7A7-4BA8-98FB-CC7BD8FEE307}" sibTransId="{757680CC-BD7F-49E7-B910-79A07675E87D}"/>
    <dgm:cxn modelId="{56A685F4-D4D3-4C28-8597-6AA425E1D0E9}" type="presOf" srcId="{94C972FB-41CA-4162-9E8A-DE50CC6A836C}" destId="{354C83FF-2F2A-4B2E-97D3-7874DEE5B6EA}" srcOrd="0" destOrd="1" presId="urn:microsoft.com/office/officeart/2005/8/layout/StepDownProcess"/>
    <dgm:cxn modelId="{6D3770F5-6B76-42E3-8C6F-FEEEF4CF1441}" srcId="{9E94B6A3-757D-4A58-9C70-2C5FAB03DC49}" destId="{6FBC6B5E-A4F2-47C5-9226-40D32A7BED3F}" srcOrd="0" destOrd="0" parTransId="{D82D8CE1-DE1C-45C4-B340-DEAA6488C873}" sibTransId="{4380298C-9EE5-409D-8A65-52B4DD428A91}"/>
    <dgm:cxn modelId="{B90C04FC-C59A-4715-9D1E-EAB9D848D677}" srcId="{1940AE97-BFF3-4268-89BD-108AE4134C35}" destId="{E1C6FAE2-749D-4FED-9B67-948FBD727335}" srcOrd="0" destOrd="0" parTransId="{BBFD4745-961F-42AD-A886-9D28B6AE1E20}" sibTransId="{D8A16A53-440E-43FC-B8C0-FDD22E866315}"/>
    <dgm:cxn modelId="{6734F602-844E-4033-9D3A-B31D7A31304B}" type="presParOf" srcId="{127F5BAA-003B-4B36-A498-4815B38C6050}" destId="{55D811F3-8C0E-461C-860D-5661F5F39850}" srcOrd="0" destOrd="0" presId="urn:microsoft.com/office/officeart/2005/8/layout/StepDownProcess"/>
    <dgm:cxn modelId="{CCD9CC39-A425-44D9-8091-BC3C6DA3CC44}" type="presParOf" srcId="{55D811F3-8C0E-461C-860D-5661F5F39850}" destId="{820D4D8E-7126-4854-9D84-5BFEF366FD01}" srcOrd="0" destOrd="0" presId="urn:microsoft.com/office/officeart/2005/8/layout/StepDownProcess"/>
    <dgm:cxn modelId="{AAF5F5F8-4B7D-44F3-93F6-FC58548E12E0}" type="presParOf" srcId="{55D811F3-8C0E-461C-860D-5661F5F39850}" destId="{2139D1EF-1F0F-499C-A51A-B14145D2DDE9}" srcOrd="1" destOrd="0" presId="urn:microsoft.com/office/officeart/2005/8/layout/StepDownProcess"/>
    <dgm:cxn modelId="{75B8C774-E09B-4B4F-8955-DF53AC87149A}" type="presParOf" srcId="{55D811F3-8C0E-461C-860D-5661F5F39850}" destId="{D489733C-6D72-4FBC-805A-8B81FC1FE767}" srcOrd="2" destOrd="0" presId="urn:microsoft.com/office/officeart/2005/8/layout/StepDownProcess"/>
    <dgm:cxn modelId="{9D8F843F-A0DB-4576-857F-A2C65999FF1C}" type="presParOf" srcId="{127F5BAA-003B-4B36-A498-4815B38C6050}" destId="{590B2140-2D91-4AAD-A5F1-CAD23BC0AFC0}" srcOrd="1" destOrd="0" presId="urn:microsoft.com/office/officeart/2005/8/layout/StepDownProcess"/>
    <dgm:cxn modelId="{39B57CBB-400B-47A2-ADD3-1169C5664D54}" type="presParOf" srcId="{127F5BAA-003B-4B36-A498-4815B38C6050}" destId="{EB28D4DA-8E77-41BE-B350-F5EF426B9187}" srcOrd="2" destOrd="0" presId="urn:microsoft.com/office/officeart/2005/8/layout/StepDownProcess"/>
    <dgm:cxn modelId="{1F95402B-9D99-4CD6-B214-08A859F87122}" type="presParOf" srcId="{EB28D4DA-8E77-41BE-B350-F5EF426B9187}" destId="{7693C455-9BAA-46B0-A473-EDB81C2020D7}" srcOrd="0" destOrd="0" presId="urn:microsoft.com/office/officeart/2005/8/layout/StepDownProcess"/>
    <dgm:cxn modelId="{96C6E3CE-273F-4F02-BD9F-42313DDD7D10}" type="presParOf" srcId="{EB28D4DA-8E77-41BE-B350-F5EF426B9187}" destId="{F262171F-ABEA-46CF-AADD-7016194452B6}" srcOrd="1" destOrd="0" presId="urn:microsoft.com/office/officeart/2005/8/layout/StepDownProcess"/>
    <dgm:cxn modelId="{2BDB87CB-0E60-4D50-A2BB-DD714052E078}" type="presParOf" srcId="{EB28D4DA-8E77-41BE-B350-F5EF426B9187}" destId="{FD4B4984-99A0-4318-8D91-1B036BAA2118}" srcOrd="2" destOrd="0" presId="urn:microsoft.com/office/officeart/2005/8/layout/StepDownProcess"/>
    <dgm:cxn modelId="{C1B1A4F8-54B1-4A17-82CA-85F4C5ADD581}" type="presParOf" srcId="{127F5BAA-003B-4B36-A498-4815B38C6050}" destId="{73D4DC00-D2F9-46B4-BFC9-801E0FF50452}" srcOrd="3" destOrd="0" presId="urn:microsoft.com/office/officeart/2005/8/layout/StepDownProcess"/>
    <dgm:cxn modelId="{290E0600-AF49-4756-B7F5-0C4609E0995E}" type="presParOf" srcId="{127F5BAA-003B-4B36-A498-4815B38C6050}" destId="{99099C87-3748-4DF4-97DE-4D5158F3E71D}" srcOrd="4" destOrd="0" presId="urn:microsoft.com/office/officeart/2005/8/layout/StepDownProcess"/>
    <dgm:cxn modelId="{4FBBAFB8-1CAB-4AB1-83B1-389195DF89B2}" type="presParOf" srcId="{99099C87-3748-4DF4-97DE-4D5158F3E71D}" destId="{DC2FA763-1656-450D-BE57-C9DEF7DCE9EF}" srcOrd="0" destOrd="0" presId="urn:microsoft.com/office/officeart/2005/8/layout/StepDownProcess"/>
    <dgm:cxn modelId="{308A7222-5CC7-4AC3-9583-6F42283CEA2C}" type="presParOf" srcId="{99099C87-3748-4DF4-97DE-4D5158F3E71D}" destId="{7445651F-F0DA-4670-AB82-93392D5E1DB9}" srcOrd="1" destOrd="0" presId="urn:microsoft.com/office/officeart/2005/8/layout/StepDownProcess"/>
    <dgm:cxn modelId="{38FD20A7-1BB3-41E8-9A92-04A51C7C8BE9}" type="presParOf" srcId="{99099C87-3748-4DF4-97DE-4D5158F3E71D}" destId="{5142C4FD-85CF-49EC-A533-05A05E916E0D}" srcOrd="2" destOrd="0" presId="urn:microsoft.com/office/officeart/2005/8/layout/StepDownProcess"/>
    <dgm:cxn modelId="{0DD35CCE-0355-4034-95F0-106738CEE4F2}" type="presParOf" srcId="{127F5BAA-003B-4B36-A498-4815B38C6050}" destId="{3D696D4D-FA6E-4281-B287-B33CD4340C7E}" srcOrd="5" destOrd="0" presId="urn:microsoft.com/office/officeart/2005/8/layout/StepDownProcess"/>
    <dgm:cxn modelId="{C29B0C46-117F-4B80-9FD1-6D3C7AE55409}" type="presParOf" srcId="{127F5BAA-003B-4B36-A498-4815B38C6050}" destId="{C41C3902-4E03-4850-A259-6026068EA998}" srcOrd="6" destOrd="0" presId="urn:microsoft.com/office/officeart/2005/8/layout/StepDownProcess"/>
    <dgm:cxn modelId="{C5C0F13F-1C4E-4707-B45F-ECA0A9F75ADC}" type="presParOf" srcId="{C41C3902-4E03-4850-A259-6026068EA998}" destId="{241FB799-E53B-4E43-BE69-CD91FD461664}" srcOrd="0" destOrd="0" presId="urn:microsoft.com/office/officeart/2005/8/layout/StepDownProcess"/>
    <dgm:cxn modelId="{BB9F8BC7-7BE7-4A4D-9731-2F00632F3387}" type="presParOf" srcId="{C41C3902-4E03-4850-A259-6026068EA998}" destId="{D1277CE1-726E-4DB7-B74F-1293C7C20596}" srcOrd="1" destOrd="0" presId="urn:microsoft.com/office/officeart/2005/8/layout/StepDownProcess"/>
    <dgm:cxn modelId="{0E0D0AA3-57E4-4534-A47F-567C13330B3F}" type="presParOf" srcId="{C41C3902-4E03-4850-A259-6026068EA998}" destId="{4CD1720F-8875-4A49-B06F-64B5E4C72E42}" srcOrd="2" destOrd="0" presId="urn:microsoft.com/office/officeart/2005/8/layout/StepDownProcess"/>
    <dgm:cxn modelId="{E813513A-BDA7-4311-824F-7FEFE7FEB725}" type="presParOf" srcId="{127F5BAA-003B-4B36-A498-4815B38C6050}" destId="{3752BEDF-6BE8-4B18-81F4-9F18E25EF957}" srcOrd="7" destOrd="0" presId="urn:microsoft.com/office/officeart/2005/8/layout/StepDownProcess"/>
    <dgm:cxn modelId="{034D3F15-C3B1-4184-BFB8-98BC429C2581}" type="presParOf" srcId="{127F5BAA-003B-4B36-A498-4815B38C6050}" destId="{2DC17B3E-B054-4D1F-826D-B78AA521BAD0}" srcOrd="8" destOrd="0" presId="urn:microsoft.com/office/officeart/2005/8/layout/StepDownProcess"/>
    <dgm:cxn modelId="{52EEF692-BA35-4F1D-A9AE-90B0257B51F3}" type="presParOf" srcId="{2DC17B3E-B054-4D1F-826D-B78AA521BAD0}" destId="{E4F33A41-1AB2-4959-9D37-289514BFA90B}" srcOrd="0" destOrd="0" presId="urn:microsoft.com/office/officeart/2005/8/layout/StepDownProcess"/>
    <dgm:cxn modelId="{B2AF9032-CBE2-492D-B091-33E688B3927C}" type="presParOf" srcId="{2DC17B3E-B054-4D1F-826D-B78AA521BAD0}" destId="{8A2512E3-E47F-4A4D-8A76-94CE66C85579}" srcOrd="1" destOrd="0" presId="urn:microsoft.com/office/officeart/2005/8/layout/StepDownProcess"/>
    <dgm:cxn modelId="{BAF7A893-4EEE-4A10-A5CB-3EA2AAFEDAB1}" type="presParOf" srcId="{2DC17B3E-B054-4D1F-826D-B78AA521BAD0}" destId="{90462814-3561-4CB1-BAC4-D8FB3B262877}" srcOrd="2" destOrd="0" presId="urn:microsoft.com/office/officeart/2005/8/layout/StepDownProcess"/>
    <dgm:cxn modelId="{9E1C88BA-DDA6-4D62-BB06-46011B26AA35}" type="presParOf" srcId="{127F5BAA-003B-4B36-A498-4815B38C6050}" destId="{F738800C-EC86-45A2-B694-4E828262DD4E}" srcOrd="9" destOrd="0" presId="urn:microsoft.com/office/officeart/2005/8/layout/StepDownProcess"/>
    <dgm:cxn modelId="{DC44AA67-3FBD-443C-83B8-45B374D5075E}" type="presParOf" srcId="{127F5BAA-003B-4B36-A498-4815B38C6050}" destId="{AEAA5A5F-A38D-4875-B5E6-96220F48F9F3}" srcOrd="10" destOrd="0" presId="urn:microsoft.com/office/officeart/2005/8/layout/StepDownProcess"/>
    <dgm:cxn modelId="{CFBBD161-3BAF-4376-B521-8098A7DDB84C}" type="presParOf" srcId="{AEAA5A5F-A38D-4875-B5E6-96220F48F9F3}" destId="{1587A2B0-9234-4DF1-A4BA-88CA7FFCD621}" srcOrd="0" destOrd="0" presId="urn:microsoft.com/office/officeart/2005/8/layout/StepDownProcess"/>
    <dgm:cxn modelId="{82D24145-1619-491A-BD10-DF73F02F00D1}" type="presParOf" srcId="{AEAA5A5F-A38D-4875-B5E6-96220F48F9F3}" destId="{354C83FF-2F2A-4B2E-97D3-7874DEE5B6EA}" srcOrd="1" destOrd="0" presId="urn:microsoft.com/office/officeart/2005/8/layout/StepDown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89EE5BD9-379C-4A6D-9B5B-5FE8C0C1D71E}" type="doc">
      <dgm:prSet loTypeId="urn:microsoft.com/office/officeart/2005/8/layout/chevron1" loCatId="process" qsTypeId="urn:microsoft.com/office/officeart/2005/8/quickstyle/simple1" qsCatId="simple" csTypeId="urn:microsoft.com/office/officeart/2005/8/colors/accent1_2" csCatId="accent1" phldr="1"/>
      <dgm:spPr/>
    </dgm:pt>
    <dgm:pt modelId="{139ED7E1-80DE-46D5-9C08-04DC86BABF66}">
      <dgm:prSet phldrT="[文字]"/>
      <dgm:spPr/>
      <dgm:t>
        <a:bodyPr/>
        <a:lstStyle/>
        <a:p>
          <a:r>
            <a:rPr lang="zh-TW" altLang="en-US" dirty="0"/>
            <a:t>資料蒐集</a:t>
          </a:r>
        </a:p>
      </dgm:t>
    </dgm:pt>
    <dgm:pt modelId="{1D04E3CC-1E43-46B1-A840-D144821765D8}" type="parTrans" cxnId="{07B3841E-55FA-4702-88A8-CBCA5B62D01F}">
      <dgm:prSet/>
      <dgm:spPr/>
      <dgm:t>
        <a:bodyPr/>
        <a:lstStyle/>
        <a:p>
          <a:endParaRPr lang="zh-TW" altLang="en-US"/>
        </a:p>
      </dgm:t>
    </dgm:pt>
    <dgm:pt modelId="{FC75BE4C-1F8E-4ADD-9D4D-4CA4F75000E7}" type="sibTrans" cxnId="{07B3841E-55FA-4702-88A8-CBCA5B62D01F}">
      <dgm:prSet/>
      <dgm:spPr/>
      <dgm:t>
        <a:bodyPr/>
        <a:lstStyle/>
        <a:p>
          <a:endParaRPr lang="zh-TW" altLang="en-US"/>
        </a:p>
      </dgm:t>
    </dgm:pt>
    <dgm:pt modelId="{8EEC0CE0-3E0C-40AA-BC43-0CACB75650A6}">
      <dgm:prSet phldrT="[文字]"/>
      <dgm:spPr/>
      <dgm:t>
        <a:bodyPr/>
        <a:lstStyle/>
        <a:p>
          <a:r>
            <a:rPr lang="zh-TW" altLang="en-US" dirty="0"/>
            <a:t>案件篩選</a:t>
          </a:r>
        </a:p>
      </dgm:t>
    </dgm:pt>
    <dgm:pt modelId="{D470A32D-8AF6-485B-96E4-AEA0AA15C4C2}" type="parTrans" cxnId="{CA36B8BB-EA72-427B-A057-A1A41F5D221F}">
      <dgm:prSet/>
      <dgm:spPr/>
      <dgm:t>
        <a:bodyPr/>
        <a:lstStyle/>
        <a:p>
          <a:endParaRPr lang="zh-TW" altLang="en-US"/>
        </a:p>
      </dgm:t>
    </dgm:pt>
    <dgm:pt modelId="{87130D3E-B70B-4754-BEBF-589650C22229}" type="sibTrans" cxnId="{CA36B8BB-EA72-427B-A057-A1A41F5D221F}">
      <dgm:prSet/>
      <dgm:spPr/>
      <dgm:t>
        <a:bodyPr/>
        <a:lstStyle/>
        <a:p>
          <a:endParaRPr lang="zh-TW" altLang="en-US"/>
        </a:p>
      </dgm:t>
    </dgm:pt>
    <dgm:pt modelId="{AF7244D5-699B-41E3-B552-4B0FE2505BB3}">
      <dgm:prSet phldrT="[文字]"/>
      <dgm:spPr/>
      <dgm:t>
        <a:bodyPr/>
        <a:lstStyle/>
        <a:p>
          <a:r>
            <a:rPr lang="zh-TW" altLang="en-US" dirty="0"/>
            <a:t>標籤整理</a:t>
          </a:r>
        </a:p>
      </dgm:t>
    </dgm:pt>
    <dgm:pt modelId="{159D7896-E678-46FC-A1B6-45921BFC8900}" type="parTrans" cxnId="{838CB279-6F4D-4654-9F1B-E501A4B4BDF1}">
      <dgm:prSet/>
      <dgm:spPr/>
      <dgm:t>
        <a:bodyPr/>
        <a:lstStyle/>
        <a:p>
          <a:endParaRPr lang="zh-TW" altLang="en-US"/>
        </a:p>
      </dgm:t>
    </dgm:pt>
    <dgm:pt modelId="{03933E72-6665-4DCF-9EF8-3842F945C938}" type="sibTrans" cxnId="{838CB279-6F4D-4654-9F1B-E501A4B4BDF1}">
      <dgm:prSet/>
      <dgm:spPr/>
      <dgm:t>
        <a:bodyPr/>
        <a:lstStyle/>
        <a:p>
          <a:endParaRPr lang="zh-TW" altLang="en-US"/>
        </a:p>
      </dgm:t>
    </dgm:pt>
    <dgm:pt modelId="{9E9A4566-C4C7-4295-879A-98FA0F0C0B6A}">
      <dgm:prSet phldrT="[文字]"/>
      <dgm:spPr/>
      <dgm:t>
        <a:bodyPr/>
        <a:lstStyle/>
        <a:p>
          <a:r>
            <a:rPr lang="zh-TW" altLang="en-US" dirty="0"/>
            <a:t>文本前處理</a:t>
          </a:r>
        </a:p>
      </dgm:t>
    </dgm:pt>
    <dgm:pt modelId="{C2F97484-8C6A-4C3D-846C-AB07CBCB7BEF}" type="parTrans" cxnId="{CA0EAB2A-03F3-444B-9F0D-1503273DB6E0}">
      <dgm:prSet/>
      <dgm:spPr/>
      <dgm:t>
        <a:bodyPr/>
        <a:lstStyle/>
        <a:p>
          <a:endParaRPr lang="zh-TW" altLang="en-US"/>
        </a:p>
      </dgm:t>
    </dgm:pt>
    <dgm:pt modelId="{613E605F-26AD-4F0A-A619-7AE1560B8B4B}" type="sibTrans" cxnId="{CA0EAB2A-03F3-444B-9F0D-1503273DB6E0}">
      <dgm:prSet/>
      <dgm:spPr/>
      <dgm:t>
        <a:bodyPr/>
        <a:lstStyle/>
        <a:p>
          <a:endParaRPr lang="zh-TW" altLang="en-US"/>
        </a:p>
      </dgm:t>
    </dgm:pt>
    <dgm:pt modelId="{160A1D33-E658-418E-8036-C4AB63B20C1A}">
      <dgm:prSet phldrT="[文字]"/>
      <dgm:spPr/>
      <dgm:t>
        <a:bodyPr/>
        <a:lstStyle/>
        <a:p>
          <a:r>
            <a:rPr lang="zh-TW" altLang="en-US" dirty="0"/>
            <a:t>特徵建構</a:t>
          </a:r>
        </a:p>
      </dgm:t>
    </dgm:pt>
    <dgm:pt modelId="{69116C48-78C5-4340-B244-B8CD9C973DF8}" type="parTrans" cxnId="{525E1722-1582-4CCD-AF4F-8DF36ADBBA4B}">
      <dgm:prSet/>
      <dgm:spPr/>
      <dgm:t>
        <a:bodyPr/>
        <a:lstStyle/>
        <a:p>
          <a:endParaRPr lang="zh-TW" altLang="en-US"/>
        </a:p>
      </dgm:t>
    </dgm:pt>
    <dgm:pt modelId="{A537A6EC-5A51-4FDB-9059-C694E197B2B0}" type="sibTrans" cxnId="{525E1722-1582-4CCD-AF4F-8DF36ADBBA4B}">
      <dgm:prSet/>
      <dgm:spPr/>
      <dgm:t>
        <a:bodyPr/>
        <a:lstStyle/>
        <a:p>
          <a:endParaRPr lang="zh-TW" altLang="en-US"/>
        </a:p>
      </dgm:t>
    </dgm:pt>
    <dgm:pt modelId="{5C7D3CE4-ABDE-41A7-90C3-70E5C7BB467B}">
      <dgm:prSet phldrT="[文字]"/>
      <dgm:spPr/>
      <dgm:t>
        <a:bodyPr/>
        <a:lstStyle/>
        <a:p>
          <a:r>
            <a:rPr lang="zh-TW" altLang="en-US" dirty="0"/>
            <a:t>特徵選擇</a:t>
          </a:r>
        </a:p>
      </dgm:t>
    </dgm:pt>
    <dgm:pt modelId="{BF6EDFD5-76D6-43D3-B03E-795B9CFD0EC5}" type="parTrans" cxnId="{8B6D8084-F0A6-4791-8F2D-1A210ED1DE90}">
      <dgm:prSet/>
      <dgm:spPr/>
      <dgm:t>
        <a:bodyPr/>
        <a:lstStyle/>
        <a:p>
          <a:endParaRPr lang="zh-TW" altLang="en-US"/>
        </a:p>
      </dgm:t>
    </dgm:pt>
    <dgm:pt modelId="{049C9476-7F43-4E8F-8DD5-040390399220}" type="sibTrans" cxnId="{8B6D8084-F0A6-4791-8F2D-1A210ED1DE90}">
      <dgm:prSet/>
      <dgm:spPr/>
      <dgm:t>
        <a:bodyPr/>
        <a:lstStyle/>
        <a:p>
          <a:endParaRPr lang="zh-TW" altLang="en-US"/>
        </a:p>
      </dgm:t>
    </dgm:pt>
    <dgm:pt modelId="{DFF03899-C159-445D-9571-2E50827A2D49}">
      <dgm:prSet phldrT="[文字]"/>
      <dgm:spPr/>
      <dgm:t>
        <a:bodyPr/>
        <a:lstStyle/>
        <a:p>
          <a:r>
            <a:rPr lang="zh-TW" altLang="en-US" dirty="0"/>
            <a:t>模型訓練</a:t>
          </a:r>
        </a:p>
      </dgm:t>
    </dgm:pt>
    <dgm:pt modelId="{06EE08EE-6A06-4DBB-B0E0-F2ABECD59FE5}" type="parTrans" cxnId="{8A2CDF93-5C35-4031-8F0F-653666331A45}">
      <dgm:prSet/>
      <dgm:spPr/>
      <dgm:t>
        <a:bodyPr/>
        <a:lstStyle/>
        <a:p>
          <a:endParaRPr lang="zh-TW" altLang="en-US"/>
        </a:p>
      </dgm:t>
    </dgm:pt>
    <dgm:pt modelId="{55816338-2453-4980-BB21-94B4B3558D95}" type="sibTrans" cxnId="{8A2CDF93-5C35-4031-8F0F-653666331A45}">
      <dgm:prSet/>
      <dgm:spPr/>
      <dgm:t>
        <a:bodyPr/>
        <a:lstStyle/>
        <a:p>
          <a:endParaRPr lang="zh-TW" altLang="en-US"/>
        </a:p>
      </dgm:t>
    </dgm:pt>
    <dgm:pt modelId="{A731B7DF-F419-4850-AE21-E575F7C4EFCF}">
      <dgm:prSet phldrT="[文字]"/>
      <dgm:spPr/>
      <dgm:t>
        <a:bodyPr/>
        <a:lstStyle/>
        <a:p>
          <a:r>
            <a:rPr lang="zh-TW" altLang="en-US" dirty="0"/>
            <a:t>模型評估</a:t>
          </a:r>
        </a:p>
      </dgm:t>
    </dgm:pt>
    <dgm:pt modelId="{75B5ACF9-06E2-4BEC-A606-9C2C9C35F5B0}" type="parTrans" cxnId="{F3DE2FC9-D11E-4361-8E20-CCB014AAB7CB}">
      <dgm:prSet/>
      <dgm:spPr/>
      <dgm:t>
        <a:bodyPr/>
        <a:lstStyle/>
        <a:p>
          <a:endParaRPr lang="zh-TW" altLang="en-US"/>
        </a:p>
      </dgm:t>
    </dgm:pt>
    <dgm:pt modelId="{BE42063E-144C-443B-BD76-EA23D882CF80}" type="sibTrans" cxnId="{F3DE2FC9-D11E-4361-8E20-CCB014AAB7CB}">
      <dgm:prSet/>
      <dgm:spPr/>
      <dgm:t>
        <a:bodyPr/>
        <a:lstStyle/>
        <a:p>
          <a:endParaRPr lang="zh-TW" altLang="en-US"/>
        </a:p>
      </dgm:t>
    </dgm:pt>
    <dgm:pt modelId="{FB5FC1C0-15ED-4256-82B3-FEF6D43798B9}">
      <dgm:prSet phldrT="[文字]"/>
      <dgm:spPr/>
      <dgm:t>
        <a:bodyPr/>
        <a:lstStyle/>
        <a:p>
          <a:r>
            <a:rPr lang="zh-TW" altLang="en-US" dirty="0"/>
            <a:t>結果</a:t>
          </a:r>
        </a:p>
      </dgm:t>
    </dgm:pt>
    <dgm:pt modelId="{90EFC6E0-E373-49C2-A2D6-EFA056E5EA4A}" type="parTrans" cxnId="{8E84CC95-D0E6-419B-ABFF-81EF41EC28CA}">
      <dgm:prSet/>
      <dgm:spPr/>
      <dgm:t>
        <a:bodyPr/>
        <a:lstStyle/>
        <a:p>
          <a:endParaRPr lang="zh-TW" altLang="en-US"/>
        </a:p>
      </dgm:t>
    </dgm:pt>
    <dgm:pt modelId="{5F6A7D14-C208-42F6-B558-215FBC26BC06}" type="sibTrans" cxnId="{8E84CC95-D0E6-419B-ABFF-81EF41EC28CA}">
      <dgm:prSet/>
      <dgm:spPr/>
      <dgm:t>
        <a:bodyPr/>
        <a:lstStyle/>
        <a:p>
          <a:endParaRPr lang="zh-TW" altLang="en-US"/>
        </a:p>
      </dgm:t>
    </dgm:pt>
    <dgm:pt modelId="{AA604A7B-15F5-4286-BC28-30F56879ED1D}" type="pres">
      <dgm:prSet presAssocID="{89EE5BD9-379C-4A6D-9B5B-5FE8C0C1D71E}" presName="Name0" presStyleCnt="0">
        <dgm:presLayoutVars>
          <dgm:dir/>
          <dgm:animLvl val="lvl"/>
          <dgm:resizeHandles val="exact"/>
        </dgm:presLayoutVars>
      </dgm:prSet>
      <dgm:spPr/>
    </dgm:pt>
    <dgm:pt modelId="{914191AA-E579-4637-A162-6EA965AF927A}" type="pres">
      <dgm:prSet presAssocID="{139ED7E1-80DE-46D5-9C08-04DC86BABF66}" presName="parTxOnly" presStyleLbl="node1" presStyleIdx="0" presStyleCnt="9">
        <dgm:presLayoutVars>
          <dgm:chMax val="0"/>
          <dgm:chPref val="0"/>
          <dgm:bulletEnabled val="1"/>
        </dgm:presLayoutVars>
      </dgm:prSet>
      <dgm:spPr/>
    </dgm:pt>
    <dgm:pt modelId="{F868289A-E627-4690-8CAA-CC98C4D90C90}" type="pres">
      <dgm:prSet presAssocID="{FC75BE4C-1F8E-4ADD-9D4D-4CA4F75000E7}" presName="parTxOnlySpace" presStyleCnt="0"/>
      <dgm:spPr/>
    </dgm:pt>
    <dgm:pt modelId="{C6DB58CE-AFF0-4A74-ACB3-99530E7E31F5}" type="pres">
      <dgm:prSet presAssocID="{8EEC0CE0-3E0C-40AA-BC43-0CACB75650A6}" presName="parTxOnly" presStyleLbl="node1" presStyleIdx="1" presStyleCnt="9">
        <dgm:presLayoutVars>
          <dgm:chMax val="0"/>
          <dgm:chPref val="0"/>
          <dgm:bulletEnabled val="1"/>
        </dgm:presLayoutVars>
      </dgm:prSet>
      <dgm:spPr/>
    </dgm:pt>
    <dgm:pt modelId="{75042B28-3334-4058-878E-8E46A270E78B}" type="pres">
      <dgm:prSet presAssocID="{87130D3E-B70B-4754-BEBF-589650C22229}" presName="parTxOnlySpace" presStyleCnt="0"/>
      <dgm:spPr/>
    </dgm:pt>
    <dgm:pt modelId="{816E6BDF-0AEB-4564-BC22-B2E48BAF5464}" type="pres">
      <dgm:prSet presAssocID="{AF7244D5-699B-41E3-B552-4B0FE2505BB3}" presName="parTxOnly" presStyleLbl="node1" presStyleIdx="2" presStyleCnt="9">
        <dgm:presLayoutVars>
          <dgm:chMax val="0"/>
          <dgm:chPref val="0"/>
          <dgm:bulletEnabled val="1"/>
        </dgm:presLayoutVars>
      </dgm:prSet>
      <dgm:spPr/>
    </dgm:pt>
    <dgm:pt modelId="{CA8A7359-67E2-49EE-BA47-785835584555}" type="pres">
      <dgm:prSet presAssocID="{03933E72-6665-4DCF-9EF8-3842F945C938}" presName="parTxOnlySpace" presStyleCnt="0"/>
      <dgm:spPr/>
    </dgm:pt>
    <dgm:pt modelId="{8294AD81-06F3-4FCB-BE73-18DA247D22D2}" type="pres">
      <dgm:prSet presAssocID="{9E9A4566-C4C7-4295-879A-98FA0F0C0B6A}" presName="parTxOnly" presStyleLbl="node1" presStyleIdx="3" presStyleCnt="9">
        <dgm:presLayoutVars>
          <dgm:chMax val="0"/>
          <dgm:chPref val="0"/>
          <dgm:bulletEnabled val="1"/>
        </dgm:presLayoutVars>
      </dgm:prSet>
      <dgm:spPr/>
    </dgm:pt>
    <dgm:pt modelId="{7358DB89-FF50-4AB8-A6C5-1146B429158F}" type="pres">
      <dgm:prSet presAssocID="{613E605F-26AD-4F0A-A619-7AE1560B8B4B}" presName="parTxOnlySpace" presStyleCnt="0"/>
      <dgm:spPr/>
    </dgm:pt>
    <dgm:pt modelId="{EAC0CF2B-1FBF-40CA-ABDC-CEE1EE4F248A}" type="pres">
      <dgm:prSet presAssocID="{160A1D33-E658-418E-8036-C4AB63B20C1A}" presName="parTxOnly" presStyleLbl="node1" presStyleIdx="4" presStyleCnt="9">
        <dgm:presLayoutVars>
          <dgm:chMax val="0"/>
          <dgm:chPref val="0"/>
          <dgm:bulletEnabled val="1"/>
        </dgm:presLayoutVars>
      </dgm:prSet>
      <dgm:spPr/>
    </dgm:pt>
    <dgm:pt modelId="{C619A701-542D-4069-B3EE-48F2F907915A}" type="pres">
      <dgm:prSet presAssocID="{A537A6EC-5A51-4FDB-9059-C694E197B2B0}" presName="parTxOnlySpace" presStyleCnt="0"/>
      <dgm:spPr/>
    </dgm:pt>
    <dgm:pt modelId="{2E9A4EAE-1198-4E49-A7B2-F73CA3FBCC84}" type="pres">
      <dgm:prSet presAssocID="{5C7D3CE4-ABDE-41A7-90C3-70E5C7BB467B}" presName="parTxOnly" presStyleLbl="node1" presStyleIdx="5" presStyleCnt="9">
        <dgm:presLayoutVars>
          <dgm:chMax val="0"/>
          <dgm:chPref val="0"/>
          <dgm:bulletEnabled val="1"/>
        </dgm:presLayoutVars>
      </dgm:prSet>
      <dgm:spPr/>
    </dgm:pt>
    <dgm:pt modelId="{0826F368-019C-492A-89B4-3BF70D8D6AA2}" type="pres">
      <dgm:prSet presAssocID="{049C9476-7F43-4E8F-8DD5-040390399220}" presName="parTxOnlySpace" presStyleCnt="0"/>
      <dgm:spPr/>
    </dgm:pt>
    <dgm:pt modelId="{EE7F8039-0CE1-4E24-8E1E-B62E2D35CB28}" type="pres">
      <dgm:prSet presAssocID="{DFF03899-C159-445D-9571-2E50827A2D49}" presName="parTxOnly" presStyleLbl="node1" presStyleIdx="6" presStyleCnt="9">
        <dgm:presLayoutVars>
          <dgm:chMax val="0"/>
          <dgm:chPref val="0"/>
          <dgm:bulletEnabled val="1"/>
        </dgm:presLayoutVars>
      </dgm:prSet>
      <dgm:spPr/>
    </dgm:pt>
    <dgm:pt modelId="{B754AE0E-3F1C-4BC3-A345-0FEA82A0B8C7}" type="pres">
      <dgm:prSet presAssocID="{55816338-2453-4980-BB21-94B4B3558D95}" presName="parTxOnlySpace" presStyleCnt="0"/>
      <dgm:spPr/>
    </dgm:pt>
    <dgm:pt modelId="{06E5E437-4722-4EF7-B3A7-7AD3DD309BC4}" type="pres">
      <dgm:prSet presAssocID="{A731B7DF-F419-4850-AE21-E575F7C4EFCF}" presName="parTxOnly" presStyleLbl="node1" presStyleIdx="7" presStyleCnt="9">
        <dgm:presLayoutVars>
          <dgm:chMax val="0"/>
          <dgm:chPref val="0"/>
          <dgm:bulletEnabled val="1"/>
        </dgm:presLayoutVars>
      </dgm:prSet>
      <dgm:spPr/>
    </dgm:pt>
    <dgm:pt modelId="{662C5D46-9063-4DFB-8C43-2EC75481B9AB}" type="pres">
      <dgm:prSet presAssocID="{BE42063E-144C-443B-BD76-EA23D882CF80}" presName="parTxOnlySpace" presStyleCnt="0"/>
      <dgm:spPr/>
    </dgm:pt>
    <dgm:pt modelId="{0E5BD989-60F0-4036-A0D2-ACB695C69815}" type="pres">
      <dgm:prSet presAssocID="{FB5FC1C0-15ED-4256-82B3-FEF6D43798B9}" presName="parTxOnly" presStyleLbl="node1" presStyleIdx="8" presStyleCnt="9">
        <dgm:presLayoutVars>
          <dgm:chMax val="0"/>
          <dgm:chPref val="0"/>
          <dgm:bulletEnabled val="1"/>
        </dgm:presLayoutVars>
      </dgm:prSet>
      <dgm:spPr/>
    </dgm:pt>
  </dgm:ptLst>
  <dgm:cxnLst>
    <dgm:cxn modelId="{07B3841E-55FA-4702-88A8-CBCA5B62D01F}" srcId="{89EE5BD9-379C-4A6D-9B5B-5FE8C0C1D71E}" destId="{139ED7E1-80DE-46D5-9C08-04DC86BABF66}" srcOrd="0" destOrd="0" parTransId="{1D04E3CC-1E43-46B1-A840-D144821765D8}" sibTransId="{FC75BE4C-1F8E-4ADD-9D4D-4CA4F75000E7}"/>
    <dgm:cxn modelId="{525E1722-1582-4CCD-AF4F-8DF36ADBBA4B}" srcId="{89EE5BD9-379C-4A6D-9B5B-5FE8C0C1D71E}" destId="{160A1D33-E658-418E-8036-C4AB63B20C1A}" srcOrd="4" destOrd="0" parTransId="{69116C48-78C5-4340-B244-B8CD9C973DF8}" sibTransId="{A537A6EC-5A51-4FDB-9059-C694E197B2B0}"/>
    <dgm:cxn modelId="{CA0EAB2A-03F3-444B-9F0D-1503273DB6E0}" srcId="{89EE5BD9-379C-4A6D-9B5B-5FE8C0C1D71E}" destId="{9E9A4566-C4C7-4295-879A-98FA0F0C0B6A}" srcOrd="3" destOrd="0" parTransId="{C2F97484-8C6A-4C3D-846C-AB07CBCB7BEF}" sibTransId="{613E605F-26AD-4F0A-A619-7AE1560B8B4B}"/>
    <dgm:cxn modelId="{6BA15D33-53E0-45B7-9E36-58027C9F62BA}" type="presOf" srcId="{139ED7E1-80DE-46D5-9C08-04DC86BABF66}" destId="{914191AA-E579-4637-A162-6EA965AF927A}" srcOrd="0" destOrd="0" presId="urn:microsoft.com/office/officeart/2005/8/layout/chevron1"/>
    <dgm:cxn modelId="{32A9746B-4420-4C3A-A98D-610BD1C97DAF}" type="presOf" srcId="{FB5FC1C0-15ED-4256-82B3-FEF6D43798B9}" destId="{0E5BD989-60F0-4036-A0D2-ACB695C69815}" srcOrd="0" destOrd="0" presId="urn:microsoft.com/office/officeart/2005/8/layout/chevron1"/>
    <dgm:cxn modelId="{79701377-6263-4AA8-B55A-A69E1DEBC560}" type="presOf" srcId="{9E9A4566-C4C7-4295-879A-98FA0F0C0B6A}" destId="{8294AD81-06F3-4FCB-BE73-18DA247D22D2}" srcOrd="0" destOrd="0" presId="urn:microsoft.com/office/officeart/2005/8/layout/chevron1"/>
    <dgm:cxn modelId="{838CB279-6F4D-4654-9F1B-E501A4B4BDF1}" srcId="{89EE5BD9-379C-4A6D-9B5B-5FE8C0C1D71E}" destId="{AF7244D5-699B-41E3-B552-4B0FE2505BB3}" srcOrd="2" destOrd="0" parTransId="{159D7896-E678-46FC-A1B6-45921BFC8900}" sibTransId="{03933E72-6665-4DCF-9EF8-3842F945C938}"/>
    <dgm:cxn modelId="{CE45C37A-6473-44B4-9075-9D8E05A628D3}" type="presOf" srcId="{8EEC0CE0-3E0C-40AA-BC43-0CACB75650A6}" destId="{C6DB58CE-AFF0-4A74-ACB3-99530E7E31F5}" srcOrd="0" destOrd="0" presId="urn:microsoft.com/office/officeart/2005/8/layout/chevron1"/>
    <dgm:cxn modelId="{8B6D8084-F0A6-4791-8F2D-1A210ED1DE90}" srcId="{89EE5BD9-379C-4A6D-9B5B-5FE8C0C1D71E}" destId="{5C7D3CE4-ABDE-41A7-90C3-70E5C7BB467B}" srcOrd="5" destOrd="0" parTransId="{BF6EDFD5-76D6-43D3-B03E-795B9CFD0EC5}" sibTransId="{049C9476-7F43-4E8F-8DD5-040390399220}"/>
    <dgm:cxn modelId="{8A2CDF93-5C35-4031-8F0F-653666331A45}" srcId="{89EE5BD9-379C-4A6D-9B5B-5FE8C0C1D71E}" destId="{DFF03899-C159-445D-9571-2E50827A2D49}" srcOrd="6" destOrd="0" parTransId="{06EE08EE-6A06-4DBB-B0E0-F2ABECD59FE5}" sibTransId="{55816338-2453-4980-BB21-94B4B3558D95}"/>
    <dgm:cxn modelId="{8E84CC95-D0E6-419B-ABFF-81EF41EC28CA}" srcId="{89EE5BD9-379C-4A6D-9B5B-5FE8C0C1D71E}" destId="{FB5FC1C0-15ED-4256-82B3-FEF6D43798B9}" srcOrd="8" destOrd="0" parTransId="{90EFC6E0-E373-49C2-A2D6-EFA056E5EA4A}" sibTransId="{5F6A7D14-C208-42F6-B558-215FBC26BC06}"/>
    <dgm:cxn modelId="{47B040A1-CC5B-4673-B19A-1FA13CD7C1C3}" type="presOf" srcId="{89EE5BD9-379C-4A6D-9B5B-5FE8C0C1D71E}" destId="{AA604A7B-15F5-4286-BC28-30F56879ED1D}" srcOrd="0" destOrd="0" presId="urn:microsoft.com/office/officeart/2005/8/layout/chevron1"/>
    <dgm:cxn modelId="{02FB08AA-3154-42D1-87EF-1DEF6B40AB44}" type="presOf" srcId="{160A1D33-E658-418E-8036-C4AB63B20C1A}" destId="{EAC0CF2B-1FBF-40CA-ABDC-CEE1EE4F248A}" srcOrd="0" destOrd="0" presId="urn:microsoft.com/office/officeart/2005/8/layout/chevron1"/>
    <dgm:cxn modelId="{CA36B8BB-EA72-427B-A057-A1A41F5D221F}" srcId="{89EE5BD9-379C-4A6D-9B5B-5FE8C0C1D71E}" destId="{8EEC0CE0-3E0C-40AA-BC43-0CACB75650A6}" srcOrd="1" destOrd="0" parTransId="{D470A32D-8AF6-485B-96E4-AEA0AA15C4C2}" sibTransId="{87130D3E-B70B-4754-BEBF-589650C22229}"/>
    <dgm:cxn modelId="{F3DE2FC9-D11E-4361-8E20-CCB014AAB7CB}" srcId="{89EE5BD9-379C-4A6D-9B5B-5FE8C0C1D71E}" destId="{A731B7DF-F419-4850-AE21-E575F7C4EFCF}" srcOrd="7" destOrd="0" parTransId="{75B5ACF9-06E2-4BEC-A606-9C2C9C35F5B0}" sibTransId="{BE42063E-144C-443B-BD76-EA23D882CF80}"/>
    <dgm:cxn modelId="{1EEA4DD1-F66F-41B3-9636-6CAA7D1640DD}" type="presOf" srcId="{5C7D3CE4-ABDE-41A7-90C3-70E5C7BB467B}" destId="{2E9A4EAE-1198-4E49-A7B2-F73CA3FBCC84}" srcOrd="0" destOrd="0" presId="urn:microsoft.com/office/officeart/2005/8/layout/chevron1"/>
    <dgm:cxn modelId="{336D1ADB-4782-45EE-9DBC-DF1A82144AE5}" type="presOf" srcId="{A731B7DF-F419-4850-AE21-E575F7C4EFCF}" destId="{06E5E437-4722-4EF7-B3A7-7AD3DD309BC4}" srcOrd="0" destOrd="0" presId="urn:microsoft.com/office/officeart/2005/8/layout/chevron1"/>
    <dgm:cxn modelId="{6F872DDD-BCB3-46BD-99E2-E5178CD2AE60}" type="presOf" srcId="{DFF03899-C159-445D-9571-2E50827A2D49}" destId="{EE7F8039-0CE1-4E24-8E1E-B62E2D35CB28}" srcOrd="0" destOrd="0" presId="urn:microsoft.com/office/officeart/2005/8/layout/chevron1"/>
    <dgm:cxn modelId="{43CBABEF-71E5-4BCF-AFA9-D6186AAD7209}" type="presOf" srcId="{AF7244D5-699B-41E3-B552-4B0FE2505BB3}" destId="{816E6BDF-0AEB-4564-BC22-B2E48BAF5464}" srcOrd="0" destOrd="0" presId="urn:microsoft.com/office/officeart/2005/8/layout/chevron1"/>
    <dgm:cxn modelId="{FCAA45F7-869F-411C-976F-FCCACDB5103F}" type="presParOf" srcId="{AA604A7B-15F5-4286-BC28-30F56879ED1D}" destId="{914191AA-E579-4637-A162-6EA965AF927A}" srcOrd="0" destOrd="0" presId="urn:microsoft.com/office/officeart/2005/8/layout/chevron1"/>
    <dgm:cxn modelId="{FA5D75A8-D075-49AB-B33A-833B4C990414}" type="presParOf" srcId="{AA604A7B-15F5-4286-BC28-30F56879ED1D}" destId="{F868289A-E627-4690-8CAA-CC98C4D90C90}" srcOrd="1" destOrd="0" presId="urn:microsoft.com/office/officeart/2005/8/layout/chevron1"/>
    <dgm:cxn modelId="{C1F55893-ADA0-44A4-98DF-5642E8BCD8FA}" type="presParOf" srcId="{AA604A7B-15F5-4286-BC28-30F56879ED1D}" destId="{C6DB58CE-AFF0-4A74-ACB3-99530E7E31F5}" srcOrd="2" destOrd="0" presId="urn:microsoft.com/office/officeart/2005/8/layout/chevron1"/>
    <dgm:cxn modelId="{4CDE61A1-80ED-47DE-916E-CA544C8C45DB}" type="presParOf" srcId="{AA604A7B-15F5-4286-BC28-30F56879ED1D}" destId="{75042B28-3334-4058-878E-8E46A270E78B}" srcOrd="3" destOrd="0" presId="urn:microsoft.com/office/officeart/2005/8/layout/chevron1"/>
    <dgm:cxn modelId="{98DFE00E-8D27-4AD2-9F22-EEB6C936547A}" type="presParOf" srcId="{AA604A7B-15F5-4286-BC28-30F56879ED1D}" destId="{816E6BDF-0AEB-4564-BC22-B2E48BAF5464}" srcOrd="4" destOrd="0" presId="urn:microsoft.com/office/officeart/2005/8/layout/chevron1"/>
    <dgm:cxn modelId="{C67FC589-EBFC-471A-BB2E-45DE09BD2C6C}" type="presParOf" srcId="{AA604A7B-15F5-4286-BC28-30F56879ED1D}" destId="{CA8A7359-67E2-49EE-BA47-785835584555}" srcOrd="5" destOrd="0" presId="urn:microsoft.com/office/officeart/2005/8/layout/chevron1"/>
    <dgm:cxn modelId="{0BE3E005-BDA2-435C-B0E7-945416452345}" type="presParOf" srcId="{AA604A7B-15F5-4286-BC28-30F56879ED1D}" destId="{8294AD81-06F3-4FCB-BE73-18DA247D22D2}" srcOrd="6" destOrd="0" presId="urn:microsoft.com/office/officeart/2005/8/layout/chevron1"/>
    <dgm:cxn modelId="{3C333496-2DBE-40FA-805C-4AB2178951E3}" type="presParOf" srcId="{AA604A7B-15F5-4286-BC28-30F56879ED1D}" destId="{7358DB89-FF50-4AB8-A6C5-1146B429158F}" srcOrd="7" destOrd="0" presId="urn:microsoft.com/office/officeart/2005/8/layout/chevron1"/>
    <dgm:cxn modelId="{D3A5EDC4-4A37-4986-89BF-6585A4A397B0}" type="presParOf" srcId="{AA604A7B-15F5-4286-BC28-30F56879ED1D}" destId="{EAC0CF2B-1FBF-40CA-ABDC-CEE1EE4F248A}" srcOrd="8" destOrd="0" presId="urn:microsoft.com/office/officeart/2005/8/layout/chevron1"/>
    <dgm:cxn modelId="{5294F6B5-0915-4051-921C-21D6D35B2AC7}" type="presParOf" srcId="{AA604A7B-15F5-4286-BC28-30F56879ED1D}" destId="{C619A701-542D-4069-B3EE-48F2F907915A}" srcOrd="9" destOrd="0" presId="urn:microsoft.com/office/officeart/2005/8/layout/chevron1"/>
    <dgm:cxn modelId="{987B81EC-6B64-4245-A4FE-9A0C44AB7D80}" type="presParOf" srcId="{AA604A7B-15F5-4286-BC28-30F56879ED1D}" destId="{2E9A4EAE-1198-4E49-A7B2-F73CA3FBCC84}" srcOrd="10" destOrd="0" presId="urn:microsoft.com/office/officeart/2005/8/layout/chevron1"/>
    <dgm:cxn modelId="{659EF2DA-0298-438E-9684-D1BFF8EB0422}" type="presParOf" srcId="{AA604A7B-15F5-4286-BC28-30F56879ED1D}" destId="{0826F368-019C-492A-89B4-3BF70D8D6AA2}" srcOrd="11" destOrd="0" presId="urn:microsoft.com/office/officeart/2005/8/layout/chevron1"/>
    <dgm:cxn modelId="{94154976-511E-4C4B-B622-4FD807631952}" type="presParOf" srcId="{AA604A7B-15F5-4286-BC28-30F56879ED1D}" destId="{EE7F8039-0CE1-4E24-8E1E-B62E2D35CB28}" srcOrd="12" destOrd="0" presId="urn:microsoft.com/office/officeart/2005/8/layout/chevron1"/>
    <dgm:cxn modelId="{83D58338-DB6C-4BBC-AA60-A4951FE6B9E4}" type="presParOf" srcId="{AA604A7B-15F5-4286-BC28-30F56879ED1D}" destId="{B754AE0E-3F1C-4BC3-A345-0FEA82A0B8C7}" srcOrd="13" destOrd="0" presId="urn:microsoft.com/office/officeart/2005/8/layout/chevron1"/>
    <dgm:cxn modelId="{91F4E344-2351-4112-A576-9E1D1194CC0F}" type="presParOf" srcId="{AA604A7B-15F5-4286-BC28-30F56879ED1D}" destId="{06E5E437-4722-4EF7-B3A7-7AD3DD309BC4}" srcOrd="14" destOrd="0" presId="urn:microsoft.com/office/officeart/2005/8/layout/chevron1"/>
    <dgm:cxn modelId="{4E1264C3-777B-4D12-9693-D68A9C97D54E}" type="presParOf" srcId="{AA604A7B-15F5-4286-BC28-30F56879ED1D}" destId="{662C5D46-9063-4DFB-8C43-2EC75481B9AB}" srcOrd="15" destOrd="0" presId="urn:microsoft.com/office/officeart/2005/8/layout/chevron1"/>
    <dgm:cxn modelId="{11CF383C-11E3-4D63-88D7-C97A67160040}" type="presParOf" srcId="{AA604A7B-15F5-4286-BC28-30F56879ED1D}" destId="{0E5BD989-60F0-4036-A0D2-ACB695C69815}" srcOrd="16" destOrd="0" presId="urn:microsoft.com/office/officeart/2005/8/layout/chevron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89EE5BD9-379C-4A6D-9B5B-5FE8C0C1D71E}" type="doc">
      <dgm:prSet loTypeId="urn:microsoft.com/office/officeart/2005/8/layout/chevron1" loCatId="process" qsTypeId="urn:microsoft.com/office/officeart/2005/8/quickstyle/simple1" qsCatId="simple" csTypeId="urn:microsoft.com/office/officeart/2005/8/colors/accent1_2" csCatId="accent1" phldr="1"/>
      <dgm:spPr/>
    </dgm:pt>
    <dgm:pt modelId="{139ED7E1-80DE-46D5-9C08-04DC86BABF66}">
      <dgm:prSet phldrT="[文字]"/>
      <dgm:spPr/>
      <dgm:t>
        <a:bodyPr/>
        <a:lstStyle/>
        <a:p>
          <a:r>
            <a:rPr lang="zh-TW" altLang="en-US" dirty="0"/>
            <a:t>資料蒐集</a:t>
          </a:r>
        </a:p>
      </dgm:t>
    </dgm:pt>
    <dgm:pt modelId="{1D04E3CC-1E43-46B1-A840-D144821765D8}" type="parTrans" cxnId="{07B3841E-55FA-4702-88A8-CBCA5B62D01F}">
      <dgm:prSet/>
      <dgm:spPr/>
      <dgm:t>
        <a:bodyPr/>
        <a:lstStyle/>
        <a:p>
          <a:endParaRPr lang="zh-TW" altLang="en-US"/>
        </a:p>
      </dgm:t>
    </dgm:pt>
    <dgm:pt modelId="{FC75BE4C-1F8E-4ADD-9D4D-4CA4F75000E7}" type="sibTrans" cxnId="{07B3841E-55FA-4702-88A8-CBCA5B62D01F}">
      <dgm:prSet/>
      <dgm:spPr/>
      <dgm:t>
        <a:bodyPr/>
        <a:lstStyle/>
        <a:p>
          <a:endParaRPr lang="zh-TW" altLang="en-US"/>
        </a:p>
      </dgm:t>
    </dgm:pt>
    <dgm:pt modelId="{8EEC0CE0-3E0C-40AA-BC43-0CACB75650A6}">
      <dgm:prSet phldrT="[文字]"/>
      <dgm:spPr/>
      <dgm:t>
        <a:bodyPr/>
        <a:lstStyle/>
        <a:p>
          <a:r>
            <a:rPr lang="zh-TW" altLang="en-US" dirty="0"/>
            <a:t>案件篩選</a:t>
          </a:r>
        </a:p>
      </dgm:t>
    </dgm:pt>
    <dgm:pt modelId="{D470A32D-8AF6-485B-96E4-AEA0AA15C4C2}" type="parTrans" cxnId="{CA36B8BB-EA72-427B-A057-A1A41F5D221F}">
      <dgm:prSet/>
      <dgm:spPr/>
      <dgm:t>
        <a:bodyPr/>
        <a:lstStyle/>
        <a:p>
          <a:endParaRPr lang="zh-TW" altLang="en-US"/>
        </a:p>
      </dgm:t>
    </dgm:pt>
    <dgm:pt modelId="{87130D3E-B70B-4754-BEBF-589650C22229}" type="sibTrans" cxnId="{CA36B8BB-EA72-427B-A057-A1A41F5D221F}">
      <dgm:prSet/>
      <dgm:spPr/>
      <dgm:t>
        <a:bodyPr/>
        <a:lstStyle/>
        <a:p>
          <a:endParaRPr lang="zh-TW" altLang="en-US"/>
        </a:p>
      </dgm:t>
    </dgm:pt>
    <dgm:pt modelId="{AF7244D5-699B-41E3-B552-4B0FE2505BB3}">
      <dgm:prSet phldrT="[文字]"/>
      <dgm:spPr/>
      <dgm:t>
        <a:bodyPr/>
        <a:lstStyle/>
        <a:p>
          <a:r>
            <a:rPr lang="zh-TW" altLang="en-US" dirty="0"/>
            <a:t>標籤整理</a:t>
          </a:r>
        </a:p>
      </dgm:t>
    </dgm:pt>
    <dgm:pt modelId="{159D7896-E678-46FC-A1B6-45921BFC8900}" type="parTrans" cxnId="{838CB279-6F4D-4654-9F1B-E501A4B4BDF1}">
      <dgm:prSet/>
      <dgm:spPr/>
      <dgm:t>
        <a:bodyPr/>
        <a:lstStyle/>
        <a:p>
          <a:endParaRPr lang="zh-TW" altLang="en-US"/>
        </a:p>
      </dgm:t>
    </dgm:pt>
    <dgm:pt modelId="{03933E72-6665-4DCF-9EF8-3842F945C938}" type="sibTrans" cxnId="{838CB279-6F4D-4654-9F1B-E501A4B4BDF1}">
      <dgm:prSet/>
      <dgm:spPr/>
      <dgm:t>
        <a:bodyPr/>
        <a:lstStyle/>
        <a:p>
          <a:endParaRPr lang="zh-TW" altLang="en-US"/>
        </a:p>
      </dgm:t>
    </dgm:pt>
    <dgm:pt modelId="{9E9A4566-C4C7-4295-879A-98FA0F0C0B6A}">
      <dgm:prSet phldrT="[文字]"/>
      <dgm:spPr/>
      <dgm:t>
        <a:bodyPr/>
        <a:lstStyle/>
        <a:p>
          <a:r>
            <a:rPr lang="zh-TW" altLang="en-US" dirty="0"/>
            <a:t>文本前處理</a:t>
          </a:r>
        </a:p>
      </dgm:t>
    </dgm:pt>
    <dgm:pt modelId="{C2F97484-8C6A-4C3D-846C-AB07CBCB7BEF}" type="parTrans" cxnId="{CA0EAB2A-03F3-444B-9F0D-1503273DB6E0}">
      <dgm:prSet/>
      <dgm:spPr/>
      <dgm:t>
        <a:bodyPr/>
        <a:lstStyle/>
        <a:p>
          <a:endParaRPr lang="zh-TW" altLang="en-US"/>
        </a:p>
      </dgm:t>
    </dgm:pt>
    <dgm:pt modelId="{613E605F-26AD-4F0A-A619-7AE1560B8B4B}" type="sibTrans" cxnId="{CA0EAB2A-03F3-444B-9F0D-1503273DB6E0}">
      <dgm:prSet/>
      <dgm:spPr/>
      <dgm:t>
        <a:bodyPr/>
        <a:lstStyle/>
        <a:p>
          <a:endParaRPr lang="zh-TW" altLang="en-US"/>
        </a:p>
      </dgm:t>
    </dgm:pt>
    <dgm:pt modelId="{160A1D33-E658-418E-8036-C4AB63B20C1A}">
      <dgm:prSet phldrT="[文字]"/>
      <dgm:spPr/>
      <dgm:t>
        <a:bodyPr/>
        <a:lstStyle/>
        <a:p>
          <a:r>
            <a:rPr lang="zh-TW" altLang="en-US" dirty="0"/>
            <a:t>特徵建構</a:t>
          </a:r>
        </a:p>
      </dgm:t>
    </dgm:pt>
    <dgm:pt modelId="{69116C48-78C5-4340-B244-B8CD9C973DF8}" type="parTrans" cxnId="{525E1722-1582-4CCD-AF4F-8DF36ADBBA4B}">
      <dgm:prSet/>
      <dgm:spPr/>
      <dgm:t>
        <a:bodyPr/>
        <a:lstStyle/>
        <a:p>
          <a:endParaRPr lang="zh-TW" altLang="en-US"/>
        </a:p>
      </dgm:t>
    </dgm:pt>
    <dgm:pt modelId="{A537A6EC-5A51-4FDB-9059-C694E197B2B0}" type="sibTrans" cxnId="{525E1722-1582-4CCD-AF4F-8DF36ADBBA4B}">
      <dgm:prSet/>
      <dgm:spPr/>
      <dgm:t>
        <a:bodyPr/>
        <a:lstStyle/>
        <a:p>
          <a:endParaRPr lang="zh-TW" altLang="en-US"/>
        </a:p>
      </dgm:t>
    </dgm:pt>
    <dgm:pt modelId="{5C7D3CE4-ABDE-41A7-90C3-70E5C7BB467B}">
      <dgm:prSet phldrT="[文字]"/>
      <dgm:spPr/>
      <dgm:t>
        <a:bodyPr/>
        <a:lstStyle/>
        <a:p>
          <a:r>
            <a:rPr lang="zh-TW" altLang="en-US" dirty="0"/>
            <a:t>特徵選擇</a:t>
          </a:r>
        </a:p>
      </dgm:t>
    </dgm:pt>
    <dgm:pt modelId="{BF6EDFD5-76D6-43D3-B03E-795B9CFD0EC5}" type="parTrans" cxnId="{8B6D8084-F0A6-4791-8F2D-1A210ED1DE90}">
      <dgm:prSet/>
      <dgm:spPr/>
      <dgm:t>
        <a:bodyPr/>
        <a:lstStyle/>
        <a:p>
          <a:endParaRPr lang="zh-TW" altLang="en-US"/>
        </a:p>
      </dgm:t>
    </dgm:pt>
    <dgm:pt modelId="{049C9476-7F43-4E8F-8DD5-040390399220}" type="sibTrans" cxnId="{8B6D8084-F0A6-4791-8F2D-1A210ED1DE90}">
      <dgm:prSet/>
      <dgm:spPr/>
      <dgm:t>
        <a:bodyPr/>
        <a:lstStyle/>
        <a:p>
          <a:endParaRPr lang="zh-TW" altLang="en-US"/>
        </a:p>
      </dgm:t>
    </dgm:pt>
    <dgm:pt modelId="{DFF03899-C159-445D-9571-2E50827A2D49}">
      <dgm:prSet phldrT="[文字]"/>
      <dgm:spPr/>
      <dgm:t>
        <a:bodyPr/>
        <a:lstStyle/>
        <a:p>
          <a:r>
            <a:rPr lang="zh-TW" altLang="en-US" dirty="0"/>
            <a:t>模型訓練</a:t>
          </a:r>
        </a:p>
      </dgm:t>
    </dgm:pt>
    <dgm:pt modelId="{06EE08EE-6A06-4DBB-B0E0-F2ABECD59FE5}" type="parTrans" cxnId="{8A2CDF93-5C35-4031-8F0F-653666331A45}">
      <dgm:prSet/>
      <dgm:spPr/>
      <dgm:t>
        <a:bodyPr/>
        <a:lstStyle/>
        <a:p>
          <a:endParaRPr lang="zh-TW" altLang="en-US"/>
        </a:p>
      </dgm:t>
    </dgm:pt>
    <dgm:pt modelId="{55816338-2453-4980-BB21-94B4B3558D95}" type="sibTrans" cxnId="{8A2CDF93-5C35-4031-8F0F-653666331A45}">
      <dgm:prSet/>
      <dgm:spPr/>
      <dgm:t>
        <a:bodyPr/>
        <a:lstStyle/>
        <a:p>
          <a:endParaRPr lang="zh-TW" altLang="en-US"/>
        </a:p>
      </dgm:t>
    </dgm:pt>
    <dgm:pt modelId="{A731B7DF-F419-4850-AE21-E575F7C4EFCF}">
      <dgm:prSet phldrT="[文字]"/>
      <dgm:spPr/>
      <dgm:t>
        <a:bodyPr/>
        <a:lstStyle/>
        <a:p>
          <a:r>
            <a:rPr lang="zh-TW" altLang="en-US" dirty="0"/>
            <a:t>模型評估</a:t>
          </a:r>
        </a:p>
      </dgm:t>
    </dgm:pt>
    <dgm:pt modelId="{75B5ACF9-06E2-4BEC-A606-9C2C9C35F5B0}" type="parTrans" cxnId="{F3DE2FC9-D11E-4361-8E20-CCB014AAB7CB}">
      <dgm:prSet/>
      <dgm:spPr/>
      <dgm:t>
        <a:bodyPr/>
        <a:lstStyle/>
        <a:p>
          <a:endParaRPr lang="zh-TW" altLang="en-US"/>
        </a:p>
      </dgm:t>
    </dgm:pt>
    <dgm:pt modelId="{BE42063E-144C-443B-BD76-EA23D882CF80}" type="sibTrans" cxnId="{F3DE2FC9-D11E-4361-8E20-CCB014AAB7CB}">
      <dgm:prSet/>
      <dgm:spPr/>
      <dgm:t>
        <a:bodyPr/>
        <a:lstStyle/>
        <a:p>
          <a:endParaRPr lang="zh-TW" altLang="en-US"/>
        </a:p>
      </dgm:t>
    </dgm:pt>
    <dgm:pt modelId="{FB5FC1C0-15ED-4256-82B3-FEF6D43798B9}">
      <dgm:prSet phldrT="[文字]"/>
      <dgm:spPr/>
      <dgm:t>
        <a:bodyPr/>
        <a:lstStyle/>
        <a:p>
          <a:r>
            <a:rPr lang="zh-TW" altLang="en-US" dirty="0"/>
            <a:t>結果</a:t>
          </a:r>
        </a:p>
      </dgm:t>
    </dgm:pt>
    <dgm:pt modelId="{90EFC6E0-E373-49C2-A2D6-EFA056E5EA4A}" type="parTrans" cxnId="{8E84CC95-D0E6-419B-ABFF-81EF41EC28CA}">
      <dgm:prSet/>
      <dgm:spPr/>
      <dgm:t>
        <a:bodyPr/>
        <a:lstStyle/>
        <a:p>
          <a:endParaRPr lang="zh-TW" altLang="en-US"/>
        </a:p>
      </dgm:t>
    </dgm:pt>
    <dgm:pt modelId="{5F6A7D14-C208-42F6-B558-215FBC26BC06}" type="sibTrans" cxnId="{8E84CC95-D0E6-419B-ABFF-81EF41EC28CA}">
      <dgm:prSet/>
      <dgm:spPr/>
      <dgm:t>
        <a:bodyPr/>
        <a:lstStyle/>
        <a:p>
          <a:endParaRPr lang="zh-TW" altLang="en-US"/>
        </a:p>
      </dgm:t>
    </dgm:pt>
    <dgm:pt modelId="{AA604A7B-15F5-4286-BC28-30F56879ED1D}" type="pres">
      <dgm:prSet presAssocID="{89EE5BD9-379C-4A6D-9B5B-5FE8C0C1D71E}" presName="Name0" presStyleCnt="0">
        <dgm:presLayoutVars>
          <dgm:dir/>
          <dgm:animLvl val="lvl"/>
          <dgm:resizeHandles val="exact"/>
        </dgm:presLayoutVars>
      </dgm:prSet>
      <dgm:spPr/>
    </dgm:pt>
    <dgm:pt modelId="{914191AA-E579-4637-A162-6EA965AF927A}" type="pres">
      <dgm:prSet presAssocID="{139ED7E1-80DE-46D5-9C08-04DC86BABF66}" presName="parTxOnly" presStyleLbl="node1" presStyleIdx="0" presStyleCnt="9">
        <dgm:presLayoutVars>
          <dgm:chMax val="0"/>
          <dgm:chPref val="0"/>
          <dgm:bulletEnabled val="1"/>
        </dgm:presLayoutVars>
      </dgm:prSet>
      <dgm:spPr/>
    </dgm:pt>
    <dgm:pt modelId="{F868289A-E627-4690-8CAA-CC98C4D90C90}" type="pres">
      <dgm:prSet presAssocID="{FC75BE4C-1F8E-4ADD-9D4D-4CA4F75000E7}" presName="parTxOnlySpace" presStyleCnt="0"/>
      <dgm:spPr/>
    </dgm:pt>
    <dgm:pt modelId="{C6DB58CE-AFF0-4A74-ACB3-99530E7E31F5}" type="pres">
      <dgm:prSet presAssocID="{8EEC0CE0-3E0C-40AA-BC43-0CACB75650A6}" presName="parTxOnly" presStyleLbl="node1" presStyleIdx="1" presStyleCnt="9">
        <dgm:presLayoutVars>
          <dgm:chMax val="0"/>
          <dgm:chPref val="0"/>
          <dgm:bulletEnabled val="1"/>
        </dgm:presLayoutVars>
      </dgm:prSet>
      <dgm:spPr/>
    </dgm:pt>
    <dgm:pt modelId="{75042B28-3334-4058-878E-8E46A270E78B}" type="pres">
      <dgm:prSet presAssocID="{87130D3E-B70B-4754-BEBF-589650C22229}" presName="parTxOnlySpace" presStyleCnt="0"/>
      <dgm:spPr/>
    </dgm:pt>
    <dgm:pt modelId="{816E6BDF-0AEB-4564-BC22-B2E48BAF5464}" type="pres">
      <dgm:prSet presAssocID="{AF7244D5-699B-41E3-B552-4B0FE2505BB3}" presName="parTxOnly" presStyleLbl="node1" presStyleIdx="2" presStyleCnt="9">
        <dgm:presLayoutVars>
          <dgm:chMax val="0"/>
          <dgm:chPref val="0"/>
          <dgm:bulletEnabled val="1"/>
        </dgm:presLayoutVars>
      </dgm:prSet>
      <dgm:spPr/>
    </dgm:pt>
    <dgm:pt modelId="{CA8A7359-67E2-49EE-BA47-785835584555}" type="pres">
      <dgm:prSet presAssocID="{03933E72-6665-4DCF-9EF8-3842F945C938}" presName="parTxOnlySpace" presStyleCnt="0"/>
      <dgm:spPr/>
    </dgm:pt>
    <dgm:pt modelId="{8294AD81-06F3-4FCB-BE73-18DA247D22D2}" type="pres">
      <dgm:prSet presAssocID="{9E9A4566-C4C7-4295-879A-98FA0F0C0B6A}" presName="parTxOnly" presStyleLbl="node1" presStyleIdx="3" presStyleCnt="9">
        <dgm:presLayoutVars>
          <dgm:chMax val="0"/>
          <dgm:chPref val="0"/>
          <dgm:bulletEnabled val="1"/>
        </dgm:presLayoutVars>
      </dgm:prSet>
      <dgm:spPr/>
    </dgm:pt>
    <dgm:pt modelId="{7358DB89-FF50-4AB8-A6C5-1146B429158F}" type="pres">
      <dgm:prSet presAssocID="{613E605F-26AD-4F0A-A619-7AE1560B8B4B}" presName="parTxOnlySpace" presStyleCnt="0"/>
      <dgm:spPr/>
    </dgm:pt>
    <dgm:pt modelId="{EAC0CF2B-1FBF-40CA-ABDC-CEE1EE4F248A}" type="pres">
      <dgm:prSet presAssocID="{160A1D33-E658-418E-8036-C4AB63B20C1A}" presName="parTxOnly" presStyleLbl="node1" presStyleIdx="4" presStyleCnt="9">
        <dgm:presLayoutVars>
          <dgm:chMax val="0"/>
          <dgm:chPref val="0"/>
          <dgm:bulletEnabled val="1"/>
        </dgm:presLayoutVars>
      </dgm:prSet>
      <dgm:spPr/>
    </dgm:pt>
    <dgm:pt modelId="{C619A701-542D-4069-B3EE-48F2F907915A}" type="pres">
      <dgm:prSet presAssocID="{A537A6EC-5A51-4FDB-9059-C694E197B2B0}" presName="parTxOnlySpace" presStyleCnt="0"/>
      <dgm:spPr/>
    </dgm:pt>
    <dgm:pt modelId="{2E9A4EAE-1198-4E49-A7B2-F73CA3FBCC84}" type="pres">
      <dgm:prSet presAssocID="{5C7D3CE4-ABDE-41A7-90C3-70E5C7BB467B}" presName="parTxOnly" presStyleLbl="node1" presStyleIdx="5" presStyleCnt="9">
        <dgm:presLayoutVars>
          <dgm:chMax val="0"/>
          <dgm:chPref val="0"/>
          <dgm:bulletEnabled val="1"/>
        </dgm:presLayoutVars>
      </dgm:prSet>
      <dgm:spPr/>
    </dgm:pt>
    <dgm:pt modelId="{0826F368-019C-492A-89B4-3BF70D8D6AA2}" type="pres">
      <dgm:prSet presAssocID="{049C9476-7F43-4E8F-8DD5-040390399220}" presName="parTxOnlySpace" presStyleCnt="0"/>
      <dgm:spPr/>
    </dgm:pt>
    <dgm:pt modelId="{EE7F8039-0CE1-4E24-8E1E-B62E2D35CB28}" type="pres">
      <dgm:prSet presAssocID="{DFF03899-C159-445D-9571-2E50827A2D49}" presName="parTxOnly" presStyleLbl="node1" presStyleIdx="6" presStyleCnt="9">
        <dgm:presLayoutVars>
          <dgm:chMax val="0"/>
          <dgm:chPref val="0"/>
          <dgm:bulletEnabled val="1"/>
        </dgm:presLayoutVars>
      </dgm:prSet>
      <dgm:spPr/>
    </dgm:pt>
    <dgm:pt modelId="{B754AE0E-3F1C-4BC3-A345-0FEA82A0B8C7}" type="pres">
      <dgm:prSet presAssocID="{55816338-2453-4980-BB21-94B4B3558D95}" presName="parTxOnlySpace" presStyleCnt="0"/>
      <dgm:spPr/>
    </dgm:pt>
    <dgm:pt modelId="{06E5E437-4722-4EF7-B3A7-7AD3DD309BC4}" type="pres">
      <dgm:prSet presAssocID="{A731B7DF-F419-4850-AE21-E575F7C4EFCF}" presName="parTxOnly" presStyleLbl="node1" presStyleIdx="7" presStyleCnt="9">
        <dgm:presLayoutVars>
          <dgm:chMax val="0"/>
          <dgm:chPref val="0"/>
          <dgm:bulletEnabled val="1"/>
        </dgm:presLayoutVars>
      </dgm:prSet>
      <dgm:spPr/>
    </dgm:pt>
    <dgm:pt modelId="{662C5D46-9063-4DFB-8C43-2EC75481B9AB}" type="pres">
      <dgm:prSet presAssocID="{BE42063E-144C-443B-BD76-EA23D882CF80}" presName="parTxOnlySpace" presStyleCnt="0"/>
      <dgm:spPr/>
    </dgm:pt>
    <dgm:pt modelId="{0E5BD989-60F0-4036-A0D2-ACB695C69815}" type="pres">
      <dgm:prSet presAssocID="{FB5FC1C0-15ED-4256-82B3-FEF6D43798B9}" presName="parTxOnly" presStyleLbl="node1" presStyleIdx="8" presStyleCnt="9">
        <dgm:presLayoutVars>
          <dgm:chMax val="0"/>
          <dgm:chPref val="0"/>
          <dgm:bulletEnabled val="1"/>
        </dgm:presLayoutVars>
      </dgm:prSet>
      <dgm:spPr/>
    </dgm:pt>
  </dgm:ptLst>
  <dgm:cxnLst>
    <dgm:cxn modelId="{07B3841E-55FA-4702-88A8-CBCA5B62D01F}" srcId="{89EE5BD9-379C-4A6D-9B5B-5FE8C0C1D71E}" destId="{139ED7E1-80DE-46D5-9C08-04DC86BABF66}" srcOrd="0" destOrd="0" parTransId="{1D04E3CC-1E43-46B1-A840-D144821765D8}" sibTransId="{FC75BE4C-1F8E-4ADD-9D4D-4CA4F75000E7}"/>
    <dgm:cxn modelId="{525E1722-1582-4CCD-AF4F-8DF36ADBBA4B}" srcId="{89EE5BD9-379C-4A6D-9B5B-5FE8C0C1D71E}" destId="{160A1D33-E658-418E-8036-C4AB63B20C1A}" srcOrd="4" destOrd="0" parTransId="{69116C48-78C5-4340-B244-B8CD9C973DF8}" sibTransId="{A537A6EC-5A51-4FDB-9059-C694E197B2B0}"/>
    <dgm:cxn modelId="{CA0EAB2A-03F3-444B-9F0D-1503273DB6E0}" srcId="{89EE5BD9-379C-4A6D-9B5B-5FE8C0C1D71E}" destId="{9E9A4566-C4C7-4295-879A-98FA0F0C0B6A}" srcOrd="3" destOrd="0" parTransId="{C2F97484-8C6A-4C3D-846C-AB07CBCB7BEF}" sibTransId="{613E605F-26AD-4F0A-A619-7AE1560B8B4B}"/>
    <dgm:cxn modelId="{6BA15D33-53E0-45B7-9E36-58027C9F62BA}" type="presOf" srcId="{139ED7E1-80DE-46D5-9C08-04DC86BABF66}" destId="{914191AA-E579-4637-A162-6EA965AF927A}" srcOrd="0" destOrd="0" presId="urn:microsoft.com/office/officeart/2005/8/layout/chevron1"/>
    <dgm:cxn modelId="{32A9746B-4420-4C3A-A98D-610BD1C97DAF}" type="presOf" srcId="{FB5FC1C0-15ED-4256-82B3-FEF6D43798B9}" destId="{0E5BD989-60F0-4036-A0D2-ACB695C69815}" srcOrd="0" destOrd="0" presId="urn:microsoft.com/office/officeart/2005/8/layout/chevron1"/>
    <dgm:cxn modelId="{79701377-6263-4AA8-B55A-A69E1DEBC560}" type="presOf" srcId="{9E9A4566-C4C7-4295-879A-98FA0F0C0B6A}" destId="{8294AD81-06F3-4FCB-BE73-18DA247D22D2}" srcOrd="0" destOrd="0" presId="urn:microsoft.com/office/officeart/2005/8/layout/chevron1"/>
    <dgm:cxn modelId="{838CB279-6F4D-4654-9F1B-E501A4B4BDF1}" srcId="{89EE5BD9-379C-4A6D-9B5B-5FE8C0C1D71E}" destId="{AF7244D5-699B-41E3-B552-4B0FE2505BB3}" srcOrd="2" destOrd="0" parTransId="{159D7896-E678-46FC-A1B6-45921BFC8900}" sibTransId="{03933E72-6665-4DCF-9EF8-3842F945C938}"/>
    <dgm:cxn modelId="{CE45C37A-6473-44B4-9075-9D8E05A628D3}" type="presOf" srcId="{8EEC0CE0-3E0C-40AA-BC43-0CACB75650A6}" destId="{C6DB58CE-AFF0-4A74-ACB3-99530E7E31F5}" srcOrd="0" destOrd="0" presId="urn:microsoft.com/office/officeart/2005/8/layout/chevron1"/>
    <dgm:cxn modelId="{8B6D8084-F0A6-4791-8F2D-1A210ED1DE90}" srcId="{89EE5BD9-379C-4A6D-9B5B-5FE8C0C1D71E}" destId="{5C7D3CE4-ABDE-41A7-90C3-70E5C7BB467B}" srcOrd="5" destOrd="0" parTransId="{BF6EDFD5-76D6-43D3-B03E-795B9CFD0EC5}" sibTransId="{049C9476-7F43-4E8F-8DD5-040390399220}"/>
    <dgm:cxn modelId="{8A2CDF93-5C35-4031-8F0F-653666331A45}" srcId="{89EE5BD9-379C-4A6D-9B5B-5FE8C0C1D71E}" destId="{DFF03899-C159-445D-9571-2E50827A2D49}" srcOrd="6" destOrd="0" parTransId="{06EE08EE-6A06-4DBB-B0E0-F2ABECD59FE5}" sibTransId="{55816338-2453-4980-BB21-94B4B3558D95}"/>
    <dgm:cxn modelId="{8E84CC95-D0E6-419B-ABFF-81EF41EC28CA}" srcId="{89EE5BD9-379C-4A6D-9B5B-5FE8C0C1D71E}" destId="{FB5FC1C0-15ED-4256-82B3-FEF6D43798B9}" srcOrd="8" destOrd="0" parTransId="{90EFC6E0-E373-49C2-A2D6-EFA056E5EA4A}" sibTransId="{5F6A7D14-C208-42F6-B558-215FBC26BC06}"/>
    <dgm:cxn modelId="{47B040A1-CC5B-4673-B19A-1FA13CD7C1C3}" type="presOf" srcId="{89EE5BD9-379C-4A6D-9B5B-5FE8C0C1D71E}" destId="{AA604A7B-15F5-4286-BC28-30F56879ED1D}" srcOrd="0" destOrd="0" presId="urn:microsoft.com/office/officeart/2005/8/layout/chevron1"/>
    <dgm:cxn modelId="{02FB08AA-3154-42D1-87EF-1DEF6B40AB44}" type="presOf" srcId="{160A1D33-E658-418E-8036-C4AB63B20C1A}" destId="{EAC0CF2B-1FBF-40CA-ABDC-CEE1EE4F248A}" srcOrd="0" destOrd="0" presId="urn:microsoft.com/office/officeart/2005/8/layout/chevron1"/>
    <dgm:cxn modelId="{CA36B8BB-EA72-427B-A057-A1A41F5D221F}" srcId="{89EE5BD9-379C-4A6D-9B5B-5FE8C0C1D71E}" destId="{8EEC0CE0-3E0C-40AA-BC43-0CACB75650A6}" srcOrd="1" destOrd="0" parTransId="{D470A32D-8AF6-485B-96E4-AEA0AA15C4C2}" sibTransId="{87130D3E-B70B-4754-BEBF-589650C22229}"/>
    <dgm:cxn modelId="{F3DE2FC9-D11E-4361-8E20-CCB014AAB7CB}" srcId="{89EE5BD9-379C-4A6D-9B5B-5FE8C0C1D71E}" destId="{A731B7DF-F419-4850-AE21-E575F7C4EFCF}" srcOrd="7" destOrd="0" parTransId="{75B5ACF9-06E2-4BEC-A606-9C2C9C35F5B0}" sibTransId="{BE42063E-144C-443B-BD76-EA23D882CF80}"/>
    <dgm:cxn modelId="{1EEA4DD1-F66F-41B3-9636-6CAA7D1640DD}" type="presOf" srcId="{5C7D3CE4-ABDE-41A7-90C3-70E5C7BB467B}" destId="{2E9A4EAE-1198-4E49-A7B2-F73CA3FBCC84}" srcOrd="0" destOrd="0" presId="urn:microsoft.com/office/officeart/2005/8/layout/chevron1"/>
    <dgm:cxn modelId="{336D1ADB-4782-45EE-9DBC-DF1A82144AE5}" type="presOf" srcId="{A731B7DF-F419-4850-AE21-E575F7C4EFCF}" destId="{06E5E437-4722-4EF7-B3A7-7AD3DD309BC4}" srcOrd="0" destOrd="0" presId="urn:microsoft.com/office/officeart/2005/8/layout/chevron1"/>
    <dgm:cxn modelId="{6F872DDD-BCB3-46BD-99E2-E5178CD2AE60}" type="presOf" srcId="{DFF03899-C159-445D-9571-2E50827A2D49}" destId="{EE7F8039-0CE1-4E24-8E1E-B62E2D35CB28}" srcOrd="0" destOrd="0" presId="urn:microsoft.com/office/officeart/2005/8/layout/chevron1"/>
    <dgm:cxn modelId="{43CBABEF-71E5-4BCF-AFA9-D6186AAD7209}" type="presOf" srcId="{AF7244D5-699B-41E3-B552-4B0FE2505BB3}" destId="{816E6BDF-0AEB-4564-BC22-B2E48BAF5464}" srcOrd="0" destOrd="0" presId="urn:microsoft.com/office/officeart/2005/8/layout/chevron1"/>
    <dgm:cxn modelId="{FCAA45F7-869F-411C-976F-FCCACDB5103F}" type="presParOf" srcId="{AA604A7B-15F5-4286-BC28-30F56879ED1D}" destId="{914191AA-E579-4637-A162-6EA965AF927A}" srcOrd="0" destOrd="0" presId="urn:microsoft.com/office/officeart/2005/8/layout/chevron1"/>
    <dgm:cxn modelId="{FA5D75A8-D075-49AB-B33A-833B4C990414}" type="presParOf" srcId="{AA604A7B-15F5-4286-BC28-30F56879ED1D}" destId="{F868289A-E627-4690-8CAA-CC98C4D90C90}" srcOrd="1" destOrd="0" presId="urn:microsoft.com/office/officeart/2005/8/layout/chevron1"/>
    <dgm:cxn modelId="{C1F55893-ADA0-44A4-98DF-5642E8BCD8FA}" type="presParOf" srcId="{AA604A7B-15F5-4286-BC28-30F56879ED1D}" destId="{C6DB58CE-AFF0-4A74-ACB3-99530E7E31F5}" srcOrd="2" destOrd="0" presId="urn:microsoft.com/office/officeart/2005/8/layout/chevron1"/>
    <dgm:cxn modelId="{4CDE61A1-80ED-47DE-916E-CA544C8C45DB}" type="presParOf" srcId="{AA604A7B-15F5-4286-BC28-30F56879ED1D}" destId="{75042B28-3334-4058-878E-8E46A270E78B}" srcOrd="3" destOrd="0" presId="urn:microsoft.com/office/officeart/2005/8/layout/chevron1"/>
    <dgm:cxn modelId="{98DFE00E-8D27-4AD2-9F22-EEB6C936547A}" type="presParOf" srcId="{AA604A7B-15F5-4286-BC28-30F56879ED1D}" destId="{816E6BDF-0AEB-4564-BC22-B2E48BAF5464}" srcOrd="4" destOrd="0" presId="urn:microsoft.com/office/officeart/2005/8/layout/chevron1"/>
    <dgm:cxn modelId="{C67FC589-EBFC-471A-BB2E-45DE09BD2C6C}" type="presParOf" srcId="{AA604A7B-15F5-4286-BC28-30F56879ED1D}" destId="{CA8A7359-67E2-49EE-BA47-785835584555}" srcOrd="5" destOrd="0" presId="urn:microsoft.com/office/officeart/2005/8/layout/chevron1"/>
    <dgm:cxn modelId="{0BE3E005-BDA2-435C-B0E7-945416452345}" type="presParOf" srcId="{AA604A7B-15F5-4286-BC28-30F56879ED1D}" destId="{8294AD81-06F3-4FCB-BE73-18DA247D22D2}" srcOrd="6" destOrd="0" presId="urn:microsoft.com/office/officeart/2005/8/layout/chevron1"/>
    <dgm:cxn modelId="{3C333496-2DBE-40FA-805C-4AB2178951E3}" type="presParOf" srcId="{AA604A7B-15F5-4286-BC28-30F56879ED1D}" destId="{7358DB89-FF50-4AB8-A6C5-1146B429158F}" srcOrd="7" destOrd="0" presId="urn:microsoft.com/office/officeart/2005/8/layout/chevron1"/>
    <dgm:cxn modelId="{D3A5EDC4-4A37-4986-89BF-6585A4A397B0}" type="presParOf" srcId="{AA604A7B-15F5-4286-BC28-30F56879ED1D}" destId="{EAC0CF2B-1FBF-40CA-ABDC-CEE1EE4F248A}" srcOrd="8" destOrd="0" presId="urn:microsoft.com/office/officeart/2005/8/layout/chevron1"/>
    <dgm:cxn modelId="{5294F6B5-0915-4051-921C-21D6D35B2AC7}" type="presParOf" srcId="{AA604A7B-15F5-4286-BC28-30F56879ED1D}" destId="{C619A701-542D-4069-B3EE-48F2F907915A}" srcOrd="9" destOrd="0" presId="urn:microsoft.com/office/officeart/2005/8/layout/chevron1"/>
    <dgm:cxn modelId="{987B81EC-6B64-4245-A4FE-9A0C44AB7D80}" type="presParOf" srcId="{AA604A7B-15F5-4286-BC28-30F56879ED1D}" destId="{2E9A4EAE-1198-4E49-A7B2-F73CA3FBCC84}" srcOrd="10" destOrd="0" presId="urn:microsoft.com/office/officeart/2005/8/layout/chevron1"/>
    <dgm:cxn modelId="{659EF2DA-0298-438E-9684-D1BFF8EB0422}" type="presParOf" srcId="{AA604A7B-15F5-4286-BC28-30F56879ED1D}" destId="{0826F368-019C-492A-89B4-3BF70D8D6AA2}" srcOrd="11" destOrd="0" presId="urn:microsoft.com/office/officeart/2005/8/layout/chevron1"/>
    <dgm:cxn modelId="{94154976-511E-4C4B-B622-4FD807631952}" type="presParOf" srcId="{AA604A7B-15F5-4286-BC28-30F56879ED1D}" destId="{EE7F8039-0CE1-4E24-8E1E-B62E2D35CB28}" srcOrd="12" destOrd="0" presId="urn:microsoft.com/office/officeart/2005/8/layout/chevron1"/>
    <dgm:cxn modelId="{83D58338-DB6C-4BBC-AA60-A4951FE6B9E4}" type="presParOf" srcId="{AA604A7B-15F5-4286-BC28-30F56879ED1D}" destId="{B754AE0E-3F1C-4BC3-A345-0FEA82A0B8C7}" srcOrd="13" destOrd="0" presId="urn:microsoft.com/office/officeart/2005/8/layout/chevron1"/>
    <dgm:cxn modelId="{91F4E344-2351-4112-A576-9E1D1194CC0F}" type="presParOf" srcId="{AA604A7B-15F5-4286-BC28-30F56879ED1D}" destId="{06E5E437-4722-4EF7-B3A7-7AD3DD309BC4}" srcOrd="14" destOrd="0" presId="urn:microsoft.com/office/officeart/2005/8/layout/chevron1"/>
    <dgm:cxn modelId="{4E1264C3-777B-4D12-9693-D68A9C97D54E}" type="presParOf" srcId="{AA604A7B-15F5-4286-BC28-30F56879ED1D}" destId="{662C5D46-9063-4DFB-8C43-2EC75481B9AB}" srcOrd="15" destOrd="0" presId="urn:microsoft.com/office/officeart/2005/8/layout/chevron1"/>
    <dgm:cxn modelId="{11CF383C-11E3-4D63-88D7-C97A67160040}" type="presParOf" srcId="{AA604A7B-15F5-4286-BC28-30F56879ED1D}" destId="{0E5BD989-60F0-4036-A0D2-ACB695C69815}" srcOrd="16" destOrd="0" presId="urn:microsoft.com/office/officeart/2005/8/layout/chevron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ADA1D234-3A9A-4ADC-B8E8-45DE4EEB0B41}" type="doc">
      <dgm:prSet loTypeId="urn:microsoft.com/office/officeart/2005/8/layout/process2" loCatId="process" qsTypeId="urn:microsoft.com/office/officeart/2005/8/quickstyle/simple1" qsCatId="simple" csTypeId="urn:microsoft.com/office/officeart/2005/8/colors/accent1_2" csCatId="accent1" phldr="1"/>
      <dgm:spPr/>
    </dgm:pt>
    <dgm:pt modelId="{5B9680AE-7302-4E4D-AD32-1083DA230832}">
      <dgm:prSet phldrT="[文字]"/>
      <dgm:spPr/>
      <dgm:t>
        <a:bodyPr/>
        <a:lstStyle/>
        <a:p>
          <a:pPr>
            <a:buNone/>
          </a:pPr>
          <a:r>
            <a:rPr lang="zh-TW" dirty="0"/>
            <a:t>判決全文</a:t>
          </a:r>
          <a:endParaRPr lang="zh-TW" altLang="en-US" dirty="0"/>
        </a:p>
      </dgm:t>
    </dgm:pt>
    <dgm:pt modelId="{98C49607-AE9D-4421-BE3E-68D36B783987}" type="parTrans" cxnId="{EA874E5B-8EED-420D-9ECA-7881ED5F5219}">
      <dgm:prSet/>
      <dgm:spPr/>
      <dgm:t>
        <a:bodyPr/>
        <a:lstStyle/>
        <a:p>
          <a:endParaRPr lang="zh-TW" altLang="en-US"/>
        </a:p>
      </dgm:t>
    </dgm:pt>
    <dgm:pt modelId="{ED02BFEC-E6A0-4104-90DC-B2713F456BB3}" type="sibTrans" cxnId="{EA874E5B-8EED-420D-9ECA-7881ED5F5219}">
      <dgm:prSet/>
      <dgm:spPr/>
      <dgm:t>
        <a:bodyPr/>
        <a:lstStyle/>
        <a:p>
          <a:endParaRPr lang="zh-TW" altLang="en-US"/>
        </a:p>
      </dgm:t>
    </dgm:pt>
    <dgm:pt modelId="{4F1FA67F-953D-40A1-99BD-5AE52442F8A1}">
      <dgm:prSet phldrT="[文字]"/>
      <dgm:spPr/>
      <dgm:t>
        <a:bodyPr/>
        <a:lstStyle/>
        <a:p>
          <a:pPr>
            <a:buNone/>
          </a:pPr>
          <a:r>
            <a:rPr lang="zh-TW" dirty="0"/>
            <a:t>移除明顯裁判結果詞</a:t>
          </a:r>
          <a:endParaRPr lang="zh-TW" altLang="en-US" dirty="0"/>
        </a:p>
      </dgm:t>
    </dgm:pt>
    <dgm:pt modelId="{6C2C49C5-C996-49A0-A9A4-B90541F68125}" type="parTrans" cxnId="{AF8F7D3F-C479-4FE3-94BB-78114464E819}">
      <dgm:prSet/>
      <dgm:spPr/>
      <dgm:t>
        <a:bodyPr/>
        <a:lstStyle/>
        <a:p>
          <a:endParaRPr lang="zh-TW" altLang="en-US"/>
        </a:p>
      </dgm:t>
    </dgm:pt>
    <dgm:pt modelId="{94A9D9B8-9821-4D4E-BBB6-999C7D207D17}" type="sibTrans" cxnId="{AF8F7D3F-C479-4FE3-94BB-78114464E819}">
      <dgm:prSet/>
      <dgm:spPr/>
      <dgm:t>
        <a:bodyPr/>
        <a:lstStyle/>
        <a:p>
          <a:endParaRPr lang="zh-TW" altLang="en-US"/>
        </a:p>
      </dgm:t>
    </dgm:pt>
    <dgm:pt modelId="{51F5B469-8358-4BBC-80FE-0813024267ED}">
      <dgm:prSet phldrT="[文字]"/>
      <dgm:spPr/>
      <dgm:t>
        <a:bodyPr/>
        <a:lstStyle/>
        <a:p>
          <a:pPr>
            <a:buNone/>
          </a:pPr>
          <a:r>
            <a:rPr lang="zh-TW"/>
            <a:t>CKIP 中文斷詞</a:t>
          </a:r>
          <a:endParaRPr lang="zh-TW" altLang="en-US" dirty="0"/>
        </a:p>
      </dgm:t>
    </dgm:pt>
    <dgm:pt modelId="{0FA5FD50-F612-43AB-8D63-63EBBF3C252D}" type="parTrans" cxnId="{D7729750-342E-4128-BDD3-B40DDF76333E}">
      <dgm:prSet/>
      <dgm:spPr/>
      <dgm:t>
        <a:bodyPr/>
        <a:lstStyle/>
        <a:p>
          <a:endParaRPr lang="zh-TW" altLang="en-US"/>
        </a:p>
      </dgm:t>
    </dgm:pt>
    <dgm:pt modelId="{BA1616DF-4755-4AA4-A50D-817D08095E09}" type="sibTrans" cxnId="{D7729750-342E-4128-BDD3-B40DDF76333E}">
      <dgm:prSet/>
      <dgm:spPr/>
      <dgm:t>
        <a:bodyPr/>
        <a:lstStyle/>
        <a:p>
          <a:endParaRPr lang="zh-TW" altLang="en-US"/>
        </a:p>
      </dgm:t>
    </dgm:pt>
    <dgm:pt modelId="{B601F560-DB55-44AA-BC38-D5B2411A39A0}">
      <dgm:prSet phldrT="[文字]"/>
      <dgm:spPr/>
      <dgm:t>
        <a:bodyPr/>
        <a:lstStyle/>
        <a:p>
          <a:pPr>
            <a:buNone/>
          </a:pPr>
          <a:r>
            <a:rPr lang="zh-TW" dirty="0"/>
            <a:t>停用詞處理</a:t>
          </a:r>
          <a:endParaRPr lang="zh-TW" altLang="en-US" dirty="0"/>
        </a:p>
      </dgm:t>
    </dgm:pt>
    <dgm:pt modelId="{4C746DC5-E6DD-4A58-9C1A-96E66CD88DFE}" type="parTrans" cxnId="{2978B798-D9DD-4AC9-A104-E417B1C84016}">
      <dgm:prSet/>
      <dgm:spPr/>
      <dgm:t>
        <a:bodyPr/>
        <a:lstStyle/>
        <a:p>
          <a:endParaRPr lang="zh-TW" altLang="en-US"/>
        </a:p>
      </dgm:t>
    </dgm:pt>
    <dgm:pt modelId="{84D5A9CF-3CD2-4AC4-9472-7623F9C4F77D}" type="sibTrans" cxnId="{2978B798-D9DD-4AC9-A104-E417B1C84016}">
      <dgm:prSet/>
      <dgm:spPr/>
      <dgm:t>
        <a:bodyPr/>
        <a:lstStyle/>
        <a:p>
          <a:endParaRPr lang="zh-TW" altLang="en-US"/>
        </a:p>
      </dgm:t>
    </dgm:pt>
    <dgm:pt modelId="{5E292932-2D2D-4EB6-A4B5-1E67CE803C5C}">
      <dgm:prSet phldrT="[文字]"/>
      <dgm:spPr/>
      <dgm:t>
        <a:bodyPr/>
        <a:lstStyle/>
        <a:p>
          <a:pPr>
            <a:buNone/>
          </a:pPr>
          <a:r>
            <a:rPr lang="zh-TW" dirty="0"/>
            <a:t>建立 BoW / TF / TF-IDF 特徵</a:t>
          </a:r>
          <a:endParaRPr lang="zh-TW" altLang="en-US" dirty="0"/>
        </a:p>
      </dgm:t>
    </dgm:pt>
    <dgm:pt modelId="{272CCB16-5D0C-4D6A-B96E-16F1340D1599}" type="parTrans" cxnId="{3252DA83-B93E-4B4B-A9C5-B369AD312C98}">
      <dgm:prSet/>
      <dgm:spPr/>
      <dgm:t>
        <a:bodyPr/>
        <a:lstStyle/>
        <a:p>
          <a:endParaRPr lang="zh-TW" altLang="en-US"/>
        </a:p>
      </dgm:t>
    </dgm:pt>
    <dgm:pt modelId="{4C1248BC-FA35-4582-A116-797D412B4655}" type="sibTrans" cxnId="{3252DA83-B93E-4B4B-A9C5-B369AD312C98}">
      <dgm:prSet/>
      <dgm:spPr/>
      <dgm:t>
        <a:bodyPr/>
        <a:lstStyle/>
        <a:p>
          <a:endParaRPr lang="zh-TW" altLang="en-US"/>
        </a:p>
      </dgm:t>
    </dgm:pt>
    <dgm:pt modelId="{155CFAA6-A8AF-4F64-A87A-372D3192F565}" type="pres">
      <dgm:prSet presAssocID="{ADA1D234-3A9A-4ADC-B8E8-45DE4EEB0B41}" presName="linearFlow" presStyleCnt="0">
        <dgm:presLayoutVars>
          <dgm:resizeHandles val="exact"/>
        </dgm:presLayoutVars>
      </dgm:prSet>
      <dgm:spPr/>
    </dgm:pt>
    <dgm:pt modelId="{853F7E4B-B6B3-494A-8836-1B69579D9D83}" type="pres">
      <dgm:prSet presAssocID="{5B9680AE-7302-4E4D-AD32-1083DA230832}" presName="node" presStyleLbl="node1" presStyleIdx="0" presStyleCnt="5">
        <dgm:presLayoutVars>
          <dgm:bulletEnabled val="1"/>
        </dgm:presLayoutVars>
      </dgm:prSet>
      <dgm:spPr/>
    </dgm:pt>
    <dgm:pt modelId="{76924A63-902B-4751-BC41-6D814F32B6B1}" type="pres">
      <dgm:prSet presAssocID="{ED02BFEC-E6A0-4104-90DC-B2713F456BB3}" presName="sibTrans" presStyleLbl="sibTrans2D1" presStyleIdx="0" presStyleCnt="4"/>
      <dgm:spPr/>
    </dgm:pt>
    <dgm:pt modelId="{4C2B1644-D706-4D70-B46B-7B39DA20E4F9}" type="pres">
      <dgm:prSet presAssocID="{ED02BFEC-E6A0-4104-90DC-B2713F456BB3}" presName="connectorText" presStyleLbl="sibTrans2D1" presStyleIdx="0" presStyleCnt="4"/>
      <dgm:spPr/>
    </dgm:pt>
    <dgm:pt modelId="{4DD47E4D-1A79-4505-B3AF-673B55FC9EBE}" type="pres">
      <dgm:prSet presAssocID="{4F1FA67F-953D-40A1-99BD-5AE52442F8A1}" presName="node" presStyleLbl="node1" presStyleIdx="1" presStyleCnt="5">
        <dgm:presLayoutVars>
          <dgm:bulletEnabled val="1"/>
        </dgm:presLayoutVars>
      </dgm:prSet>
      <dgm:spPr/>
    </dgm:pt>
    <dgm:pt modelId="{DBA6696B-EB70-4C35-8AEC-F11BACA6A3D0}" type="pres">
      <dgm:prSet presAssocID="{94A9D9B8-9821-4D4E-BBB6-999C7D207D17}" presName="sibTrans" presStyleLbl="sibTrans2D1" presStyleIdx="1" presStyleCnt="4"/>
      <dgm:spPr/>
    </dgm:pt>
    <dgm:pt modelId="{F178E816-30EA-4EE8-8A5C-906AA4856015}" type="pres">
      <dgm:prSet presAssocID="{94A9D9B8-9821-4D4E-BBB6-999C7D207D17}" presName="connectorText" presStyleLbl="sibTrans2D1" presStyleIdx="1" presStyleCnt="4"/>
      <dgm:spPr/>
    </dgm:pt>
    <dgm:pt modelId="{0868BF81-B1FE-4BEB-86A6-4D6CC254AC15}" type="pres">
      <dgm:prSet presAssocID="{51F5B469-8358-4BBC-80FE-0813024267ED}" presName="node" presStyleLbl="node1" presStyleIdx="2" presStyleCnt="5">
        <dgm:presLayoutVars>
          <dgm:bulletEnabled val="1"/>
        </dgm:presLayoutVars>
      </dgm:prSet>
      <dgm:spPr/>
    </dgm:pt>
    <dgm:pt modelId="{392AA06C-9BAF-4A71-AFCC-CF5AFF227DC9}" type="pres">
      <dgm:prSet presAssocID="{BA1616DF-4755-4AA4-A50D-817D08095E09}" presName="sibTrans" presStyleLbl="sibTrans2D1" presStyleIdx="2" presStyleCnt="4"/>
      <dgm:spPr/>
    </dgm:pt>
    <dgm:pt modelId="{E9AD73FC-68F5-4CF1-A6D6-70EF2756BA6A}" type="pres">
      <dgm:prSet presAssocID="{BA1616DF-4755-4AA4-A50D-817D08095E09}" presName="connectorText" presStyleLbl="sibTrans2D1" presStyleIdx="2" presStyleCnt="4"/>
      <dgm:spPr/>
    </dgm:pt>
    <dgm:pt modelId="{0E863503-5B7D-4D8B-8BE2-58AD3C50E811}" type="pres">
      <dgm:prSet presAssocID="{B601F560-DB55-44AA-BC38-D5B2411A39A0}" presName="node" presStyleLbl="node1" presStyleIdx="3" presStyleCnt="5">
        <dgm:presLayoutVars>
          <dgm:bulletEnabled val="1"/>
        </dgm:presLayoutVars>
      </dgm:prSet>
      <dgm:spPr/>
    </dgm:pt>
    <dgm:pt modelId="{8E25A724-0EE3-4A33-81E6-B6D23239049D}" type="pres">
      <dgm:prSet presAssocID="{84D5A9CF-3CD2-4AC4-9472-7623F9C4F77D}" presName="sibTrans" presStyleLbl="sibTrans2D1" presStyleIdx="3" presStyleCnt="4"/>
      <dgm:spPr/>
    </dgm:pt>
    <dgm:pt modelId="{2940B63A-1689-4C77-9949-4E15428FF4B2}" type="pres">
      <dgm:prSet presAssocID="{84D5A9CF-3CD2-4AC4-9472-7623F9C4F77D}" presName="connectorText" presStyleLbl="sibTrans2D1" presStyleIdx="3" presStyleCnt="4"/>
      <dgm:spPr/>
    </dgm:pt>
    <dgm:pt modelId="{2775E77E-D216-4100-A588-4E0DDB2FE77C}" type="pres">
      <dgm:prSet presAssocID="{5E292932-2D2D-4EB6-A4B5-1E67CE803C5C}" presName="node" presStyleLbl="node1" presStyleIdx="4" presStyleCnt="5">
        <dgm:presLayoutVars>
          <dgm:bulletEnabled val="1"/>
        </dgm:presLayoutVars>
      </dgm:prSet>
      <dgm:spPr/>
    </dgm:pt>
  </dgm:ptLst>
  <dgm:cxnLst>
    <dgm:cxn modelId="{2D9A9612-BFE4-4801-BCB3-D644C81F0462}" type="presOf" srcId="{ED02BFEC-E6A0-4104-90DC-B2713F456BB3}" destId="{76924A63-902B-4751-BC41-6D814F32B6B1}" srcOrd="0" destOrd="0" presId="urn:microsoft.com/office/officeart/2005/8/layout/process2"/>
    <dgm:cxn modelId="{838C4118-28C0-4E1E-845E-9FAA202FEF1B}" type="presOf" srcId="{ADA1D234-3A9A-4ADC-B8E8-45DE4EEB0B41}" destId="{155CFAA6-A8AF-4F64-A87A-372D3192F565}" srcOrd="0" destOrd="0" presId="urn:microsoft.com/office/officeart/2005/8/layout/process2"/>
    <dgm:cxn modelId="{55368D24-5150-44CF-9AA4-13FEC89040A9}" type="presOf" srcId="{ED02BFEC-E6A0-4104-90DC-B2713F456BB3}" destId="{4C2B1644-D706-4D70-B46B-7B39DA20E4F9}" srcOrd="1" destOrd="0" presId="urn:microsoft.com/office/officeart/2005/8/layout/process2"/>
    <dgm:cxn modelId="{9137C234-3A27-4B7D-8B66-6B49816D4811}" type="presOf" srcId="{4F1FA67F-953D-40A1-99BD-5AE52442F8A1}" destId="{4DD47E4D-1A79-4505-B3AF-673B55FC9EBE}" srcOrd="0" destOrd="0" presId="urn:microsoft.com/office/officeart/2005/8/layout/process2"/>
    <dgm:cxn modelId="{AF8F7D3F-C479-4FE3-94BB-78114464E819}" srcId="{ADA1D234-3A9A-4ADC-B8E8-45DE4EEB0B41}" destId="{4F1FA67F-953D-40A1-99BD-5AE52442F8A1}" srcOrd="1" destOrd="0" parTransId="{6C2C49C5-C996-49A0-A9A4-B90541F68125}" sibTransId="{94A9D9B8-9821-4D4E-BBB6-999C7D207D17}"/>
    <dgm:cxn modelId="{EA874E5B-8EED-420D-9ECA-7881ED5F5219}" srcId="{ADA1D234-3A9A-4ADC-B8E8-45DE4EEB0B41}" destId="{5B9680AE-7302-4E4D-AD32-1083DA230832}" srcOrd="0" destOrd="0" parTransId="{98C49607-AE9D-4421-BE3E-68D36B783987}" sibTransId="{ED02BFEC-E6A0-4104-90DC-B2713F456BB3}"/>
    <dgm:cxn modelId="{1E4C5348-0869-49A6-842D-2E5E15B2C924}" type="presOf" srcId="{B601F560-DB55-44AA-BC38-D5B2411A39A0}" destId="{0E863503-5B7D-4D8B-8BE2-58AD3C50E811}" srcOrd="0" destOrd="0" presId="urn:microsoft.com/office/officeart/2005/8/layout/process2"/>
    <dgm:cxn modelId="{F7F3F94A-1B8A-426E-ABE6-43ADAB723C2F}" type="presOf" srcId="{51F5B469-8358-4BBC-80FE-0813024267ED}" destId="{0868BF81-B1FE-4BEB-86A6-4D6CC254AC15}" srcOrd="0" destOrd="0" presId="urn:microsoft.com/office/officeart/2005/8/layout/process2"/>
    <dgm:cxn modelId="{D7729750-342E-4128-BDD3-B40DDF76333E}" srcId="{ADA1D234-3A9A-4ADC-B8E8-45DE4EEB0B41}" destId="{51F5B469-8358-4BBC-80FE-0813024267ED}" srcOrd="2" destOrd="0" parTransId="{0FA5FD50-F612-43AB-8D63-63EBBF3C252D}" sibTransId="{BA1616DF-4755-4AA4-A50D-817D08095E09}"/>
    <dgm:cxn modelId="{3252DA83-B93E-4B4B-A9C5-B369AD312C98}" srcId="{ADA1D234-3A9A-4ADC-B8E8-45DE4EEB0B41}" destId="{5E292932-2D2D-4EB6-A4B5-1E67CE803C5C}" srcOrd="4" destOrd="0" parTransId="{272CCB16-5D0C-4D6A-B96E-16F1340D1599}" sibTransId="{4C1248BC-FA35-4582-A116-797D412B4655}"/>
    <dgm:cxn modelId="{8270E88C-216B-4E6B-9CAF-55D41555769F}" type="presOf" srcId="{84D5A9CF-3CD2-4AC4-9472-7623F9C4F77D}" destId="{2940B63A-1689-4C77-9949-4E15428FF4B2}" srcOrd="1" destOrd="0" presId="urn:microsoft.com/office/officeart/2005/8/layout/process2"/>
    <dgm:cxn modelId="{FD1F208F-53FD-4161-B2CC-BEC88AD41DD5}" type="presOf" srcId="{5B9680AE-7302-4E4D-AD32-1083DA230832}" destId="{853F7E4B-B6B3-494A-8836-1B69579D9D83}" srcOrd="0" destOrd="0" presId="urn:microsoft.com/office/officeart/2005/8/layout/process2"/>
    <dgm:cxn modelId="{FF198E96-076B-432D-8E61-E5EA1A30C2C0}" type="presOf" srcId="{BA1616DF-4755-4AA4-A50D-817D08095E09}" destId="{392AA06C-9BAF-4A71-AFCC-CF5AFF227DC9}" srcOrd="0" destOrd="0" presId="urn:microsoft.com/office/officeart/2005/8/layout/process2"/>
    <dgm:cxn modelId="{2978B798-D9DD-4AC9-A104-E417B1C84016}" srcId="{ADA1D234-3A9A-4ADC-B8E8-45DE4EEB0B41}" destId="{B601F560-DB55-44AA-BC38-D5B2411A39A0}" srcOrd="3" destOrd="0" parTransId="{4C746DC5-E6DD-4A58-9C1A-96E66CD88DFE}" sibTransId="{84D5A9CF-3CD2-4AC4-9472-7623F9C4F77D}"/>
    <dgm:cxn modelId="{AE8EFFA8-7BA6-4BFA-AF27-678048B85C87}" type="presOf" srcId="{94A9D9B8-9821-4D4E-BBB6-999C7D207D17}" destId="{DBA6696B-EB70-4C35-8AEC-F11BACA6A3D0}" srcOrd="0" destOrd="0" presId="urn:microsoft.com/office/officeart/2005/8/layout/process2"/>
    <dgm:cxn modelId="{32F389B3-7CB5-4245-912C-7EB1AC754C4E}" type="presOf" srcId="{94A9D9B8-9821-4D4E-BBB6-999C7D207D17}" destId="{F178E816-30EA-4EE8-8A5C-906AA4856015}" srcOrd="1" destOrd="0" presId="urn:microsoft.com/office/officeart/2005/8/layout/process2"/>
    <dgm:cxn modelId="{21D214D3-BAA9-4204-8EE2-1515812B0F2D}" type="presOf" srcId="{BA1616DF-4755-4AA4-A50D-817D08095E09}" destId="{E9AD73FC-68F5-4CF1-A6D6-70EF2756BA6A}" srcOrd="1" destOrd="0" presId="urn:microsoft.com/office/officeart/2005/8/layout/process2"/>
    <dgm:cxn modelId="{B8ABE9D8-8490-4D30-A2DB-F83E3561EBB9}" type="presOf" srcId="{84D5A9CF-3CD2-4AC4-9472-7623F9C4F77D}" destId="{8E25A724-0EE3-4A33-81E6-B6D23239049D}" srcOrd="0" destOrd="0" presId="urn:microsoft.com/office/officeart/2005/8/layout/process2"/>
    <dgm:cxn modelId="{16132FE1-6475-4A45-99C2-C78484AAC546}" type="presOf" srcId="{5E292932-2D2D-4EB6-A4B5-1E67CE803C5C}" destId="{2775E77E-D216-4100-A588-4E0DDB2FE77C}" srcOrd="0" destOrd="0" presId="urn:microsoft.com/office/officeart/2005/8/layout/process2"/>
    <dgm:cxn modelId="{737F53D5-93B2-48AF-88C3-316B7E5585DC}" type="presParOf" srcId="{155CFAA6-A8AF-4F64-A87A-372D3192F565}" destId="{853F7E4B-B6B3-494A-8836-1B69579D9D83}" srcOrd="0" destOrd="0" presId="urn:microsoft.com/office/officeart/2005/8/layout/process2"/>
    <dgm:cxn modelId="{CD967660-8E11-4DE4-96FE-A091BF3230FB}" type="presParOf" srcId="{155CFAA6-A8AF-4F64-A87A-372D3192F565}" destId="{76924A63-902B-4751-BC41-6D814F32B6B1}" srcOrd="1" destOrd="0" presId="urn:microsoft.com/office/officeart/2005/8/layout/process2"/>
    <dgm:cxn modelId="{32888ECA-BB65-434B-9CAB-BCC8B8F42D72}" type="presParOf" srcId="{76924A63-902B-4751-BC41-6D814F32B6B1}" destId="{4C2B1644-D706-4D70-B46B-7B39DA20E4F9}" srcOrd="0" destOrd="0" presId="urn:microsoft.com/office/officeart/2005/8/layout/process2"/>
    <dgm:cxn modelId="{F2612609-652C-43C4-8B9E-78F73EE33129}" type="presParOf" srcId="{155CFAA6-A8AF-4F64-A87A-372D3192F565}" destId="{4DD47E4D-1A79-4505-B3AF-673B55FC9EBE}" srcOrd="2" destOrd="0" presId="urn:microsoft.com/office/officeart/2005/8/layout/process2"/>
    <dgm:cxn modelId="{11AE0B24-B619-4101-85F0-66ED1ED3B61D}" type="presParOf" srcId="{155CFAA6-A8AF-4F64-A87A-372D3192F565}" destId="{DBA6696B-EB70-4C35-8AEC-F11BACA6A3D0}" srcOrd="3" destOrd="0" presId="urn:microsoft.com/office/officeart/2005/8/layout/process2"/>
    <dgm:cxn modelId="{0C4FD973-FBA7-4D4A-8ACC-3573CF98D311}" type="presParOf" srcId="{DBA6696B-EB70-4C35-8AEC-F11BACA6A3D0}" destId="{F178E816-30EA-4EE8-8A5C-906AA4856015}" srcOrd="0" destOrd="0" presId="urn:microsoft.com/office/officeart/2005/8/layout/process2"/>
    <dgm:cxn modelId="{936954F4-A166-4E1E-8D1E-7AAD83C1A04C}" type="presParOf" srcId="{155CFAA6-A8AF-4F64-A87A-372D3192F565}" destId="{0868BF81-B1FE-4BEB-86A6-4D6CC254AC15}" srcOrd="4" destOrd="0" presId="urn:microsoft.com/office/officeart/2005/8/layout/process2"/>
    <dgm:cxn modelId="{3AF9218D-0E14-4162-8029-98FAA9CDE87D}" type="presParOf" srcId="{155CFAA6-A8AF-4F64-A87A-372D3192F565}" destId="{392AA06C-9BAF-4A71-AFCC-CF5AFF227DC9}" srcOrd="5" destOrd="0" presId="urn:microsoft.com/office/officeart/2005/8/layout/process2"/>
    <dgm:cxn modelId="{E0D3842E-43D3-41F2-8577-B9E25CC537D1}" type="presParOf" srcId="{392AA06C-9BAF-4A71-AFCC-CF5AFF227DC9}" destId="{E9AD73FC-68F5-4CF1-A6D6-70EF2756BA6A}" srcOrd="0" destOrd="0" presId="urn:microsoft.com/office/officeart/2005/8/layout/process2"/>
    <dgm:cxn modelId="{812AA2CB-75D7-4B93-8396-F63B8F7E03D2}" type="presParOf" srcId="{155CFAA6-A8AF-4F64-A87A-372D3192F565}" destId="{0E863503-5B7D-4D8B-8BE2-58AD3C50E811}" srcOrd="6" destOrd="0" presId="urn:microsoft.com/office/officeart/2005/8/layout/process2"/>
    <dgm:cxn modelId="{04B76BF7-8E6C-4EED-B8E2-9E9A4FF08D4E}" type="presParOf" srcId="{155CFAA6-A8AF-4F64-A87A-372D3192F565}" destId="{8E25A724-0EE3-4A33-81E6-B6D23239049D}" srcOrd="7" destOrd="0" presId="urn:microsoft.com/office/officeart/2005/8/layout/process2"/>
    <dgm:cxn modelId="{F1ACD1E8-380F-4F42-9410-DF193A499298}" type="presParOf" srcId="{8E25A724-0EE3-4A33-81E6-B6D23239049D}" destId="{2940B63A-1689-4C77-9949-4E15428FF4B2}" srcOrd="0" destOrd="0" presId="urn:microsoft.com/office/officeart/2005/8/layout/process2"/>
    <dgm:cxn modelId="{EEF94E15-CDFC-4D9D-9DBC-FB9F65B4F39B}" type="presParOf" srcId="{155CFAA6-A8AF-4F64-A87A-372D3192F565}" destId="{2775E77E-D216-4100-A588-4E0DDB2FE77C}" srcOrd="8"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89EE5BD9-379C-4A6D-9B5B-5FE8C0C1D71E}" type="doc">
      <dgm:prSet loTypeId="urn:microsoft.com/office/officeart/2005/8/layout/chevron1" loCatId="process" qsTypeId="urn:microsoft.com/office/officeart/2005/8/quickstyle/simple1" qsCatId="simple" csTypeId="urn:microsoft.com/office/officeart/2005/8/colors/accent1_2" csCatId="accent1" phldr="1"/>
      <dgm:spPr/>
    </dgm:pt>
    <dgm:pt modelId="{139ED7E1-80DE-46D5-9C08-04DC86BABF66}">
      <dgm:prSet phldrT="[文字]"/>
      <dgm:spPr/>
      <dgm:t>
        <a:bodyPr/>
        <a:lstStyle/>
        <a:p>
          <a:r>
            <a:rPr lang="zh-TW" altLang="en-US" dirty="0"/>
            <a:t>資料蒐集</a:t>
          </a:r>
        </a:p>
      </dgm:t>
    </dgm:pt>
    <dgm:pt modelId="{1D04E3CC-1E43-46B1-A840-D144821765D8}" type="parTrans" cxnId="{07B3841E-55FA-4702-88A8-CBCA5B62D01F}">
      <dgm:prSet/>
      <dgm:spPr/>
      <dgm:t>
        <a:bodyPr/>
        <a:lstStyle/>
        <a:p>
          <a:endParaRPr lang="zh-TW" altLang="en-US"/>
        </a:p>
      </dgm:t>
    </dgm:pt>
    <dgm:pt modelId="{FC75BE4C-1F8E-4ADD-9D4D-4CA4F75000E7}" type="sibTrans" cxnId="{07B3841E-55FA-4702-88A8-CBCA5B62D01F}">
      <dgm:prSet/>
      <dgm:spPr/>
      <dgm:t>
        <a:bodyPr/>
        <a:lstStyle/>
        <a:p>
          <a:endParaRPr lang="zh-TW" altLang="en-US"/>
        </a:p>
      </dgm:t>
    </dgm:pt>
    <dgm:pt modelId="{8EEC0CE0-3E0C-40AA-BC43-0CACB75650A6}">
      <dgm:prSet phldrT="[文字]"/>
      <dgm:spPr/>
      <dgm:t>
        <a:bodyPr/>
        <a:lstStyle/>
        <a:p>
          <a:r>
            <a:rPr lang="zh-TW" altLang="en-US" dirty="0"/>
            <a:t>案件篩選</a:t>
          </a:r>
        </a:p>
      </dgm:t>
    </dgm:pt>
    <dgm:pt modelId="{D470A32D-8AF6-485B-96E4-AEA0AA15C4C2}" type="parTrans" cxnId="{CA36B8BB-EA72-427B-A057-A1A41F5D221F}">
      <dgm:prSet/>
      <dgm:spPr/>
      <dgm:t>
        <a:bodyPr/>
        <a:lstStyle/>
        <a:p>
          <a:endParaRPr lang="zh-TW" altLang="en-US"/>
        </a:p>
      </dgm:t>
    </dgm:pt>
    <dgm:pt modelId="{87130D3E-B70B-4754-BEBF-589650C22229}" type="sibTrans" cxnId="{CA36B8BB-EA72-427B-A057-A1A41F5D221F}">
      <dgm:prSet/>
      <dgm:spPr/>
      <dgm:t>
        <a:bodyPr/>
        <a:lstStyle/>
        <a:p>
          <a:endParaRPr lang="zh-TW" altLang="en-US"/>
        </a:p>
      </dgm:t>
    </dgm:pt>
    <dgm:pt modelId="{AF7244D5-699B-41E3-B552-4B0FE2505BB3}">
      <dgm:prSet phldrT="[文字]"/>
      <dgm:spPr/>
      <dgm:t>
        <a:bodyPr/>
        <a:lstStyle/>
        <a:p>
          <a:r>
            <a:rPr lang="zh-TW" altLang="en-US" dirty="0"/>
            <a:t>標籤整理</a:t>
          </a:r>
        </a:p>
      </dgm:t>
    </dgm:pt>
    <dgm:pt modelId="{159D7896-E678-46FC-A1B6-45921BFC8900}" type="parTrans" cxnId="{838CB279-6F4D-4654-9F1B-E501A4B4BDF1}">
      <dgm:prSet/>
      <dgm:spPr/>
      <dgm:t>
        <a:bodyPr/>
        <a:lstStyle/>
        <a:p>
          <a:endParaRPr lang="zh-TW" altLang="en-US"/>
        </a:p>
      </dgm:t>
    </dgm:pt>
    <dgm:pt modelId="{03933E72-6665-4DCF-9EF8-3842F945C938}" type="sibTrans" cxnId="{838CB279-6F4D-4654-9F1B-E501A4B4BDF1}">
      <dgm:prSet/>
      <dgm:spPr/>
      <dgm:t>
        <a:bodyPr/>
        <a:lstStyle/>
        <a:p>
          <a:endParaRPr lang="zh-TW" altLang="en-US"/>
        </a:p>
      </dgm:t>
    </dgm:pt>
    <dgm:pt modelId="{9E9A4566-C4C7-4295-879A-98FA0F0C0B6A}">
      <dgm:prSet phldrT="[文字]"/>
      <dgm:spPr/>
      <dgm:t>
        <a:bodyPr/>
        <a:lstStyle/>
        <a:p>
          <a:r>
            <a:rPr lang="zh-TW" altLang="en-US" dirty="0"/>
            <a:t>文本前處理</a:t>
          </a:r>
        </a:p>
      </dgm:t>
    </dgm:pt>
    <dgm:pt modelId="{C2F97484-8C6A-4C3D-846C-AB07CBCB7BEF}" type="parTrans" cxnId="{CA0EAB2A-03F3-444B-9F0D-1503273DB6E0}">
      <dgm:prSet/>
      <dgm:spPr/>
      <dgm:t>
        <a:bodyPr/>
        <a:lstStyle/>
        <a:p>
          <a:endParaRPr lang="zh-TW" altLang="en-US"/>
        </a:p>
      </dgm:t>
    </dgm:pt>
    <dgm:pt modelId="{613E605F-26AD-4F0A-A619-7AE1560B8B4B}" type="sibTrans" cxnId="{CA0EAB2A-03F3-444B-9F0D-1503273DB6E0}">
      <dgm:prSet/>
      <dgm:spPr/>
      <dgm:t>
        <a:bodyPr/>
        <a:lstStyle/>
        <a:p>
          <a:endParaRPr lang="zh-TW" altLang="en-US"/>
        </a:p>
      </dgm:t>
    </dgm:pt>
    <dgm:pt modelId="{160A1D33-E658-418E-8036-C4AB63B20C1A}">
      <dgm:prSet phldrT="[文字]"/>
      <dgm:spPr/>
      <dgm:t>
        <a:bodyPr/>
        <a:lstStyle/>
        <a:p>
          <a:r>
            <a:rPr lang="zh-TW" altLang="en-US" dirty="0"/>
            <a:t>特徵建構</a:t>
          </a:r>
        </a:p>
      </dgm:t>
    </dgm:pt>
    <dgm:pt modelId="{69116C48-78C5-4340-B244-B8CD9C973DF8}" type="parTrans" cxnId="{525E1722-1582-4CCD-AF4F-8DF36ADBBA4B}">
      <dgm:prSet/>
      <dgm:spPr/>
      <dgm:t>
        <a:bodyPr/>
        <a:lstStyle/>
        <a:p>
          <a:endParaRPr lang="zh-TW" altLang="en-US"/>
        </a:p>
      </dgm:t>
    </dgm:pt>
    <dgm:pt modelId="{A537A6EC-5A51-4FDB-9059-C694E197B2B0}" type="sibTrans" cxnId="{525E1722-1582-4CCD-AF4F-8DF36ADBBA4B}">
      <dgm:prSet/>
      <dgm:spPr/>
      <dgm:t>
        <a:bodyPr/>
        <a:lstStyle/>
        <a:p>
          <a:endParaRPr lang="zh-TW" altLang="en-US"/>
        </a:p>
      </dgm:t>
    </dgm:pt>
    <dgm:pt modelId="{5C7D3CE4-ABDE-41A7-90C3-70E5C7BB467B}">
      <dgm:prSet phldrT="[文字]"/>
      <dgm:spPr/>
      <dgm:t>
        <a:bodyPr/>
        <a:lstStyle/>
        <a:p>
          <a:r>
            <a:rPr lang="zh-TW" altLang="en-US" dirty="0"/>
            <a:t>特徵選擇</a:t>
          </a:r>
        </a:p>
      </dgm:t>
    </dgm:pt>
    <dgm:pt modelId="{BF6EDFD5-76D6-43D3-B03E-795B9CFD0EC5}" type="parTrans" cxnId="{8B6D8084-F0A6-4791-8F2D-1A210ED1DE90}">
      <dgm:prSet/>
      <dgm:spPr/>
      <dgm:t>
        <a:bodyPr/>
        <a:lstStyle/>
        <a:p>
          <a:endParaRPr lang="zh-TW" altLang="en-US"/>
        </a:p>
      </dgm:t>
    </dgm:pt>
    <dgm:pt modelId="{049C9476-7F43-4E8F-8DD5-040390399220}" type="sibTrans" cxnId="{8B6D8084-F0A6-4791-8F2D-1A210ED1DE90}">
      <dgm:prSet/>
      <dgm:spPr/>
      <dgm:t>
        <a:bodyPr/>
        <a:lstStyle/>
        <a:p>
          <a:endParaRPr lang="zh-TW" altLang="en-US"/>
        </a:p>
      </dgm:t>
    </dgm:pt>
    <dgm:pt modelId="{DFF03899-C159-445D-9571-2E50827A2D49}">
      <dgm:prSet phldrT="[文字]"/>
      <dgm:spPr/>
      <dgm:t>
        <a:bodyPr/>
        <a:lstStyle/>
        <a:p>
          <a:r>
            <a:rPr lang="zh-TW" altLang="en-US" dirty="0"/>
            <a:t>模型訓練</a:t>
          </a:r>
        </a:p>
      </dgm:t>
    </dgm:pt>
    <dgm:pt modelId="{06EE08EE-6A06-4DBB-B0E0-F2ABECD59FE5}" type="parTrans" cxnId="{8A2CDF93-5C35-4031-8F0F-653666331A45}">
      <dgm:prSet/>
      <dgm:spPr/>
      <dgm:t>
        <a:bodyPr/>
        <a:lstStyle/>
        <a:p>
          <a:endParaRPr lang="zh-TW" altLang="en-US"/>
        </a:p>
      </dgm:t>
    </dgm:pt>
    <dgm:pt modelId="{55816338-2453-4980-BB21-94B4B3558D95}" type="sibTrans" cxnId="{8A2CDF93-5C35-4031-8F0F-653666331A45}">
      <dgm:prSet/>
      <dgm:spPr/>
      <dgm:t>
        <a:bodyPr/>
        <a:lstStyle/>
        <a:p>
          <a:endParaRPr lang="zh-TW" altLang="en-US"/>
        </a:p>
      </dgm:t>
    </dgm:pt>
    <dgm:pt modelId="{A731B7DF-F419-4850-AE21-E575F7C4EFCF}">
      <dgm:prSet phldrT="[文字]"/>
      <dgm:spPr/>
      <dgm:t>
        <a:bodyPr/>
        <a:lstStyle/>
        <a:p>
          <a:r>
            <a:rPr lang="zh-TW" altLang="en-US" dirty="0"/>
            <a:t>模型評估</a:t>
          </a:r>
        </a:p>
      </dgm:t>
    </dgm:pt>
    <dgm:pt modelId="{75B5ACF9-06E2-4BEC-A606-9C2C9C35F5B0}" type="parTrans" cxnId="{F3DE2FC9-D11E-4361-8E20-CCB014AAB7CB}">
      <dgm:prSet/>
      <dgm:spPr/>
      <dgm:t>
        <a:bodyPr/>
        <a:lstStyle/>
        <a:p>
          <a:endParaRPr lang="zh-TW" altLang="en-US"/>
        </a:p>
      </dgm:t>
    </dgm:pt>
    <dgm:pt modelId="{BE42063E-144C-443B-BD76-EA23D882CF80}" type="sibTrans" cxnId="{F3DE2FC9-D11E-4361-8E20-CCB014AAB7CB}">
      <dgm:prSet/>
      <dgm:spPr/>
      <dgm:t>
        <a:bodyPr/>
        <a:lstStyle/>
        <a:p>
          <a:endParaRPr lang="zh-TW" altLang="en-US"/>
        </a:p>
      </dgm:t>
    </dgm:pt>
    <dgm:pt modelId="{FB5FC1C0-15ED-4256-82B3-FEF6D43798B9}">
      <dgm:prSet phldrT="[文字]"/>
      <dgm:spPr/>
      <dgm:t>
        <a:bodyPr/>
        <a:lstStyle/>
        <a:p>
          <a:r>
            <a:rPr lang="zh-TW" altLang="en-US" dirty="0"/>
            <a:t>結果</a:t>
          </a:r>
        </a:p>
      </dgm:t>
    </dgm:pt>
    <dgm:pt modelId="{90EFC6E0-E373-49C2-A2D6-EFA056E5EA4A}" type="parTrans" cxnId="{8E84CC95-D0E6-419B-ABFF-81EF41EC28CA}">
      <dgm:prSet/>
      <dgm:spPr/>
      <dgm:t>
        <a:bodyPr/>
        <a:lstStyle/>
        <a:p>
          <a:endParaRPr lang="zh-TW" altLang="en-US"/>
        </a:p>
      </dgm:t>
    </dgm:pt>
    <dgm:pt modelId="{5F6A7D14-C208-42F6-B558-215FBC26BC06}" type="sibTrans" cxnId="{8E84CC95-D0E6-419B-ABFF-81EF41EC28CA}">
      <dgm:prSet/>
      <dgm:spPr/>
      <dgm:t>
        <a:bodyPr/>
        <a:lstStyle/>
        <a:p>
          <a:endParaRPr lang="zh-TW" altLang="en-US"/>
        </a:p>
      </dgm:t>
    </dgm:pt>
    <dgm:pt modelId="{AA604A7B-15F5-4286-BC28-30F56879ED1D}" type="pres">
      <dgm:prSet presAssocID="{89EE5BD9-379C-4A6D-9B5B-5FE8C0C1D71E}" presName="Name0" presStyleCnt="0">
        <dgm:presLayoutVars>
          <dgm:dir/>
          <dgm:animLvl val="lvl"/>
          <dgm:resizeHandles val="exact"/>
        </dgm:presLayoutVars>
      </dgm:prSet>
      <dgm:spPr/>
    </dgm:pt>
    <dgm:pt modelId="{914191AA-E579-4637-A162-6EA965AF927A}" type="pres">
      <dgm:prSet presAssocID="{139ED7E1-80DE-46D5-9C08-04DC86BABF66}" presName="parTxOnly" presStyleLbl="node1" presStyleIdx="0" presStyleCnt="9">
        <dgm:presLayoutVars>
          <dgm:chMax val="0"/>
          <dgm:chPref val="0"/>
          <dgm:bulletEnabled val="1"/>
        </dgm:presLayoutVars>
      </dgm:prSet>
      <dgm:spPr/>
    </dgm:pt>
    <dgm:pt modelId="{F868289A-E627-4690-8CAA-CC98C4D90C90}" type="pres">
      <dgm:prSet presAssocID="{FC75BE4C-1F8E-4ADD-9D4D-4CA4F75000E7}" presName="parTxOnlySpace" presStyleCnt="0"/>
      <dgm:spPr/>
    </dgm:pt>
    <dgm:pt modelId="{C6DB58CE-AFF0-4A74-ACB3-99530E7E31F5}" type="pres">
      <dgm:prSet presAssocID="{8EEC0CE0-3E0C-40AA-BC43-0CACB75650A6}" presName="parTxOnly" presStyleLbl="node1" presStyleIdx="1" presStyleCnt="9">
        <dgm:presLayoutVars>
          <dgm:chMax val="0"/>
          <dgm:chPref val="0"/>
          <dgm:bulletEnabled val="1"/>
        </dgm:presLayoutVars>
      </dgm:prSet>
      <dgm:spPr/>
    </dgm:pt>
    <dgm:pt modelId="{75042B28-3334-4058-878E-8E46A270E78B}" type="pres">
      <dgm:prSet presAssocID="{87130D3E-B70B-4754-BEBF-589650C22229}" presName="parTxOnlySpace" presStyleCnt="0"/>
      <dgm:spPr/>
    </dgm:pt>
    <dgm:pt modelId="{816E6BDF-0AEB-4564-BC22-B2E48BAF5464}" type="pres">
      <dgm:prSet presAssocID="{AF7244D5-699B-41E3-B552-4B0FE2505BB3}" presName="parTxOnly" presStyleLbl="node1" presStyleIdx="2" presStyleCnt="9">
        <dgm:presLayoutVars>
          <dgm:chMax val="0"/>
          <dgm:chPref val="0"/>
          <dgm:bulletEnabled val="1"/>
        </dgm:presLayoutVars>
      </dgm:prSet>
      <dgm:spPr/>
    </dgm:pt>
    <dgm:pt modelId="{CA8A7359-67E2-49EE-BA47-785835584555}" type="pres">
      <dgm:prSet presAssocID="{03933E72-6665-4DCF-9EF8-3842F945C938}" presName="parTxOnlySpace" presStyleCnt="0"/>
      <dgm:spPr/>
    </dgm:pt>
    <dgm:pt modelId="{8294AD81-06F3-4FCB-BE73-18DA247D22D2}" type="pres">
      <dgm:prSet presAssocID="{9E9A4566-C4C7-4295-879A-98FA0F0C0B6A}" presName="parTxOnly" presStyleLbl="node1" presStyleIdx="3" presStyleCnt="9">
        <dgm:presLayoutVars>
          <dgm:chMax val="0"/>
          <dgm:chPref val="0"/>
          <dgm:bulletEnabled val="1"/>
        </dgm:presLayoutVars>
      </dgm:prSet>
      <dgm:spPr/>
    </dgm:pt>
    <dgm:pt modelId="{7358DB89-FF50-4AB8-A6C5-1146B429158F}" type="pres">
      <dgm:prSet presAssocID="{613E605F-26AD-4F0A-A619-7AE1560B8B4B}" presName="parTxOnlySpace" presStyleCnt="0"/>
      <dgm:spPr/>
    </dgm:pt>
    <dgm:pt modelId="{EAC0CF2B-1FBF-40CA-ABDC-CEE1EE4F248A}" type="pres">
      <dgm:prSet presAssocID="{160A1D33-E658-418E-8036-C4AB63B20C1A}" presName="parTxOnly" presStyleLbl="node1" presStyleIdx="4" presStyleCnt="9">
        <dgm:presLayoutVars>
          <dgm:chMax val="0"/>
          <dgm:chPref val="0"/>
          <dgm:bulletEnabled val="1"/>
        </dgm:presLayoutVars>
      </dgm:prSet>
      <dgm:spPr/>
    </dgm:pt>
    <dgm:pt modelId="{C619A701-542D-4069-B3EE-48F2F907915A}" type="pres">
      <dgm:prSet presAssocID="{A537A6EC-5A51-4FDB-9059-C694E197B2B0}" presName="parTxOnlySpace" presStyleCnt="0"/>
      <dgm:spPr/>
    </dgm:pt>
    <dgm:pt modelId="{2E9A4EAE-1198-4E49-A7B2-F73CA3FBCC84}" type="pres">
      <dgm:prSet presAssocID="{5C7D3CE4-ABDE-41A7-90C3-70E5C7BB467B}" presName="parTxOnly" presStyleLbl="node1" presStyleIdx="5" presStyleCnt="9">
        <dgm:presLayoutVars>
          <dgm:chMax val="0"/>
          <dgm:chPref val="0"/>
          <dgm:bulletEnabled val="1"/>
        </dgm:presLayoutVars>
      </dgm:prSet>
      <dgm:spPr/>
    </dgm:pt>
    <dgm:pt modelId="{0826F368-019C-492A-89B4-3BF70D8D6AA2}" type="pres">
      <dgm:prSet presAssocID="{049C9476-7F43-4E8F-8DD5-040390399220}" presName="parTxOnlySpace" presStyleCnt="0"/>
      <dgm:spPr/>
    </dgm:pt>
    <dgm:pt modelId="{EE7F8039-0CE1-4E24-8E1E-B62E2D35CB28}" type="pres">
      <dgm:prSet presAssocID="{DFF03899-C159-445D-9571-2E50827A2D49}" presName="parTxOnly" presStyleLbl="node1" presStyleIdx="6" presStyleCnt="9">
        <dgm:presLayoutVars>
          <dgm:chMax val="0"/>
          <dgm:chPref val="0"/>
          <dgm:bulletEnabled val="1"/>
        </dgm:presLayoutVars>
      </dgm:prSet>
      <dgm:spPr/>
    </dgm:pt>
    <dgm:pt modelId="{B754AE0E-3F1C-4BC3-A345-0FEA82A0B8C7}" type="pres">
      <dgm:prSet presAssocID="{55816338-2453-4980-BB21-94B4B3558D95}" presName="parTxOnlySpace" presStyleCnt="0"/>
      <dgm:spPr/>
    </dgm:pt>
    <dgm:pt modelId="{06E5E437-4722-4EF7-B3A7-7AD3DD309BC4}" type="pres">
      <dgm:prSet presAssocID="{A731B7DF-F419-4850-AE21-E575F7C4EFCF}" presName="parTxOnly" presStyleLbl="node1" presStyleIdx="7" presStyleCnt="9">
        <dgm:presLayoutVars>
          <dgm:chMax val="0"/>
          <dgm:chPref val="0"/>
          <dgm:bulletEnabled val="1"/>
        </dgm:presLayoutVars>
      </dgm:prSet>
      <dgm:spPr/>
    </dgm:pt>
    <dgm:pt modelId="{662C5D46-9063-4DFB-8C43-2EC75481B9AB}" type="pres">
      <dgm:prSet presAssocID="{BE42063E-144C-443B-BD76-EA23D882CF80}" presName="parTxOnlySpace" presStyleCnt="0"/>
      <dgm:spPr/>
    </dgm:pt>
    <dgm:pt modelId="{0E5BD989-60F0-4036-A0D2-ACB695C69815}" type="pres">
      <dgm:prSet presAssocID="{FB5FC1C0-15ED-4256-82B3-FEF6D43798B9}" presName="parTxOnly" presStyleLbl="node1" presStyleIdx="8" presStyleCnt="9">
        <dgm:presLayoutVars>
          <dgm:chMax val="0"/>
          <dgm:chPref val="0"/>
          <dgm:bulletEnabled val="1"/>
        </dgm:presLayoutVars>
      </dgm:prSet>
      <dgm:spPr/>
    </dgm:pt>
  </dgm:ptLst>
  <dgm:cxnLst>
    <dgm:cxn modelId="{07B3841E-55FA-4702-88A8-CBCA5B62D01F}" srcId="{89EE5BD9-379C-4A6D-9B5B-5FE8C0C1D71E}" destId="{139ED7E1-80DE-46D5-9C08-04DC86BABF66}" srcOrd="0" destOrd="0" parTransId="{1D04E3CC-1E43-46B1-A840-D144821765D8}" sibTransId="{FC75BE4C-1F8E-4ADD-9D4D-4CA4F75000E7}"/>
    <dgm:cxn modelId="{525E1722-1582-4CCD-AF4F-8DF36ADBBA4B}" srcId="{89EE5BD9-379C-4A6D-9B5B-5FE8C0C1D71E}" destId="{160A1D33-E658-418E-8036-C4AB63B20C1A}" srcOrd="4" destOrd="0" parTransId="{69116C48-78C5-4340-B244-B8CD9C973DF8}" sibTransId="{A537A6EC-5A51-4FDB-9059-C694E197B2B0}"/>
    <dgm:cxn modelId="{CA0EAB2A-03F3-444B-9F0D-1503273DB6E0}" srcId="{89EE5BD9-379C-4A6D-9B5B-5FE8C0C1D71E}" destId="{9E9A4566-C4C7-4295-879A-98FA0F0C0B6A}" srcOrd="3" destOrd="0" parTransId="{C2F97484-8C6A-4C3D-846C-AB07CBCB7BEF}" sibTransId="{613E605F-26AD-4F0A-A619-7AE1560B8B4B}"/>
    <dgm:cxn modelId="{6BA15D33-53E0-45B7-9E36-58027C9F62BA}" type="presOf" srcId="{139ED7E1-80DE-46D5-9C08-04DC86BABF66}" destId="{914191AA-E579-4637-A162-6EA965AF927A}" srcOrd="0" destOrd="0" presId="urn:microsoft.com/office/officeart/2005/8/layout/chevron1"/>
    <dgm:cxn modelId="{32A9746B-4420-4C3A-A98D-610BD1C97DAF}" type="presOf" srcId="{FB5FC1C0-15ED-4256-82B3-FEF6D43798B9}" destId="{0E5BD989-60F0-4036-A0D2-ACB695C69815}" srcOrd="0" destOrd="0" presId="urn:microsoft.com/office/officeart/2005/8/layout/chevron1"/>
    <dgm:cxn modelId="{79701377-6263-4AA8-B55A-A69E1DEBC560}" type="presOf" srcId="{9E9A4566-C4C7-4295-879A-98FA0F0C0B6A}" destId="{8294AD81-06F3-4FCB-BE73-18DA247D22D2}" srcOrd="0" destOrd="0" presId="urn:microsoft.com/office/officeart/2005/8/layout/chevron1"/>
    <dgm:cxn modelId="{838CB279-6F4D-4654-9F1B-E501A4B4BDF1}" srcId="{89EE5BD9-379C-4A6D-9B5B-5FE8C0C1D71E}" destId="{AF7244D5-699B-41E3-B552-4B0FE2505BB3}" srcOrd="2" destOrd="0" parTransId="{159D7896-E678-46FC-A1B6-45921BFC8900}" sibTransId="{03933E72-6665-4DCF-9EF8-3842F945C938}"/>
    <dgm:cxn modelId="{CE45C37A-6473-44B4-9075-9D8E05A628D3}" type="presOf" srcId="{8EEC0CE0-3E0C-40AA-BC43-0CACB75650A6}" destId="{C6DB58CE-AFF0-4A74-ACB3-99530E7E31F5}" srcOrd="0" destOrd="0" presId="urn:microsoft.com/office/officeart/2005/8/layout/chevron1"/>
    <dgm:cxn modelId="{8B6D8084-F0A6-4791-8F2D-1A210ED1DE90}" srcId="{89EE5BD9-379C-4A6D-9B5B-5FE8C0C1D71E}" destId="{5C7D3CE4-ABDE-41A7-90C3-70E5C7BB467B}" srcOrd="5" destOrd="0" parTransId="{BF6EDFD5-76D6-43D3-B03E-795B9CFD0EC5}" sibTransId="{049C9476-7F43-4E8F-8DD5-040390399220}"/>
    <dgm:cxn modelId="{8A2CDF93-5C35-4031-8F0F-653666331A45}" srcId="{89EE5BD9-379C-4A6D-9B5B-5FE8C0C1D71E}" destId="{DFF03899-C159-445D-9571-2E50827A2D49}" srcOrd="6" destOrd="0" parTransId="{06EE08EE-6A06-4DBB-B0E0-F2ABECD59FE5}" sibTransId="{55816338-2453-4980-BB21-94B4B3558D95}"/>
    <dgm:cxn modelId="{8E84CC95-D0E6-419B-ABFF-81EF41EC28CA}" srcId="{89EE5BD9-379C-4A6D-9B5B-5FE8C0C1D71E}" destId="{FB5FC1C0-15ED-4256-82B3-FEF6D43798B9}" srcOrd="8" destOrd="0" parTransId="{90EFC6E0-E373-49C2-A2D6-EFA056E5EA4A}" sibTransId="{5F6A7D14-C208-42F6-B558-215FBC26BC06}"/>
    <dgm:cxn modelId="{47B040A1-CC5B-4673-B19A-1FA13CD7C1C3}" type="presOf" srcId="{89EE5BD9-379C-4A6D-9B5B-5FE8C0C1D71E}" destId="{AA604A7B-15F5-4286-BC28-30F56879ED1D}" srcOrd="0" destOrd="0" presId="urn:microsoft.com/office/officeart/2005/8/layout/chevron1"/>
    <dgm:cxn modelId="{02FB08AA-3154-42D1-87EF-1DEF6B40AB44}" type="presOf" srcId="{160A1D33-E658-418E-8036-C4AB63B20C1A}" destId="{EAC0CF2B-1FBF-40CA-ABDC-CEE1EE4F248A}" srcOrd="0" destOrd="0" presId="urn:microsoft.com/office/officeart/2005/8/layout/chevron1"/>
    <dgm:cxn modelId="{CA36B8BB-EA72-427B-A057-A1A41F5D221F}" srcId="{89EE5BD9-379C-4A6D-9B5B-5FE8C0C1D71E}" destId="{8EEC0CE0-3E0C-40AA-BC43-0CACB75650A6}" srcOrd="1" destOrd="0" parTransId="{D470A32D-8AF6-485B-96E4-AEA0AA15C4C2}" sibTransId="{87130D3E-B70B-4754-BEBF-589650C22229}"/>
    <dgm:cxn modelId="{F3DE2FC9-D11E-4361-8E20-CCB014AAB7CB}" srcId="{89EE5BD9-379C-4A6D-9B5B-5FE8C0C1D71E}" destId="{A731B7DF-F419-4850-AE21-E575F7C4EFCF}" srcOrd="7" destOrd="0" parTransId="{75B5ACF9-06E2-4BEC-A606-9C2C9C35F5B0}" sibTransId="{BE42063E-144C-443B-BD76-EA23D882CF80}"/>
    <dgm:cxn modelId="{1EEA4DD1-F66F-41B3-9636-6CAA7D1640DD}" type="presOf" srcId="{5C7D3CE4-ABDE-41A7-90C3-70E5C7BB467B}" destId="{2E9A4EAE-1198-4E49-A7B2-F73CA3FBCC84}" srcOrd="0" destOrd="0" presId="urn:microsoft.com/office/officeart/2005/8/layout/chevron1"/>
    <dgm:cxn modelId="{336D1ADB-4782-45EE-9DBC-DF1A82144AE5}" type="presOf" srcId="{A731B7DF-F419-4850-AE21-E575F7C4EFCF}" destId="{06E5E437-4722-4EF7-B3A7-7AD3DD309BC4}" srcOrd="0" destOrd="0" presId="urn:microsoft.com/office/officeart/2005/8/layout/chevron1"/>
    <dgm:cxn modelId="{6F872DDD-BCB3-46BD-99E2-E5178CD2AE60}" type="presOf" srcId="{DFF03899-C159-445D-9571-2E50827A2D49}" destId="{EE7F8039-0CE1-4E24-8E1E-B62E2D35CB28}" srcOrd="0" destOrd="0" presId="urn:microsoft.com/office/officeart/2005/8/layout/chevron1"/>
    <dgm:cxn modelId="{43CBABEF-71E5-4BCF-AFA9-D6186AAD7209}" type="presOf" srcId="{AF7244D5-699B-41E3-B552-4B0FE2505BB3}" destId="{816E6BDF-0AEB-4564-BC22-B2E48BAF5464}" srcOrd="0" destOrd="0" presId="urn:microsoft.com/office/officeart/2005/8/layout/chevron1"/>
    <dgm:cxn modelId="{FCAA45F7-869F-411C-976F-FCCACDB5103F}" type="presParOf" srcId="{AA604A7B-15F5-4286-BC28-30F56879ED1D}" destId="{914191AA-E579-4637-A162-6EA965AF927A}" srcOrd="0" destOrd="0" presId="urn:microsoft.com/office/officeart/2005/8/layout/chevron1"/>
    <dgm:cxn modelId="{FA5D75A8-D075-49AB-B33A-833B4C990414}" type="presParOf" srcId="{AA604A7B-15F5-4286-BC28-30F56879ED1D}" destId="{F868289A-E627-4690-8CAA-CC98C4D90C90}" srcOrd="1" destOrd="0" presId="urn:microsoft.com/office/officeart/2005/8/layout/chevron1"/>
    <dgm:cxn modelId="{C1F55893-ADA0-44A4-98DF-5642E8BCD8FA}" type="presParOf" srcId="{AA604A7B-15F5-4286-BC28-30F56879ED1D}" destId="{C6DB58CE-AFF0-4A74-ACB3-99530E7E31F5}" srcOrd="2" destOrd="0" presId="urn:microsoft.com/office/officeart/2005/8/layout/chevron1"/>
    <dgm:cxn modelId="{4CDE61A1-80ED-47DE-916E-CA544C8C45DB}" type="presParOf" srcId="{AA604A7B-15F5-4286-BC28-30F56879ED1D}" destId="{75042B28-3334-4058-878E-8E46A270E78B}" srcOrd="3" destOrd="0" presId="urn:microsoft.com/office/officeart/2005/8/layout/chevron1"/>
    <dgm:cxn modelId="{98DFE00E-8D27-4AD2-9F22-EEB6C936547A}" type="presParOf" srcId="{AA604A7B-15F5-4286-BC28-30F56879ED1D}" destId="{816E6BDF-0AEB-4564-BC22-B2E48BAF5464}" srcOrd="4" destOrd="0" presId="urn:microsoft.com/office/officeart/2005/8/layout/chevron1"/>
    <dgm:cxn modelId="{C67FC589-EBFC-471A-BB2E-45DE09BD2C6C}" type="presParOf" srcId="{AA604A7B-15F5-4286-BC28-30F56879ED1D}" destId="{CA8A7359-67E2-49EE-BA47-785835584555}" srcOrd="5" destOrd="0" presId="urn:microsoft.com/office/officeart/2005/8/layout/chevron1"/>
    <dgm:cxn modelId="{0BE3E005-BDA2-435C-B0E7-945416452345}" type="presParOf" srcId="{AA604A7B-15F5-4286-BC28-30F56879ED1D}" destId="{8294AD81-06F3-4FCB-BE73-18DA247D22D2}" srcOrd="6" destOrd="0" presId="urn:microsoft.com/office/officeart/2005/8/layout/chevron1"/>
    <dgm:cxn modelId="{3C333496-2DBE-40FA-805C-4AB2178951E3}" type="presParOf" srcId="{AA604A7B-15F5-4286-BC28-30F56879ED1D}" destId="{7358DB89-FF50-4AB8-A6C5-1146B429158F}" srcOrd="7" destOrd="0" presId="urn:microsoft.com/office/officeart/2005/8/layout/chevron1"/>
    <dgm:cxn modelId="{D3A5EDC4-4A37-4986-89BF-6585A4A397B0}" type="presParOf" srcId="{AA604A7B-15F5-4286-BC28-30F56879ED1D}" destId="{EAC0CF2B-1FBF-40CA-ABDC-CEE1EE4F248A}" srcOrd="8" destOrd="0" presId="urn:microsoft.com/office/officeart/2005/8/layout/chevron1"/>
    <dgm:cxn modelId="{5294F6B5-0915-4051-921C-21D6D35B2AC7}" type="presParOf" srcId="{AA604A7B-15F5-4286-BC28-30F56879ED1D}" destId="{C619A701-542D-4069-B3EE-48F2F907915A}" srcOrd="9" destOrd="0" presId="urn:microsoft.com/office/officeart/2005/8/layout/chevron1"/>
    <dgm:cxn modelId="{987B81EC-6B64-4245-A4FE-9A0C44AB7D80}" type="presParOf" srcId="{AA604A7B-15F5-4286-BC28-30F56879ED1D}" destId="{2E9A4EAE-1198-4E49-A7B2-F73CA3FBCC84}" srcOrd="10" destOrd="0" presId="urn:microsoft.com/office/officeart/2005/8/layout/chevron1"/>
    <dgm:cxn modelId="{659EF2DA-0298-438E-9684-D1BFF8EB0422}" type="presParOf" srcId="{AA604A7B-15F5-4286-BC28-30F56879ED1D}" destId="{0826F368-019C-492A-89B4-3BF70D8D6AA2}" srcOrd="11" destOrd="0" presId="urn:microsoft.com/office/officeart/2005/8/layout/chevron1"/>
    <dgm:cxn modelId="{94154976-511E-4C4B-B622-4FD807631952}" type="presParOf" srcId="{AA604A7B-15F5-4286-BC28-30F56879ED1D}" destId="{EE7F8039-0CE1-4E24-8E1E-B62E2D35CB28}" srcOrd="12" destOrd="0" presId="urn:microsoft.com/office/officeart/2005/8/layout/chevron1"/>
    <dgm:cxn modelId="{83D58338-DB6C-4BBC-AA60-A4951FE6B9E4}" type="presParOf" srcId="{AA604A7B-15F5-4286-BC28-30F56879ED1D}" destId="{B754AE0E-3F1C-4BC3-A345-0FEA82A0B8C7}" srcOrd="13" destOrd="0" presId="urn:microsoft.com/office/officeart/2005/8/layout/chevron1"/>
    <dgm:cxn modelId="{91F4E344-2351-4112-A576-9E1D1194CC0F}" type="presParOf" srcId="{AA604A7B-15F5-4286-BC28-30F56879ED1D}" destId="{06E5E437-4722-4EF7-B3A7-7AD3DD309BC4}" srcOrd="14" destOrd="0" presId="urn:microsoft.com/office/officeart/2005/8/layout/chevron1"/>
    <dgm:cxn modelId="{4E1264C3-777B-4D12-9693-D68A9C97D54E}" type="presParOf" srcId="{AA604A7B-15F5-4286-BC28-30F56879ED1D}" destId="{662C5D46-9063-4DFB-8C43-2EC75481B9AB}" srcOrd="15" destOrd="0" presId="urn:microsoft.com/office/officeart/2005/8/layout/chevron1"/>
    <dgm:cxn modelId="{11CF383C-11E3-4D63-88D7-C97A67160040}" type="presParOf" srcId="{AA604A7B-15F5-4286-BC28-30F56879ED1D}" destId="{0E5BD989-60F0-4036-A0D2-ACB695C69815}" srcOrd="16" destOrd="0" presId="urn:microsoft.com/office/officeart/2005/8/layout/chevron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89EE5BD9-379C-4A6D-9B5B-5FE8C0C1D71E}" type="doc">
      <dgm:prSet loTypeId="urn:microsoft.com/office/officeart/2005/8/layout/chevron1" loCatId="process" qsTypeId="urn:microsoft.com/office/officeart/2005/8/quickstyle/simple1" qsCatId="simple" csTypeId="urn:microsoft.com/office/officeart/2005/8/colors/accent1_2" csCatId="accent1" phldr="1"/>
      <dgm:spPr/>
    </dgm:pt>
    <dgm:pt modelId="{139ED7E1-80DE-46D5-9C08-04DC86BABF66}">
      <dgm:prSet phldrT="[文字]"/>
      <dgm:spPr/>
      <dgm:t>
        <a:bodyPr/>
        <a:lstStyle/>
        <a:p>
          <a:r>
            <a:rPr lang="zh-TW" altLang="en-US" dirty="0"/>
            <a:t>資料蒐集</a:t>
          </a:r>
        </a:p>
      </dgm:t>
    </dgm:pt>
    <dgm:pt modelId="{1D04E3CC-1E43-46B1-A840-D144821765D8}" type="parTrans" cxnId="{07B3841E-55FA-4702-88A8-CBCA5B62D01F}">
      <dgm:prSet/>
      <dgm:spPr/>
      <dgm:t>
        <a:bodyPr/>
        <a:lstStyle/>
        <a:p>
          <a:endParaRPr lang="zh-TW" altLang="en-US"/>
        </a:p>
      </dgm:t>
    </dgm:pt>
    <dgm:pt modelId="{FC75BE4C-1F8E-4ADD-9D4D-4CA4F75000E7}" type="sibTrans" cxnId="{07B3841E-55FA-4702-88A8-CBCA5B62D01F}">
      <dgm:prSet/>
      <dgm:spPr/>
      <dgm:t>
        <a:bodyPr/>
        <a:lstStyle/>
        <a:p>
          <a:endParaRPr lang="zh-TW" altLang="en-US"/>
        </a:p>
      </dgm:t>
    </dgm:pt>
    <dgm:pt modelId="{8EEC0CE0-3E0C-40AA-BC43-0CACB75650A6}">
      <dgm:prSet phldrT="[文字]"/>
      <dgm:spPr/>
      <dgm:t>
        <a:bodyPr/>
        <a:lstStyle/>
        <a:p>
          <a:r>
            <a:rPr lang="zh-TW" altLang="en-US" dirty="0"/>
            <a:t>案件篩選</a:t>
          </a:r>
        </a:p>
      </dgm:t>
    </dgm:pt>
    <dgm:pt modelId="{D470A32D-8AF6-485B-96E4-AEA0AA15C4C2}" type="parTrans" cxnId="{CA36B8BB-EA72-427B-A057-A1A41F5D221F}">
      <dgm:prSet/>
      <dgm:spPr/>
      <dgm:t>
        <a:bodyPr/>
        <a:lstStyle/>
        <a:p>
          <a:endParaRPr lang="zh-TW" altLang="en-US"/>
        </a:p>
      </dgm:t>
    </dgm:pt>
    <dgm:pt modelId="{87130D3E-B70B-4754-BEBF-589650C22229}" type="sibTrans" cxnId="{CA36B8BB-EA72-427B-A057-A1A41F5D221F}">
      <dgm:prSet/>
      <dgm:spPr/>
      <dgm:t>
        <a:bodyPr/>
        <a:lstStyle/>
        <a:p>
          <a:endParaRPr lang="zh-TW" altLang="en-US"/>
        </a:p>
      </dgm:t>
    </dgm:pt>
    <dgm:pt modelId="{AF7244D5-699B-41E3-B552-4B0FE2505BB3}">
      <dgm:prSet phldrT="[文字]"/>
      <dgm:spPr/>
      <dgm:t>
        <a:bodyPr/>
        <a:lstStyle/>
        <a:p>
          <a:r>
            <a:rPr lang="zh-TW" altLang="en-US" dirty="0"/>
            <a:t>標籤整理</a:t>
          </a:r>
        </a:p>
      </dgm:t>
    </dgm:pt>
    <dgm:pt modelId="{159D7896-E678-46FC-A1B6-45921BFC8900}" type="parTrans" cxnId="{838CB279-6F4D-4654-9F1B-E501A4B4BDF1}">
      <dgm:prSet/>
      <dgm:spPr/>
      <dgm:t>
        <a:bodyPr/>
        <a:lstStyle/>
        <a:p>
          <a:endParaRPr lang="zh-TW" altLang="en-US"/>
        </a:p>
      </dgm:t>
    </dgm:pt>
    <dgm:pt modelId="{03933E72-6665-4DCF-9EF8-3842F945C938}" type="sibTrans" cxnId="{838CB279-6F4D-4654-9F1B-E501A4B4BDF1}">
      <dgm:prSet/>
      <dgm:spPr/>
      <dgm:t>
        <a:bodyPr/>
        <a:lstStyle/>
        <a:p>
          <a:endParaRPr lang="zh-TW" altLang="en-US"/>
        </a:p>
      </dgm:t>
    </dgm:pt>
    <dgm:pt modelId="{9E9A4566-C4C7-4295-879A-98FA0F0C0B6A}">
      <dgm:prSet phldrT="[文字]"/>
      <dgm:spPr/>
      <dgm:t>
        <a:bodyPr/>
        <a:lstStyle/>
        <a:p>
          <a:r>
            <a:rPr lang="zh-TW" altLang="en-US" dirty="0"/>
            <a:t>文本前處理</a:t>
          </a:r>
        </a:p>
      </dgm:t>
    </dgm:pt>
    <dgm:pt modelId="{C2F97484-8C6A-4C3D-846C-AB07CBCB7BEF}" type="parTrans" cxnId="{CA0EAB2A-03F3-444B-9F0D-1503273DB6E0}">
      <dgm:prSet/>
      <dgm:spPr/>
      <dgm:t>
        <a:bodyPr/>
        <a:lstStyle/>
        <a:p>
          <a:endParaRPr lang="zh-TW" altLang="en-US"/>
        </a:p>
      </dgm:t>
    </dgm:pt>
    <dgm:pt modelId="{613E605F-26AD-4F0A-A619-7AE1560B8B4B}" type="sibTrans" cxnId="{CA0EAB2A-03F3-444B-9F0D-1503273DB6E0}">
      <dgm:prSet/>
      <dgm:spPr/>
      <dgm:t>
        <a:bodyPr/>
        <a:lstStyle/>
        <a:p>
          <a:endParaRPr lang="zh-TW" altLang="en-US"/>
        </a:p>
      </dgm:t>
    </dgm:pt>
    <dgm:pt modelId="{160A1D33-E658-418E-8036-C4AB63B20C1A}">
      <dgm:prSet phldrT="[文字]"/>
      <dgm:spPr/>
      <dgm:t>
        <a:bodyPr/>
        <a:lstStyle/>
        <a:p>
          <a:r>
            <a:rPr lang="zh-TW" altLang="en-US" dirty="0"/>
            <a:t>特徵建構</a:t>
          </a:r>
        </a:p>
      </dgm:t>
    </dgm:pt>
    <dgm:pt modelId="{69116C48-78C5-4340-B244-B8CD9C973DF8}" type="parTrans" cxnId="{525E1722-1582-4CCD-AF4F-8DF36ADBBA4B}">
      <dgm:prSet/>
      <dgm:spPr/>
      <dgm:t>
        <a:bodyPr/>
        <a:lstStyle/>
        <a:p>
          <a:endParaRPr lang="zh-TW" altLang="en-US"/>
        </a:p>
      </dgm:t>
    </dgm:pt>
    <dgm:pt modelId="{A537A6EC-5A51-4FDB-9059-C694E197B2B0}" type="sibTrans" cxnId="{525E1722-1582-4CCD-AF4F-8DF36ADBBA4B}">
      <dgm:prSet/>
      <dgm:spPr/>
      <dgm:t>
        <a:bodyPr/>
        <a:lstStyle/>
        <a:p>
          <a:endParaRPr lang="zh-TW" altLang="en-US"/>
        </a:p>
      </dgm:t>
    </dgm:pt>
    <dgm:pt modelId="{5C7D3CE4-ABDE-41A7-90C3-70E5C7BB467B}">
      <dgm:prSet phldrT="[文字]"/>
      <dgm:spPr/>
      <dgm:t>
        <a:bodyPr/>
        <a:lstStyle/>
        <a:p>
          <a:r>
            <a:rPr lang="zh-TW" altLang="en-US" dirty="0"/>
            <a:t>特徵選擇</a:t>
          </a:r>
        </a:p>
      </dgm:t>
    </dgm:pt>
    <dgm:pt modelId="{BF6EDFD5-76D6-43D3-B03E-795B9CFD0EC5}" type="parTrans" cxnId="{8B6D8084-F0A6-4791-8F2D-1A210ED1DE90}">
      <dgm:prSet/>
      <dgm:spPr/>
      <dgm:t>
        <a:bodyPr/>
        <a:lstStyle/>
        <a:p>
          <a:endParaRPr lang="zh-TW" altLang="en-US"/>
        </a:p>
      </dgm:t>
    </dgm:pt>
    <dgm:pt modelId="{049C9476-7F43-4E8F-8DD5-040390399220}" type="sibTrans" cxnId="{8B6D8084-F0A6-4791-8F2D-1A210ED1DE90}">
      <dgm:prSet/>
      <dgm:spPr/>
      <dgm:t>
        <a:bodyPr/>
        <a:lstStyle/>
        <a:p>
          <a:endParaRPr lang="zh-TW" altLang="en-US"/>
        </a:p>
      </dgm:t>
    </dgm:pt>
    <dgm:pt modelId="{DFF03899-C159-445D-9571-2E50827A2D49}">
      <dgm:prSet phldrT="[文字]"/>
      <dgm:spPr/>
      <dgm:t>
        <a:bodyPr/>
        <a:lstStyle/>
        <a:p>
          <a:r>
            <a:rPr lang="zh-TW" altLang="en-US" dirty="0"/>
            <a:t>模型訓練</a:t>
          </a:r>
        </a:p>
      </dgm:t>
    </dgm:pt>
    <dgm:pt modelId="{06EE08EE-6A06-4DBB-B0E0-F2ABECD59FE5}" type="parTrans" cxnId="{8A2CDF93-5C35-4031-8F0F-653666331A45}">
      <dgm:prSet/>
      <dgm:spPr/>
      <dgm:t>
        <a:bodyPr/>
        <a:lstStyle/>
        <a:p>
          <a:endParaRPr lang="zh-TW" altLang="en-US"/>
        </a:p>
      </dgm:t>
    </dgm:pt>
    <dgm:pt modelId="{55816338-2453-4980-BB21-94B4B3558D95}" type="sibTrans" cxnId="{8A2CDF93-5C35-4031-8F0F-653666331A45}">
      <dgm:prSet/>
      <dgm:spPr/>
      <dgm:t>
        <a:bodyPr/>
        <a:lstStyle/>
        <a:p>
          <a:endParaRPr lang="zh-TW" altLang="en-US"/>
        </a:p>
      </dgm:t>
    </dgm:pt>
    <dgm:pt modelId="{A731B7DF-F419-4850-AE21-E575F7C4EFCF}">
      <dgm:prSet phldrT="[文字]"/>
      <dgm:spPr/>
      <dgm:t>
        <a:bodyPr/>
        <a:lstStyle/>
        <a:p>
          <a:r>
            <a:rPr lang="zh-TW" altLang="en-US" dirty="0"/>
            <a:t>模型評估</a:t>
          </a:r>
        </a:p>
      </dgm:t>
    </dgm:pt>
    <dgm:pt modelId="{75B5ACF9-06E2-4BEC-A606-9C2C9C35F5B0}" type="parTrans" cxnId="{F3DE2FC9-D11E-4361-8E20-CCB014AAB7CB}">
      <dgm:prSet/>
      <dgm:spPr/>
      <dgm:t>
        <a:bodyPr/>
        <a:lstStyle/>
        <a:p>
          <a:endParaRPr lang="zh-TW" altLang="en-US"/>
        </a:p>
      </dgm:t>
    </dgm:pt>
    <dgm:pt modelId="{BE42063E-144C-443B-BD76-EA23D882CF80}" type="sibTrans" cxnId="{F3DE2FC9-D11E-4361-8E20-CCB014AAB7CB}">
      <dgm:prSet/>
      <dgm:spPr/>
      <dgm:t>
        <a:bodyPr/>
        <a:lstStyle/>
        <a:p>
          <a:endParaRPr lang="zh-TW" altLang="en-US"/>
        </a:p>
      </dgm:t>
    </dgm:pt>
    <dgm:pt modelId="{FB5FC1C0-15ED-4256-82B3-FEF6D43798B9}">
      <dgm:prSet phldrT="[文字]"/>
      <dgm:spPr/>
      <dgm:t>
        <a:bodyPr/>
        <a:lstStyle/>
        <a:p>
          <a:r>
            <a:rPr lang="zh-TW" altLang="en-US" dirty="0"/>
            <a:t>結果</a:t>
          </a:r>
        </a:p>
      </dgm:t>
    </dgm:pt>
    <dgm:pt modelId="{90EFC6E0-E373-49C2-A2D6-EFA056E5EA4A}" type="parTrans" cxnId="{8E84CC95-D0E6-419B-ABFF-81EF41EC28CA}">
      <dgm:prSet/>
      <dgm:spPr/>
      <dgm:t>
        <a:bodyPr/>
        <a:lstStyle/>
        <a:p>
          <a:endParaRPr lang="zh-TW" altLang="en-US"/>
        </a:p>
      </dgm:t>
    </dgm:pt>
    <dgm:pt modelId="{5F6A7D14-C208-42F6-B558-215FBC26BC06}" type="sibTrans" cxnId="{8E84CC95-D0E6-419B-ABFF-81EF41EC28CA}">
      <dgm:prSet/>
      <dgm:spPr/>
      <dgm:t>
        <a:bodyPr/>
        <a:lstStyle/>
        <a:p>
          <a:endParaRPr lang="zh-TW" altLang="en-US"/>
        </a:p>
      </dgm:t>
    </dgm:pt>
    <dgm:pt modelId="{AA604A7B-15F5-4286-BC28-30F56879ED1D}" type="pres">
      <dgm:prSet presAssocID="{89EE5BD9-379C-4A6D-9B5B-5FE8C0C1D71E}" presName="Name0" presStyleCnt="0">
        <dgm:presLayoutVars>
          <dgm:dir/>
          <dgm:animLvl val="lvl"/>
          <dgm:resizeHandles val="exact"/>
        </dgm:presLayoutVars>
      </dgm:prSet>
      <dgm:spPr/>
    </dgm:pt>
    <dgm:pt modelId="{914191AA-E579-4637-A162-6EA965AF927A}" type="pres">
      <dgm:prSet presAssocID="{139ED7E1-80DE-46D5-9C08-04DC86BABF66}" presName="parTxOnly" presStyleLbl="node1" presStyleIdx="0" presStyleCnt="9">
        <dgm:presLayoutVars>
          <dgm:chMax val="0"/>
          <dgm:chPref val="0"/>
          <dgm:bulletEnabled val="1"/>
        </dgm:presLayoutVars>
      </dgm:prSet>
      <dgm:spPr/>
    </dgm:pt>
    <dgm:pt modelId="{F868289A-E627-4690-8CAA-CC98C4D90C90}" type="pres">
      <dgm:prSet presAssocID="{FC75BE4C-1F8E-4ADD-9D4D-4CA4F75000E7}" presName="parTxOnlySpace" presStyleCnt="0"/>
      <dgm:spPr/>
    </dgm:pt>
    <dgm:pt modelId="{C6DB58CE-AFF0-4A74-ACB3-99530E7E31F5}" type="pres">
      <dgm:prSet presAssocID="{8EEC0CE0-3E0C-40AA-BC43-0CACB75650A6}" presName="parTxOnly" presStyleLbl="node1" presStyleIdx="1" presStyleCnt="9">
        <dgm:presLayoutVars>
          <dgm:chMax val="0"/>
          <dgm:chPref val="0"/>
          <dgm:bulletEnabled val="1"/>
        </dgm:presLayoutVars>
      </dgm:prSet>
      <dgm:spPr/>
    </dgm:pt>
    <dgm:pt modelId="{75042B28-3334-4058-878E-8E46A270E78B}" type="pres">
      <dgm:prSet presAssocID="{87130D3E-B70B-4754-BEBF-589650C22229}" presName="parTxOnlySpace" presStyleCnt="0"/>
      <dgm:spPr/>
    </dgm:pt>
    <dgm:pt modelId="{816E6BDF-0AEB-4564-BC22-B2E48BAF5464}" type="pres">
      <dgm:prSet presAssocID="{AF7244D5-699B-41E3-B552-4B0FE2505BB3}" presName="parTxOnly" presStyleLbl="node1" presStyleIdx="2" presStyleCnt="9">
        <dgm:presLayoutVars>
          <dgm:chMax val="0"/>
          <dgm:chPref val="0"/>
          <dgm:bulletEnabled val="1"/>
        </dgm:presLayoutVars>
      </dgm:prSet>
      <dgm:spPr/>
    </dgm:pt>
    <dgm:pt modelId="{CA8A7359-67E2-49EE-BA47-785835584555}" type="pres">
      <dgm:prSet presAssocID="{03933E72-6665-4DCF-9EF8-3842F945C938}" presName="parTxOnlySpace" presStyleCnt="0"/>
      <dgm:spPr/>
    </dgm:pt>
    <dgm:pt modelId="{8294AD81-06F3-4FCB-BE73-18DA247D22D2}" type="pres">
      <dgm:prSet presAssocID="{9E9A4566-C4C7-4295-879A-98FA0F0C0B6A}" presName="parTxOnly" presStyleLbl="node1" presStyleIdx="3" presStyleCnt="9">
        <dgm:presLayoutVars>
          <dgm:chMax val="0"/>
          <dgm:chPref val="0"/>
          <dgm:bulletEnabled val="1"/>
        </dgm:presLayoutVars>
      </dgm:prSet>
      <dgm:spPr/>
    </dgm:pt>
    <dgm:pt modelId="{7358DB89-FF50-4AB8-A6C5-1146B429158F}" type="pres">
      <dgm:prSet presAssocID="{613E605F-26AD-4F0A-A619-7AE1560B8B4B}" presName="parTxOnlySpace" presStyleCnt="0"/>
      <dgm:spPr/>
    </dgm:pt>
    <dgm:pt modelId="{EAC0CF2B-1FBF-40CA-ABDC-CEE1EE4F248A}" type="pres">
      <dgm:prSet presAssocID="{160A1D33-E658-418E-8036-C4AB63B20C1A}" presName="parTxOnly" presStyleLbl="node1" presStyleIdx="4" presStyleCnt="9">
        <dgm:presLayoutVars>
          <dgm:chMax val="0"/>
          <dgm:chPref val="0"/>
          <dgm:bulletEnabled val="1"/>
        </dgm:presLayoutVars>
      </dgm:prSet>
      <dgm:spPr/>
    </dgm:pt>
    <dgm:pt modelId="{C619A701-542D-4069-B3EE-48F2F907915A}" type="pres">
      <dgm:prSet presAssocID="{A537A6EC-5A51-4FDB-9059-C694E197B2B0}" presName="parTxOnlySpace" presStyleCnt="0"/>
      <dgm:spPr/>
    </dgm:pt>
    <dgm:pt modelId="{2E9A4EAE-1198-4E49-A7B2-F73CA3FBCC84}" type="pres">
      <dgm:prSet presAssocID="{5C7D3CE4-ABDE-41A7-90C3-70E5C7BB467B}" presName="parTxOnly" presStyleLbl="node1" presStyleIdx="5" presStyleCnt="9">
        <dgm:presLayoutVars>
          <dgm:chMax val="0"/>
          <dgm:chPref val="0"/>
          <dgm:bulletEnabled val="1"/>
        </dgm:presLayoutVars>
      </dgm:prSet>
      <dgm:spPr/>
    </dgm:pt>
    <dgm:pt modelId="{0826F368-019C-492A-89B4-3BF70D8D6AA2}" type="pres">
      <dgm:prSet presAssocID="{049C9476-7F43-4E8F-8DD5-040390399220}" presName="parTxOnlySpace" presStyleCnt="0"/>
      <dgm:spPr/>
    </dgm:pt>
    <dgm:pt modelId="{EE7F8039-0CE1-4E24-8E1E-B62E2D35CB28}" type="pres">
      <dgm:prSet presAssocID="{DFF03899-C159-445D-9571-2E50827A2D49}" presName="parTxOnly" presStyleLbl="node1" presStyleIdx="6" presStyleCnt="9">
        <dgm:presLayoutVars>
          <dgm:chMax val="0"/>
          <dgm:chPref val="0"/>
          <dgm:bulletEnabled val="1"/>
        </dgm:presLayoutVars>
      </dgm:prSet>
      <dgm:spPr/>
    </dgm:pt>
    <dgm:pt modelId="{B754AE0E-3F1C-4BC3-A345-0FEA82A0B8C7}" type="pres">
      <dgm:prSet presAssocID="{55816338-2453-4980-BB21-94B4B3558D95}" presName="parTxOnlySpace" presStyleCnt="0"/>
      <dgm:spPr/>
    </dgm:pt>
    <dgm:pt modelId="{06E5E437-4722-4EF7-B3A7-7AD3DD309BC4}" type="pres">
      <dgm:prSet presAssocID="{A731B7DF-F419-4850-AE21-E575F7C4EFCF}" presName="parTxOnly" presStyleLbl="node1" presStyleIdx="7" presStyleCnt="9">
        <dgm:presLayoutVars>
          <dgm:chMax val="0"/>
          <dgm:chPref val="0"/>
          <dgm:bulletEnabled val="1"/>
        </dgm:presLayoutVars>
      </dgm:prSet>
      <dgm:spPr/>
    </dgm:pt>
    <dgm:pt modelId="{662C5D46-9063-4DFB-8C43-2EC75481B9AB}" type="pres">
      <dgm:prSet presAssocID="{BE42063E-144C-443B-BD76-EA23D882CF80}" presName="parTxOnlySpace" presStyleCnt="0"/>
      <dgm:spPr/>
    </dgm:pt>
    <dgm:pt modelId="{0E5BD989-60F0-4036-A0D2-ACB695C69815}" type="pres">
      <dgm:prSet presAssocID="{FB5FC1C0-15ED-4256-82B3-FEF6D43798B9}" presName="parTxOnly" presStyleLbl="node1" presStyleIdx="8" presStyleCnt="9">
        <dgm:presLayoutVars>
          <dgm:chMax val="0"/>
          <dgm:chPref val="0"/>
          <dgm:bulletEnabled val="1"/>
        </dgm:presLayoutVars>
      </dgm:prSet>
      <dgm:spPr/>
    </dgm:pt>
  </dgm:ptLst>
  <dgm:cxnLst>
    <dgm:cxn modelId="{07B3841E-55FA-4702-88A8-CBCA5B62D01F}" srcId="{89EE5BD9-379C-4A6D-9B5B-5FE8C0C1D71E}" destId="{139ED7E1-80DE-46D5-9C08-04DC86BABF66}" srcOrd="0" destOrd="0" parTransId="{1D04E3CC-1E43-46B1-A840-D144821765D8}" sibTransId="{FC75BE4C-1F8E-4ADD-9D4D-4CA4F75000E7}"/>
    <dgm:cxn modelId="{525E1722-1582-4CCD-AF4F-8DF36ADBBA4B}" srcId="{89EE5BD9-379C-4A6D-9B5B-5FE8C0C1D71E}" destId="{160A1D33-E658-418E-8036-C4AB63B20C1A}" srcOrd="4" destOrd="0" parTransId="{69116C48-78C5-4340-B244-B8CD9C973DF8}" sibTransId="{A537A6EC-5A51-4FDB-9059-C694E197B2B0}"/>
    <dgm:cxn modelId="{CA0EAB2A-03F3-444B-9F0D-1503273DB6E0}" srcId="{89EE5BD9-379C-4A6D-9B5B-5FE8C0C1D71E}" destId="{9E9A4566-C4C7-4295-879A-98FA0F0C0B6A}" srcOrd="3" destOrd="0" parTransId="{C2F97484-8C6A-4C3D-846C-AB07CBCB7BEF}" sibTransId="{613E605F-26AD-4F0A-A619-7AE1560B8B4B}"/>
    <dgm:cxn modelId="{6BA15D33-53E0-45B7-9E36-58027C9F62BA}" type="presOf" srcId="{139ED7E1-80DE-46D5-9C08-04DC86BABF66}" destId="{914191AA-E579-4637-A162-6EA965AF927A}" srcOrd="0" destOrd="0" presId="urn:microsoft.com/office/officeart/2005/8/layout/chevron1"/>
    <dgm:cxn modelId="{32A9746B-4420-4C3A-A98D-610BD1C97DAF}" type="presOf" srcId="{FB5FC1C0-15ED-4256-82B3-FEF6D43798B9}" destId="{0E5BD989-60F0-4036-A0D2-ACB695C69815}" srcOrd="0" destOrd="0" presId="urn:microsoft.com/office/officeart/2005/8/layout/chevron1"/>
    <dgm:cxn modelId="{79701377-6263-4AA8-B55A-A69E1DEBC560}" type="presOf" srcId="{9E9A4566-C4C7-4295-879A-98FA0F0C0B6A}" destId="{8294AD81-06F3-4FCB-BE73-18DA247D22D2}" srcOrd="0" destOrd="0" presId="urn:microsoft.com/office/officeart/2005/8/layout/chevron1"/>
    <dgm:cxn modelId="{838CB279-6F4D-4654-9F1B-E501A4B4BDF1}" srcId="{89EE5BD9-379C-4A6D-9B5B-5FE8C0C1D71E}" destId="{AF7244D5-699B-41E3-B552-4B0FE2505BB3}" srcOrd="2" destOrd="0" parTransId="{159D7896-E678-46FC-A1B6-45921BFC8900}" sibTransId="{03933E72-6665-4DCF-9EF8-3842F945C938}"/>
    <dgm:cxn modelId="{CE45C37A-6473-44B4-9075-9D8E05A628D3}" type="presOf" srcId="{8EEC0CE0-3E0C-40AA-BC43-0CACB75650A6}" destId="{C6DB58CE-AFF0-4A74-ACB3-99530E7E31F5}" srcOrd="0" destOrd="0" presId="urn:microsoft.com/office/officeart/2005/8/layout/chevron1"/>
    <dgm:cxn modelId="{8B6D8084-F0A6-4791-8F2D-1A210ED1DE90}" srcId="{89EE5BD9-379C-4A6D-9B5B-5FE8C0C1D71E}" destId="{5C7D3CE4-ABDE-41A7-90C3-70E5C7BB467B}" srcOrd="5" destOrd="0" parTransId="{BF6EDFD5-76D6-43D3-B03E-795B9CFD0EC5}" sibTransId="{049C9476-7F43-4E8F-8DD5-040390399220}"/>
    <dgm:cxn modelId="{8A2CDF93-5C35-4031-8F0F-653666331A45}" srcId="{89EE5BD9-379C-4A6D-9B5B-5FE8C0C1D71E}" destId="{DFF03899-C159-445D-9571-2E50827A2D49}" srcOrd="6" destOrd="0" parTransId="{06EE08EE-6A06-4DBB-B0E0-F2ABECD59FE5}" sibTransId="{55816338-2453-4980-BB21-94B4B3558D95}"/>
    <dgm:cxn modelId="{8E84CC95-D0E6-419B-ABFF-81EF41EC28CA}" srcId="{89EE5BD9-379C-4A6D-9B5B-5FE8C0C1D71E}" destId="{FB5FC1C0-15ED-4256-82B3-FEF6D43798B9}" srcOrd="8" destOrd="0" parTransId="{90EFC6E0-E373-49C2-A2D6-EFA056E5EA4A}" sibTransId="{5F6A7D14-C208-42F6-B558-215FBC26BC06}"/>
    <dgm:cxn modelId="{47B040A1-CC5B-4673-B19A-1FA13CD7C1C3}" type="presOf" srcId="{89EE5BD9-379C-4A6D-9B5B-5FE8C0C1D71E}" destId="{AA604A7B-15F5-4286-BC28-30F56879ED1D}" srcOrd="0" destOrd="0" presId="urn:microsoft.com/office/officeart/2005/8/layout/chevron1"/>
    <dgm:cxn modelId="{02FB08AA-3154-42D1-87EF-1DEF6B40AB44}" type="presOf" srcId="{160A1D33-E658-418E-8036-C4AB63B20C1A}" destId="{EAC0CF2B-1FBF-40CA-ABDC-CEE1EE4F248A}" srcOrd="0" destOrd="0" presId="urn:microsoft.com/office/officeart/2005/8/layout/chevron1"/>
    <dgm:cxn modelId="{CA36B8BB-EA72-427B-A057-A1A41F5D221F}" srcId="{89EE5BD9-379C-4A6D-9B5B-5FE8C0C1D71E}" destId="{8EEC0CE0-3E0C-40AA-BC43-0CACB75650A6}" srcOrd="1" destOrd="0" parTransId="{D470A32D-8AF6-485B-96E4-AEA0AA15C4C2}" sibTransId="{87130D3E-B70B-4754-BEBF-589650C22229}"/>
    <dgm:cxn modelId="{F3DE2FC9-D11E-4361-8E20-CCB014AAB7CB}" srcId="{89EE5BD9-379C-4A6D-9B5B-5FE8C0C1D71E}" destId="{A731B7DF-F419-4850-AE21-E575F7C4EFCF}" srcOrd="7" destOrd="0" parTransId="{75B5ACF9-06E2-4BEC-A606-9C2C9C35F5B0}" sibTransId="{BE42063E-144C-443B-BD76-EA23D882CF80}"/>
    <dgm:cxn modelId="{1EEA4DD1-F66F-41B3-9636-6CAA7D1640DD}" type="presOf" srcId="{5C7D3CE4-ABDE-41A7-90C3-70E5C7BB467B}" destId="{2E9A4EAE-1198-4E49-A7B2-F73CA3FBCC84}" srcOrd="0" destOrd="0" presId="urn:microsoft.com/office/officeart/2005/8/layout/chevron1"/>
    <dgm:cxn modelId="{336D1ADB-4782-45EE-9DBC-DF1A82144AE5}" type="presOf" srcId="{A731B7DF-F419-4850-AE21-E575F7C4EFCF}" destId="{06E5E437-4722-4EF7-B3A7-7AD3DD309BC4}" srcOrd="0" destOrd="0" presId="urn:microsoft.com/office/officeart/2005/8/layout/chevron1"/>
    <dgm:cxn modelId="{6F872DDD-BCB3-46BD-99E2-E5178CD2AE60}" type="presOf" srcId="{DFF03899-C159-445D-9571-2E50827A2D49}" destId="{EE7F8039-0CE1-4E24-8E1E-B62E2D35CB28}" srcOrd="0" destOrd="0" presId="urn:microsoft.com/office/officeart/2005/8/layout/chevron1"/>
    <dgm:cxn modelId="{43CBABEF-71E5-4BCF-AFA9-D6186AAD7209}" type="presOf" srcId="{AF7244D5-699B-41E3-B552-4B0FE2505BB3}" destId="{816E6BDF-0AEB-4564-BC22-B2E48BAF5464}" srcOrd="0" destOrd="0" presId="urn:microsoft.com/office/officeart/2005/8/layout/chevron1"/>
    <dgm:cxn modelId="{FCAA45F7-869F-411C-976F-FCCACDB5103F}" type="presParOf" srcId="{AA604A7B-15F5-4286-BC28-30F56879ED1D}" destId="{914191AA-E579-4637-A162-6EA965AF927A}" srcOrd="0" destOrd="0" presId="urn:microsoft.com/office/officeart/2005/8/layout/chevron1"/>
    <dgm:cxn modelId="{FA5D75A8-D075-49AB-B33A-833B4C990414}" type="presParOf" srcId="{AA604A7B-15F5-4286-BC28-30F56879ED1D}" destId="{F868289A-E627-4690-8CAA-CC98C4D90C90}" srcOrd="1" destOrd="0" presId="urn:microsoft.com/office/officeart/2005/8/layout/chevron1"/>
    <dgm:cxn modelId="{C1F55893-ADA0-44A4-98DF-5642E8BCD8FA}" type="presParOf" srcId="{AA604A7B-15F5-4286-BC28-30F56879ED1D}" destId="{C6DB58CE-AFF0-4A74-ACB3-99530E7E31F5}" srcOrd="2" destOrd="0" presId="urn:microsoft.com/office/officeart/2005/8/layout/chevron1"/>
    <dgm:cxn modelId="{4CDE61A1-80ED-47DE-916E-CA544C8C45DB}" type="presParOf" srcId="{AA604A7B-15F5-4286-BC28-30F56879ED1D}" destId="{75042B28-3334-4058-878E-8E46A270E78B}" srcOrd="3" destOrd="0" presId="urn:microsoft.com/office/officeart/2005/8/layout/chevron1"/>
    <dgm:cxn modelId="{98DFE00E-8D27-4AD2-9F22-EEB6C936547A}" type="presParOf" srcId="{AA604A7B-15F5-4286-BC28-30F56879ED1D}" destId="{816E6BDF-0AEB-4564-BC22-B2E48BAF5464}" srcOrd="4" destOrd="0" presId="urn:microsoft.com/office/officeart/2005/8/layout/chevron1"/>
    <dgm:cxn modelId="{C67FC589-EBFC-471A-BB2E-45DE09BD2C6C}" type="presParOf" srcId="{AA604A7B-15F5-4286-BC28-30F56879ED1D}" destId="{CA8A7359-67E2-49EE-BA47-785835584555}" srcOrd="5" destOrd="0" presId="urn:microsoft.com/office/officeart/2005/8/layout/chevron1"/>
    <dgm:cxn modelId="{0BE3E005-BDA2-435C-B0E7-945416452345}" type="presParOf" srcId="{AA604A7B-15F5-4286-BC28-30F56879ED1D}" destId="{8294AD81-06F3-4FCB-BE73-18DA247D22D2}" srcOrd="6" destOrd="0" presId="urn:microsoft.com/office/officeart/2005/8/layout/chevron1"/>
    <dgm:cxn modelId="{3C333496-2DBE-40FA-805C-4AB2178951E3}" type="presParOf" srcId="{AA604A7B-15F5-4286-BC28-30F56879ED1D}" destId="{7358DB89-FF50-4AB8-A6C5-1146B429158F}" srcOrd="7" destOrd="0" presId="urn:microsoft.com/office/officeart/2005/8/layout/chevron1"/>
    <dgm:cxn modelId="{D3A5EDC4-4A37-4986-89BF-6585A4A397B0}" type="presParOf" srcId="{AA604A7B-15F5-4286-BC28-30F56879ED1D}" destId="{EAC0CF2B-1FBF-40CA-ABDC-CEE1EE4F248A}" srcOrd="8" destOrd="0" presId="urn:microsoft.com/office/officeart/2005/8/layout/chevron1"/>
    <dgm:cxn modelId="{5294F6B5-0915-4051-921C-21D6D35B2AC7}" type="presParOf" srcId="{AA604A7B-15F5-4286-BC28-30F56879ED1D}" destId="{C619A701-542D-4069-B3EE-48F2F907915A}" srcOrd="9" destOrd="0" presId="urn:microsoft.com/office/officeart/2005/8/layout/chevron1"/>
    <dgm:cxn modelId="{987B81EC-6B64-4245-A4FE-9A0C44AB7D80}" type="presParOf" srcId="{AA604A7B-15F5-4286-BC28-30F56879ED1D}" destId="{2E9A4EAE-1198-4E49-A7B2-F73CA3FBCC84}" srcOrd="10" destOrd="0" presId="urn:microsoft.com/office/officeart/2005/8/layout/chevron1"/>
    <dgm:cxn modelId="{659EF2DA-0298-438E-9684-D1BFF8EB0422}" type="presParOf" srcId="{AA604A7B-15F5-4286-BC28-30F56879ED1D}" destId="{0826F368-019C-492A-89B4-3BF70D8D6AA2}" srcOrd="11" destOrd="0" presId="urn:microsoft.com/office/officeart/2005/8/layout/chevron1"/>
    <dgm:cxn modelId="{94154976-511E-4C4B-B622-4FD807631952}" type="presParOf" srcId="{AA604A7B-15F5-4286-BC28-30F56879ED1D}" destId="{EE7F8039-0CE1-4E24-8E1E-B62E2D35CB28}" srcOrd="12" destOrd="0" presId="urn:microsoft.com/office/officeart/2005/8/layout/chevron1"/>
    <dgm:cxn modelId="{83D58338-DB6C-4BBC-AA60-A4951FE6B9E4}" type="presParOf" srcId="{AA604A7B-15F5-4286-BC28-30F56879ED1D}" destId="{B754AE0E-3F1C-4BC3-A345-0FEA82A0B8C7}" srcOrd="13" destOrd="0" presId="urn:microsoft.com/office/officeart/2005/8/layout/chevron1"/>
    <dgm:cxn modelId="{91F4E344-2351-4112-A576-9E1D1194CC0F}" type="presParOf" srcId="{AA604A7B-15F5-4286-BC28-30F56879ED1D}" destId="{06E5E437-4722-4EF7-B3A7-7AD3DD309BC4}" srcOrd="14" destOrd="0" presId="urn:microsoft.com/office/officeart/2005/8/layout/chevron1"/>
    <dgm:cxn modelId="{4E1264C3-777B-4D12-9693-D68A9C97D54E}" type="presParOf" srcId="{AA604A7B-15F5-4286-BC28-30F56879ED1D}" destId="{662C5D46-9063-4DFB-8C43-2EC75481B9AB}" srcOrd="15" destOrd="0" presId="urn:microsoft.com/office/officeart/2005/8/layout/chevron1"/>
    <dgm:cxn modelId="{11CF383C-11E3-4D63-88D7-C97A67160040}" type="presParOf" srcId="{AA604A7B-15F5-4286-BC28-30F56879ED1D}" destId="{0E5BD989-60F0-4036-A0D2-ACB695C69815}" srcOrd="16"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89EE5BD9-379C-4A6D-9B5B-5FE8C0C1D71E}" type="doc">
      <dgm:prSet loTypeId="urn:microsoft.com/office/officeart/2005/8/layout/chevron1" loCatId="process" qsTypeId="urn:microsoft.com/office/officeart/2005/8/quickstyle/simple1" qsCatId="simple" csTypeId="urn:microsoft.com/office/officeart/2005/8/colors/accent1_2" csCatId="accent1" phldr="1"/>
      <dgm:spPr/>
    </dgm:pt>
    <dgm:pt modelId="{139ED7E1-80DE-46D5-9C08-04DC86BABF66}">
      <dgm:prSet phldrT="[文字]"/>
      <dgm:spPr/>
      <dgm:t>
        <a:bodyPr/>
        <a:lstStyle/>
        <a:p>
          <a:r>
            <a:rPr lang="zh-TW" altLang="en-US" dirty="0"/>
            <a:t>資料蒐集</a:t>
          </a:r>
        </a:p>
      </dgm:t>
    </dgm:pt>
    <dgm:pt modelId="{1D04E3CC-1E43-46B1-A840-D144821765D8}" type="parTrans" cxnId="{07B3841E-55FA-4702-88A8-CBCA5B62D01F}">
      <dgm:prSet/>
      <dgm:spPr/>
      <dgm:t>
        <a:bodyPr/>
        <a:lstStyle/>
        <a:p>
          <a:endParaRPr lang="zh-TW" altLang="en-US"/>
        </a:p>
      </dgm:t>
    </dgm:pt>
    <dgm:pt modelId="{FC75BE4C-1F8E-4ADD-9D4D-4CA4F75000E7}" type="sibTrans" cxnId="{07B3841E-55FA-4702-88A8-CBCA5B62D01F}">
      <dgm:prSet/>
      <dgm:spPr/>
      <dgm:t>
        <a:bodyPr/>
        <a:lstStyle/>
        <a:p>
          <a:endParaRPr lang="zh-TW" altLang="en-US"/>
        </a:p>
      </dgm:t>
    </dgm:pt>
    <dgm:pt modelId="{8EEC0CE0-3E0C-40AA-BC43-0CACB75650A6}">
      <dgm:prSet phldrT="[文字]"/>
      <dgm:spPr/>
      <dgm:t>
        <a:bodyPr/>
        <a:lstStyle/>
        <a:p>
          <a:r>
            <a:rPr lang="zh-TW" altLang="en-US" dirty="0"/>
            <a:t>案件篩選</a:t>
          </a:r>
        </a:p>
      </dgm:t>
    </dgm:pt>
    <dgm:pt modelId="{D470A32D-8AF6-485B-96E4-AEA0AA15C4C2}" type="parTrans" cxnId="{CA36B8BB-EA72-427B-A057-A1A41F5D221F}">
      <dgm:prSet/>
      <dgm:spPr/>
      <dgm:t>
        <a:bodyPr/>
        <a:lstStyle/>
        <a:p>
          <a:endParaRPr lang="zh-TW" altLang="en-US"/>
        </a:p>
      </dgm:t>
    </dgm:pt>
    <dgm:pt modelId="{87130D3E-B70B-4754-BEBF-589650C22229}" type="sibTrans" cxnId="{CA36B8BB-EA72-427B-A057-A1A41F5D221F}">
      <dgm:prSet/>
      <dgm:spPr/>
      <dgm:t>
        <a:bodyPr/>
        <a:lstStyle/>
        <a:p>
          <a:endParaRPr lang="zh-TW" altLang="en-US"/>
        </a:p>
      </dgm:t>
    </dgm:pt>
    <dgm:pt modelId="{AF7244D5-699B-41E3-B552-4B0FE2505BB3}">
      <dgm:prSet phldrT="[文字]"/>
      <dgm:spPr/>
      <dgm:t>
        <a:bodyPr/>
        <a:lstStyle/>
        <a:p>
          <a:r>
            <a:rPr lang="zh-TW" altLang="en-US" dirty="0"/>
            <a:t>標籤整理</a:t>
          </a:r>
        </a:p>
      </dgm:t>
    </dgm:pt>
    <dgm:pt modelId="{159D7896-E678-46FC-A1B6-45921BFC8900}" type="parTrans" cxnId="{838CB279-6F4D-4654-9F1B-E501A4B4BDF1}">
      <dgm:prSet/>
      <dgm:spPr/>
      <dgm:t>
        <a:bodyPr/>
        <a:lstStyle/>
        <a:p>
          <a:endParaRPr lang="zh-TW" altLang="en-US"/>
        </a:p>
      </dgm:t>
    </dgm:pt>
    <dgm:pt modelId="{03933E72-6665-4DCF-9EF8-3842F945C938}" type="sibTrans" cxnId="{838CB279-6F4D-4654-9F1B-E501A4B4BDF1}">
      <dgm:prSet/>
      <dgm:spPr/>
      <dgm:t>
        <a:bodyPr/>
        <a:lstStyle/>
        <a:p>
          <a:endParaRPr lang="zh-TW" altLang="en-US"/>
        </a:p>
      </dgm:t>
    </dgm:pt>
    <dgm:pt modelId="{9E9A4566-C4C7-4295-879A-98FA0F0C0B6A}">
      <dgm:prSet phldrT="[文字]"/>
      <dgm:spPr/>
      <dgm:t>
        <a:bodyPr/>
        <a:lstStyle/>
        <a:p>
          <a:r>
            <a:rPr lang="zh-TW" altLang="en-US" dirty="0"/>
            <a:t>文本前處理</a:t>
          </a:r>
        </a:p>
      </dgm:t>
    </dgm:pt>
    <dgm:pt modelId="{C2F97484-8C6A-4C3D-846C-AB07CBCB7BEF}" type="parTrans" cxnId="{CA0EAB2A-03F3-444B-9F0D-1503273DB6E0}">
      <dgm:prSet/>
      <dgm:spPr/>
      <dgm:t>
        <a:bodyPr/>
        <a:lstStyle/>
        <a:p>
          <a:endParaRPr lang="zh-TW" altLang="en-US"/>
        </a:p>
      </dgm:t>
    </dgm:pt>
    <dgm:pt modelId="{613E605F-26AD-4F0A-A619-7AE1560B8B4B}" type="sibTrans" cxnId="{CA0EAB2A-03F3-444B-9F0D-1503273DB6E0}">
      <dgm:prSet/>
      <dgm:spPr/>
      <dgm:t>
        <a:bodyPr/>
        <a:lstStyle/>
        <a:p>
          <a:endParaRPr lang="zh-TW" altLang="en-US"/>
        </a:p>
      </dgm:t>
    </dgm:pt>
    <dgm:pt modelId="{160A1D33-E658-418E-8036-C4AB63B20C1A}">
      <dgm:prSet phldrT="[文字]"/>
      <dgm:spPr/>
      <dgm:t>
        <a:bodyPr/>
        <a:lstStyle/>
        <a:p>
          <a:r>
            <a:rPr lang="zh-TW" altLang="en-US" dirty="0"/>
            <a:t>特徵建構</a:t>
          </a:r>
        </a:p>
      </dgm:t>
    </dgm:pt>
    <dgm:pt modelId="{69116C48-78C5-4340-B244-B8CD9C973DF8}" type="parTrans" cxnId="{525E1722-1582-4CCD-AF4F-8DF36ADBBA4B}">
      <dgm:prSet/>
      <dgm:spPr/>
      <dgm:t>
        <a:bodyPr/>
        <a:lstStyle/>
        <a:p>
          <a:endParaRPr lang="zh-TW" altLang="en-US"/>
        </a:p>
      </dgm:t>
    </dgm:pt>
    <dgm:pt modelId="{A537A6EC-5A51-4FDB-9059-C694E197B2B0}" type="sibTrans" cxnId="{525E1722-1582-4CCD-AF4F-8DF36ADBBA4B}">
      <dgm:prSet/>
      <dgm:spPr/>
      <dgm:t>
        <a:bodyPr/>
        <a:lstStyle/>
        <a:p>
          <a:endParaRPr lang="zh-TW" altLang="en-US"/>
        </a:p>
      </dgm:t>
    </dgm:pt>
    <dgm:pt modelId="{5C7D3CE4-ABDE-41A7-90C3-70E5C7BB467B}">
      <dgm:prSet phldrT="[文字]"/>
      <dgm:spPr/>
      <dgm:t>
        <a:bodyPr/>
        <a:lstStyle/>
        <a:p>
          <a:r>
            <a:rPr lang="zh-TW" altLang="en-US" dirty="0"/>
            <a:t>特徵選擇</a:t>
          </a:r>
        </a:p>
      </dgm:t>
    </dgm:pt>
    <dgm:pt modelId="{BF6EDFD5-76D6-43D3-B03E-795B9CFD0EC5}" type="parTrans" cxnId="{8B6D8084-F0A6-4791-8F2D-1A210ED1DE90}">
      <dgm:prSet/>
      <dgm:spPr/>
      <dgm:t>
        <a:bodyPr/>
        <a:lstStyle/>
        <a:p>
          <a:endParaRPr lang="zh-TW" altLang="en-US"/>
        </a:p>
      </dgm:t>
    </dgm:pt>
    <dgm:pt modelId="{049C9476-7F43-4E8F-8DD5-040390399220}" type="sibTrans" cxnId="{8B6D8084-F0A6-4791-8F2D-1A210ED1DE90}">
      <dgm:prSet/>
      <dgm:spPr/>
      <dgm:t>
        <a:bodyPr/>
        <a:lstStyle/>
        <a:p>
          <a:endParaRPr lang="zh-TW" altLang="en-US"/>
        </a:p>
      </dgm:t>
    </dgm:pt>
    <dgm:pt modelId="{DFF03899-C159-445D-9571-2E50827A2D49}">
      <dgm:prSet phldrT="[文字]"/>
      <dgm:spPr/>
      <dgm:t>
        <a:bodyPr/>
        <a:lstStyle/>
        <a:p>
          <a:r>
            <a:rPr lang="zh-TW" altLang="en-US" dirty="0"/>
            <a:t>模型訓練</a:t>
          </a:r>
        </a:p>
      </dgm:t>
    </dgm:pt>
    <dgm:pt modelId="{06EE08EE-6A06-4DBB-B0E0-F2ABECD59FE5}" type="parTrans" cxnId="{8A2CDF93-5C35-4031-8F0F-653666331A45}">
      <dgm:prSet/>
      <dgm:spPr/>
      <dgm:t>
        <a:bodyPr/>
        <a:lstStyle/>
        <a:p>
          <a:endParaRPr lang="zh-TW" altLang="en-US"/>
        </a:p>
      </dgm:t>
    </dgm:pt>
    <dgm:pt modelId="{55816338-2453-4980-BB21-94B4B3558D95}" type="sibTrans" cxnId="{8A2CDF93-5C35-4031-8F0F-653666331A45}">
      <dgm:prSet/>
      <dgm:spPr/>
      <dgm:t>
        <a:bodyPr/>
        <a:lstStyle/>
        <a:p>
          <a:endParaRPr lang="zh-TW" altLang="en-US"/>
        </a:p>
      </dgm:t>
    </dgm:pt>
    <dgm:pt modelId="{A731B7DF-F419-4850-AE21-E575F7C4EFCF}">
      <dgm:prSet phldrT="[文字]"/>
      <dgm:spPr/>
      <dgm:t>
        <a:bodyPr/>
        <a:lstStyle/>
        <a:p>
          <a:r>
            <a:rPr lang="zh-TW" altLang="en-US" dirty="0"/>
            <a:t>模型評估</a:t>
          </a:r>
        </a:p>
      </dgm:t>
    </dgm:pt>
    <dgm:pt modelId="{75B5ACF9-06E2-4BEC-A606-9C2C9C35F5B0}" type="parTrans" cxnId="{F3DE2FC9-D11E-4361-8E20-CCB014AAB7CB}">
      <dgm:prSet/>
      <dgm:spPr/>
      <dgm:t>
        <a:bodyPr/>
        <a:lstStyle/>
        <a:p>
          <a:endParaRPr lang="zh-TW" altLang="en-US"/>
        </a:p>
      </dgm:t>
    </dgm:pt>
    <dgm:pt modelId="{BE42063E-144C-443B-BD76-EA23D882CF80}" type="sibTrans" cxnId="{F3DE2FC9-D11E-4361-8E20-CCB014AAB7CB}">
      <dgm:prSet/>
      <dgm:spPr/>
      <dgm:t>
        <a:bodyPr/>
        <a:lstStyle/>
        <a:p>
          <a:endParaRPr lang="zh-TW" altLang="en-US"/>
        </a:p>
      </dgm:t>
    </dgm:pt>
    <dgm:pt modelId="{FB5FC1C0-15ED-4256-82B3-FEF6D43798B9}">
      <dgm:prSet phldrT="[文字]"/>
      <dgm:spPr/>
      <dgm:t>
        <a:bodyPr/>
        <a:lstStyle/>
        <a:p>
          <a:r>
            <a:rPr lang="zh-TW" altLang="en-US" dirty="0"/>
            <a:t>結果</a:t>
          </a:r>
        </a:p>
      </dgm:t>
    </dgm:pt>
    <dgm:pt modelId="{90EFC6E0-E373-49C2-A2D6-EFA056E5EA4A}" type="parTrans" cxnId="{8E84CC95-D0E6-419B-ABFF-81EF41EC28CA}">
      <dgm:prSet/>
      <dgm:spPr/>
      <dgm:t>
        <a:bodyPr/>
        <a:lstStyle/>
        <a:p>
          <a:endParaRPr lang="zh-TW" altLang="en-US"/>
        </a:p>
      </dgm:t>
    </dgm:pt>
    <dgm:pt modelId="{5F6A7D14-C208-42F6-B558-215FBC26BC06}" type="sibTrans" cxnId="{8E84CC95-D0E6-419B-ABFF-81EF41EC28CA}">
      <dgm:prSet/>
      <dgm:spPr/>
      <dgm:t>
        <a:bodyPr/>
        <a:lstStyle/>
        <a:p>
          <a:endParaRPr lang="zh-TW" altLang="en-US"/>
        </a:p>
      </dgm:t>
    </dgm:pt>
    <dgm:pt modelId="{AA604A7B-15F5-4286-BC28-30F56879ED1D}" type="pres">
      <dgm:prSet presAssocID="{89EE5BD9-379C-4A6D-9B5B-5FE8C0C1D71E}" presName="Name0" presStyleCnt="0">
        <dgm:presLayoutVars>
          <dgm:dir/>
          <dgm:animLvl val="lvl"/>
          <dgm:resizeHandles val="exact"/>
        </dgm:presLayoutVars>
      </dgm:prSet>
      <dgm:spPr/>
    </dgm:pt>
    <dgm:pt modelId="{914191AA-E579-4637-A162-6EA965AF927A}" type="pres">
      <dgm:prSet presAssocID="{139ED7E1-80DE-46D5-9C08-04DC86BABF66}" presName="parTxOnly" presStyleLbl="node1" presStyleIdx="0" presStyleCnt="9">
        <dgm:presLayoutVars>
          <dgm:chMax val="0"/>
          <dgm:chPref val="0"/>
          <dgm:bulletEnabled val="1"/>
        </dgm:presLayoutVars>
      </dgm:prSet>
      <dgm:spPr/>
    </dgm:pt>
    <dgm:pt modelId="{F868289A-E627-4690-8CAA-CC98C4D90C90}" type="pres">
      <dgm:prSet presAssocID="{FC75BE4C-1F8E-4ADD-9D4D-4CA4F75000E7}" presName="parTxOnlySpace" presStyleCnt="0"/>
      <dgm:spPr/>
    </dgm:pt>
    <dgm:pt modelId="{C6DB58CE-AFF0-4A74-ACB3-99530E7E31F5}" type="pres">
      <dgm:prSet presAssocID="{8EEC0CE0-3E0C-40AA-BC43-0CACB75650A6}" presName="parTxOnly" presStyleLbl="node1" presStyleIdx="1" presStyleCnt="9">
        <dgm:presLayoutVars>
          <dgm:chMax val="0"/>
          <dgm:chPref val="0"/>
          <dgm:bulletEnabled val="1"/>
        </dgm:presLayoutVars>
      </dgm:prSet>
      <dgm:spPr/>
    </dgm:pt>
    <dgm:pt modelId="{75042B28-3334-4058-878E-8E46A270E78B}" type="pres">
      <dgm:prSet presAssocID="{87130D3E-B70B-4754-BEBF-589650C22229}" presName="parTxOnlySpace" presStyleCnt="0"/>
      <dgm:spPr/>
    </dgm:pt>
    <dgm:pt modelId="{816E6BDF-0AEB-4564-BC22-B2E48BAF5464}" type="pres">
      <dgm:prSet presAssocID="{AF7244D5-699B-41E3-B552-4B0FE2505BB3}" presName="parTxOnly" presStyleLbl="node1" presStyleIdx="2" presStyleCnt="9">
        <dgm:presLayoutVars>
          <dgm:chMax val="0"/>
          <dgm:chPref val="0"/>
          <dgm:bulletEnabled val="1"/>
        </dgm:presLayoutVars>
      </dgm:prSet>
      <dgm:spPr/>
    </dgm:pt>
    <dgm:pt modelId="{CA8A7359-67E2-49EE-BA47-785835584555}" type="pres">
      <dgm:prSet presAssocID="{03933E72-6665-4DCF-9EF8-3842F945C938}" presName="parTxOnlySpace" presStyleCnt="0"/>
      <dgm:spPr/>
    </dgm:pt>
    <dgm:pt modelId="{8294AD81-06F3-4FCB-BE73-18DA247D22D2}" type="pres">
      <dgm:prSet presAssocID="{9E9A4566-C4C7-4295-879A-98FA0F0C0B6A}" presName="parTxOnly" presStyleLbl="node1" presStyleIdx="3" presStyleCnt="9">
        <dgm:presLayoutVars>
          <dgm:chMax val="0"/>
          <dgm:chPref val="0"/>
          <dgm:bulletEnabled val="1"/>
        </dgm:presLayoutVars>
      </dgm:prSet>
      <dgm:spPr/>
    </dgm:pt>
    <dgm:pt modelId="{7358DB89-FF50-4AB8-A6C5-1146B429158F}" type="pres">
      <dgm:prSet presAssocID="{613E605F-26AD-4F0A-A619-7AE1560B8B4B}" presName="parTxOnlySpace" presStyleCnt="0"/>
      <dgm:spPr/>
    </dgm:pt>
    <dgm:pt modelId="{EAC0CF2B-1FBF-40CA-ABDC-CEE1EE4F248A}" type="pres">
      <dgm:prSet presAssocID="{160A1D33-E658-418E-8036-C4AB63B20C1A}" presName="parTxOnly" presStyleLbl="node1" presStyleIdx="4" presStyleCnt="9">
        <dgm:presLayoutVars>
          <dgm:chMax val="0"/>
          <dgm:chPref val="0"/>
          <dgm:bulletEnabled val="1"/>
        </dgm:presLayoutVars>
      </dgm:prSet>
      <dgm:spPr/>
    </dgm:pt>
    <dgm:pt modelId="{C619A701-542D-4069-B3EE-48F2F907915A}" type="pres">
      <dgm:prSet presAssocID="{A537A6EC-5A51-4FDB-9059-C694E197B2B0}" presName="parTxOnlySpace" presStyleCnt="0"/>
      <dgm:spPr/>
    </dgm:pt>
    <dgm:pt modelId="{2E9A4EAE-1198-4E49-A7B2-F73CA3FBCC84}" type="pres">
      <dgm:prSet presAssocID="{5C7D3CE4-ABDE-41A7-90C3-70E5C7BB467B}" presName="parTxOnly" presStyleLbl="node1" presStyleIdx="5" presStyleCnt="9">
        <dgm:presLayoutVars>
          <dgm:chMax val="0"/>
          <dgm:chPref val="0"/>
          <dgm:bulletEnabled val="1"/>
        </dgm:presLayoutVars>
      </dgm:prSet>
      <dgm:spPr/>
    </dgm:pt>
    <dgm:pt modelId="{0826F368-019C-492A-89B4-3BF70D8D6AA2}" type="pres">
      <dgm:prSet presAssocID="{049C9476-7F43-4E8F-8DD5-040390399220}" presName="parTxOnlySpace" presStyleCnt="0"/>
      <dgm:spPr/>
    </dgm:pt>
    <dgm:pt modelId="{EE7F8039-0CE1-4E24-8E1E-B62E2D35CB28}" type="pres">
      <dgm:prSet presAssocID="{DFF03899-C159-445D-9571-2E50827A2D49}" presName="parTxOnly" presStyleLbl="node1" presStyleIdx="6" presStyleCnt="9">
        <dgm:presLayoutVars>
          <dgm:chMax val="0"/>
          <dgm:chPref val="0"/>
          <dgm:bulletEnabled val="1"/>
        </dgm:presLayoutVars>
      </dgm:prSet>
      <dgm:spPr/>
    </dgm:pt>
    <dgm:pt modelId="{B754AE0E-3F1C-4BC3-A345-0FEA82A0B8C7}" type="pres">
      <dgm:prSet presAssocID="{55816338-2453-4980-BB21-94B4B3558D95}" presName="parTxOnlySpace" presStyleCnt="0"/>
      <dgm:spPr/>
    </dgm:pt>
    <dgm:pt modelId="{06E5E437-4722-4EF7-B3A7-7AD3DD309BC4}" type="pres">
      <dgm:prSet presAssocID="{A731B7DF-F419-4850-AE21-E575F7C4EFCF}" presName="parTxOnly" presStyleLbl="node1" presStyleIdx="7" presStyleCnt="9">
        <dgm:presLayoutVars>
          <dgm:chMax val="0"/>
          <dgm:chPref val="0"/>
          <dgm:bulletEnabled val="1"/>
        </dgm:presLayoutVars>
      </dgm:prSet>
      <dgm:spPr/>
    </dgm:pt>
    <dgm:pt modelId="{662C5D46-9063-4DFB-8C43-2EC75481B9AB}" type="pres">
      <dgm:prSet presAssocID="{BE42063E-144C-443B-BD76-EA23D882CF80}" presName="parTxOnlySpace" presStyleCnt="0"/>
      <dgm:spPr/>
    </dgm:pt>
    <dgm:pt modelId="{0E5BD989-60F0-4036-A0D2-ACB695C69815}" type="pres">
      <dgm:prSet presAssocID="{FB5FC1C0-15ED-4256-82B3-FEF6D43798B9}" presName="parTxOnly" presStyleLbl="node1" presStyleIdx="8" presStyleCnt="9">
        <dgm:presLayoutVars>
          <dgm:chMax val="0"/>
          <dgm:chPref val="0"/>
          <dgm:bulletEnabled val="1"/>
        </dgm:presLayoutVars>
      </dgm:prSet>
      <dgm:spPr/>
    </dgm:pt>
  </dgm:ptLst>
  <dgm:cxnLst>
    <dgm:cxn modelId="{07B3841E-55FA-4702-88A8-CBCA5B62D01F}" srcId="{89EE5BD9-379C-4A6D-9B5B-5FE8C0C1D71E}" destId="{139ED7E1-80DE-46D5-9C08-04DC86BABF66}" srcOrd="0" destOrd="0" parTransId="{1D04E3CC-1E43-46B1-A840-D144821765D8}" sibTransId="{FC75BE4C-1F8E-4ADD-9D4D-4CA4F75000E7}"/>
    <dgm:cxn modelId="{525E1722-1582-4CCD-AF4F-8DF36ADBBA4B}" srcId="{89EE5BD9-379C-4A6D-9B5B-5FE8C0C1D71E}" destId="{160A1D33-E658-418E-8036-C4AB63B20C1A}" srcOrd="4" destOrd="0" parTransId="{69116C48-78C5-4340-B244-B8CD9C973DF8}" sibTransId="{A537A6EC-5A51-4FDB-9059-C694E197B2B0}"/>
    <dgm:cxn modelId="{CA0EAB2A-03F3-444B-9F0D-1503273DB6E0}" srcId="{89EE5BD9-379C-4A6D-9B5B-5FE8C0C1D71E}" destId="{9E9A4566-C4C7-4295-879A-98FA0F0C0B6A}" srcOrd="3" destOrd="0" parTransId="{C2F97484-8C6A-4C3D-846C-AB07CBCB7BEF}" sibTransId="{613E605F-26AD-4F0A-A619-7AE1560B8B4B}"/>
    <dgm:cxn modelId="{6BA15D33-53E0-45B7-9E36-58027C9F62BA}" type="presOf" srcId="{139ED7E1-80DE-46D5-9C08-04DC86BABF66}" destId="{914191AA-E579-4637-A162-6EA965AF927A}" srcOrd="0" destOrd="0" presId="urn:microsoft.com/office/officeart/2005/8/layout/chevron1"/>
    <dgm:cxn modelId="{32A9746B-4420-4C3A-A98D-610BD1C97DAF}" type="presOf" srcId="{FB5FC1C0-15ED-4256-82B3-FEF6D43798B9}" destId="{0E5BD989-60F0-4036-A0D2-ACB695C69815}" srcOrd="0" destOrd="0" presId="urn:microsoft.com/office/officeart/2005/8/layout/chevron1"/>
    <dgm:cxn modelId="{79701377-6263-4AA8-B55A-A69E1DEBC560}" type="presOf" srcId="{9E9A4566-C4C7-4295-879A-98FA0F0C0B6A}" destId="{8294AD81-06F3-4FCB-BE73-18DA247D22D2}" srcOrd="0" destOrd="0" presId="urn:microsoft.com/office/officeart/2005/8/layout/chevron1"/>
    <dgm:cxn modelId="{838CB279-6F4D-4654-9F1B-E501A4B4BDF1}" srcId="{89EE5BD9-379C-4A6D-9B5B-5FE8C0C1D71E}" destId="{AF7244D5-699B-41E3-B552-4B0FE2505BB3}" srcOrd="2" destOrd="0" parTransId="{159D7896-E678-46FC-A1B6-45921BFC8900}" sibTransId="{03933E72-6665-4DCF-9EF8-3842F945C938}"/>
    <dgm:cxn modelId="{CE45C37A-6473-44B4-9075-9D8E05A628D3}" type="presOf" srcId="{8EEC0CE0-3E0C-40AA-BC43-0CACB75650A6}" destId="{C6DB58CE-AFF0-4A74-ACB3-99530E7E31F5}" srcOrd="0" destOrd="0" presId="urn:microsoft.com/office/officeart/2005/8/layout/chevron1"/>
    <dgm:cxn modelId="{8B6D8084-F0A6-4791-8F2D-1A210ED1DE90}" srcId="{89EE5BD9-379C-4A6D-9B5B-5FE8C0C1D71E}" destId="{5C7D3CE4-ABDE-41A7-90C3-70E5C7BB467B}" srcOrd="5" destOrd="0" parTransId="{BF6EDFD5-76D6-43D3-B03E-795B9CFD0EC5}" sibTransId="{049C9476-7F43-4E8F-8DD5-040390399220}"/>
    <dgm:cxn modelId="{8A2CDF93-5C35-4031-8F0F-653666331A45}" srcId="{89EE5BD9-379C-4A6D-9B5B-5FE8C0C1D71E}" destId="{DFF03899-C159-445D-9571-2E50827A2D49}" srcOrd="6" destOrd="0" parTransId="{06EE08EE-6A06-4DBB-B0E0-F2ABECD59FE5}" sibTransId="{55816338-2453-4980-BB21-94B4B3558D95}"/>
    <dgm:cxn modelId="{8E84CC95-D0E6-419B-ABFF-81EF41EC28CA}" srcId="{89EE5BD9-379C-4A6D-9B5B-5FE8C0C1D71E}" destId="{FB5FC1C0-15ED-4256-82B3-FEF6D43798B9}" srcOrd="8" destOrd="0" parTransId="{90EFC6E0-E373-49C2-A2D6-EFA056E5EA4A}" sibTransId="{5F6A7D14-C208-42F6-B558-215FBC26BC06}"/>
    <dgm:cxn modelId="{47B040A1-CC5B-4673-B19A-1FA13CD7C1C3}" type="presOf" srcId="{89EE5BD9-379C-4A6D-9B5B-5FE8C0C1D71E}" destId="{AA604A7B-15F5-4286-BC28-30F56879ED1D}" srcOrd="0" destOrd="0" presId="urn:microsoft.com/office/officeart/2005/8/layout/chevron1"/>
    <dgm:cxn modelId="{02FB08AA-3154-42D1-87EF-1DEF6B40AB44}" type="presOf" srcId="{160A1D33-E658-418E-8036-C4AB63B20C1A}" destId="{EAC0CF2B-1FBF-40CA-ABDC-CEE1EE4F248A}" srcOrd="0" destOrd="0" presId="urn:microsoft.com/office/officeart/2005/8/layout/chevron1"/>
    <dgm:cxn modelId="{CA36B8BB-EA72-427B-A057-A1A41F5D221F}" srcId="{89EE5BD9-379C-4A6D-9B5B-5FE8C0C1D71E}" destId="{8EEC0CE0-3E0C-40AA-BC43-0CACB75650A6}" srcOrd="1" destOrd="0" parTransId="{D470A32D-8AF6-485B-96E4-AEA0AA15C4C2}" sibTransId="{87130D3E-B70B-4754-BEBF-589650C22229}"/>
    <dgm:cxn modelId="{F3DE2FC9-D11E-4361-8E20-CCB014AAB7CB}" srcId="{89EE5BD9-379C-4A6D-9B5B-5FE8C0C1D71E}" destId="{A731B7DF-F419-4850-AE21-E575F7C4EFCF}" srcOrd="7" destOrd="0" parTransId="{75B5ACF9-06E2-4BEC-A606-9C2C9C35F5B0}" sibTransId="{BE42063E-144C-443B-BD76-EA23D882CF80}"/>
    <dgm:cxn modelId="{1EEA4DD1-F66F-41B3-9636-6CAA7D1640DD}" type="presOf" srcId="{5C7D3CE4-ABDE-41A7-90C3-70E5C7BB467B}" destId="{2E9A4EAE-1198-4E49-A7B2-F73CA3FBCC84}" srcOrd="0" destOrd="0" presId="urn:microsoft.com/office/officeart/2005/8/layout/chevron1"/>
    <dgm:cxn modelId="{336D1ADB-4782-45EE-9DBC-DF1A82144AE5}" type="presOf" srcId="{A731B7DF-F419-4850-AE21-E575F7C4EFCF}" destId="{06E5E437-4722-4EF7-B3A7-7AD3DD309BC4}" srcOrd="0" destOrd="0" presId="urn:microsoft.com/office/officeart/2005/8/layout/chevron1"/>
    <dgm:cxn modelId="{6F872DDD-BCB3-46BD-99E2-E5178CD2AE60}" type="presOf" srcId="{DFF03899-C159-445D-9571-2E50827A2D49}" destId="{EE7F8039-0CE1-4E24-8E1E-B62E2D35CB28}" srcOrd="0" destOrd="0" presId="urn:microsoft.com/office/officeart/2005/8/layout/chevron1"/>
    <dgm:cxn modelId="{43CBABEF-71E5-4BCF-AFA9-D6186AAD7209}" type="presOf" srcId="{AF7244D5-699B-41E3-B552-4B0FE2505BB3}" destId="{816E6BDF-0AEB-4564-BC22-B2E48BAF5464}" srcOrd="0" destOrd="0" presId="urn:microsoft.com/office/officeart/2005/8/layout/chevron1"/>
    <dgm:cxn modelId="{FCAA45F7-869F-411C-976F-FCCACDB5103F}" type="presParOf" srcId="{AA604A7B-15F5-4286-BC28-30F56879ED1D}" destId="{914191AA-E579-4637-A162-6EA965AF927A}" srcOrd="0" destOrd="0" presId="urn:microsoft.com/office/officeart/2005/8/layout/chevron1"/>
    <dgm:cxn modelId="{FA5D75A8-D075-49AB-B33A-833B4C990414}" type="presParOf" srcId="{AA604A7B-15F5-4286-BC28-30F56879ED1D}" destId="{F868289A-E627-4690-8CAA-CC98C4D90C90}" srcOrd="1" destOrd="0" presId="urn:microsoft.com/office/officeart/2005/8/layout/chevron1"/>
    <dgm:cxn modelId="{C1F55893-ADA0-44A4-98DF-5642E8BCD8FA}" type="presParOf" srcId="{AA604A7B-15F5-4286-BC28-30F56879ED1D}" destId="{C6DB58CE-AFF0-4A74-ACB3-99530E7E31F5}" srcOrd="2" destOrd="0" presId="urn:microsoft.com/office/officeart/2005/8/layout/chevron1"/>
    <dgm:cxn modelId="{4CDE61A1-80ED-47DE-916E-CA544C8C45DB}" type="presParOf" srcId="{AA604A7B-15F5-4286-BC28-30F56879ED1D}" destId="{75042B28-3334-4058-878E-8E46A270E78B}" srcOrd="3" destOrd="0" presId="urn:microsoft.com/office/officeart/2005/8/layout/chevron1"/>
    <dgm:cxn modelId="{98DFE00E-8D27-4AD2-9F22-EEB6C936547A}" type="presParOf" srcId="{AA604A7B-15F5-4286-BC28-30F56879ED1D}" destId="{816E6BDF-0AEB-4564-BC22-B2E48BAF5464}" srcOrd="4" destOrd="0" presId="urn:microsoft.com/office/officeart/2005/8/layout/chevron1"/>
    <dgm:cxn modelId="{C67FC589-EBFC-471A-BB2E-45DE09BD2C6C}" type="presParOf" srcId="{AA604A7B-15F5-4286-BC28-30F56879ED1D}" destId="{CA8A7359-67E2-49EE-BA47-785835584555}" srcOrd="5" destOrd="0" presId="urn:microsoft.com/office/officeart/2005/8/layout/chevron1"/>
    <dgm:cxn modelId="{0BE3E005-BDA2-435C-B0E7-945416452345}" type="presParOf" srcId="{AA604A7B-15F5-4286-BC28-30F56879ED1D}" destId="{8294AD81-06F3-4FCB-BE73-18DA247D22D2}" srcOrd="6" destOrd="0" presId="urn:microsoft.com/office/officeart/2005/8/layout/chevron1"/>
    <dgm:cxn modelId="{3C333496-2DBE-40FA-805C-4AB2178951E3}" type="presParOf" srcId="{AA604A7B-15F5-4286-BC28-30F56879ED1D}" destId="{7358DB89-FF50-4AB8-A6C5-1146B429158F}" srcOrd="7" destOrd="0" presId="urn:microsoft.com/office/officeart/2005/8/layout/chevron1"/>
    <dgm:cxn modelId="{D3A5EDC4-4A37-4986-89BF-6585A4A397B0}" type="presParOf" srcId="{AA604A7B-15F5-4286-BC28-30F56879ED1D}" destId="{EAC0CF2B-1FBF-40CA-ABDC-CEE1EE4F248A}" srcOrd="8" destOrd="0" presId="urn:microsoft.com/office/officeart/2005/8/layout/chevron1"/>
    <dgm:cxn modelId="{5294F6B5-0915-4051-921C-21D6D35B2AC7}" type="presParOf" srcId="{AA604A7B-15F5-4286-BC28-30F56879ED1D}" destId="{C619A701-542D-4069-B3EE-48F2F907915A}" srcOrd="9" destOrd="0" presId="urn:microsoft.com/office/officeart/2005/8/layout/chevron1"/>
    <dgm:cxn modelId="{987B81EC-6B64-4245-A4FE-9A0C44AB7D80}" type="presParOf" srcId="{AA604A7B-15F5-4286-BC28-30F56879ED1D}" destId="{2E9A4EAE-1198-4E49-A7B2-F73CA3FBCC84}" srcOrd="10" destOrd="0" presId="urn:microsoft.com/office/officeart/2005/8/layout/chevron1"/>
    <dgm:cxn modelId="{659EF2DA-0298-438E-9684-D1BFF8EB0422}" type="presParOf" srcId="{AA604A7B-15F5-4286-BC28-30F56879ED1D}" destId="{0826F368-019C-492A-89B4-3BF70D8D6AA2}" srcOrd="11" destOrd="0" presId="urn:microsoft.com/office/officeart/2005/8/layout/chevron1"/>
    <dgm:cxn modelId="{94154976-511E-4C4B-B622-4FD807631952}" type="presParOf" srcId="{AA604A7B-15F5-4286-BC28-30F56879ED1D}" destId="{EE7F8039-0CE1-4E24-8E1E-B62E2D35CB28}" srcOrd="12" destOrd="0" presId="urn:microsoft.com/office/officeart/2005/8/layout/chevron1"/>
    <dgm:cxn modelId="{83D58338-DB6C-4BBC-AA60-A4951FE6B9E4}" type="presParOf" srcId="{AA604A7B-15F5-4286-BC28-30F56879ED1D}" destId="{B754AE0E-3F1C-4BC3-A345-0FEA82A0B8C7}" srcOrd="13" destOrd="0" presId="urn:microsoft.com/office/officeart/2005/8/layout/chevron1"/>
    <dgm:cxn modelId="{91F4E344-2351-4112-A576-9E1D1194CC0F}" type="presParOf" srcId="{AA604A7B-15F5-4286-BC28-30F56879ED1D}" destId="{06E5E437-4722-4EF7-B3A7-7AD3DD309BC4}" srcOrd="14" destOrd="0" presId="urn:microsoft.com/office/officeart/2005/8/layout/chevron1"/>
    <dgm:cxn modelId="{4E1264C3-777B-4D12-9693-D68A9C97D54E}" type="presParOf" srcId="{AA604A7B-15F5-4286-BC28-30F56879ED1D}" destId="{662C5D46-9063-4DFB-8C43-2EC75481B9AB}" srcOrd="15" destOrd="0" presId="urn:microsoft.com/office/officeart/2005/8/layout/chevron1"/>
    <dgm:cxn modelId="{11CF383C-11E3-4D63-88D7-C97A67160040}" type="presParOf" srcId="{AA604A7B-15F5-4286-BC28-30F56879ED1D}" destId="{0E5BD989-60F0-4036-A0D2-ACB695C69815}" srcOrd="16"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89EE5BD9-379C-4A6D-9B5B-5FE8C0C1D71E}" type="doc">
      <dgm:prSet loTypeId="urn:microsoft.com/office/officeart/2005/8/layout/chevron1" loCatId="process" qsTypeId="urn:microsoft.com/office/officeart/2005/8/quickstyle/simple1" qsCatId="simple" csTypeId="urn:microsoft.com/office/officeart/2005/8/colors/accent1_2" csCatId="accent1" phldr="1"/>
      <dgm:spPr/>
    </dgm:pt>
    <dgm:pt modelId="{139ED7E1-80DE-46D5-9C08-04DC86BABF66}">
      <dgm:prSet phldrT="[文字]"/>
      <dgm:spPr/>
      <dgm:t>
        <a:bodyPr/>
        <a:lstStyle/>
        <a:p>
          <a:r>
            <a:rPr lang="zh-TW" altLang="en-US" dirty="0"/>
            <a:t>資料蒐集</a:t>
          </a:r>
        </a:p>
      </dgm:t>
    </dgm:pt>
    <dgm:pt modelId="{1D04E3CC-1E43-46B1-A840-D144821765D8}" type="parTrans" cxnId="{07B3841E-55FA-4702-88A8-CBCA5B62D01F}">
      <dgm:prSet/>
      <dgm:spPr/>
      <dgm:t>
        <a:bodyPr/>
        <a:lstStyle/>
        <a:p>
          <a:endParaRPr lang="zh-TW" altLang="en-US"/>
        </a:p>
      </dgm:t>
    </dgm:pt>
    <dgm:pt modelId="{FC75BE4C-1F8E-4ADD-9D4D-4CA4F75000E7}" type="sibTrans" cxnId="{07B3841E-55FA-4702-88A8-CBCA5B62D01F}">
      <dgm:prSet/>
      <dgm:spPr/>
      <dgm:t>
        <a:bodyPr/>
        <a:lstStyle/>
        <a:p>
          <a:endParaRPr lang="zh-TW" altLang="en-US"/>
        </a:p>
      </dgm:t>
    </dgm:pt>
    <dgm:pt modelId="{8EEC0CE0-3E0C-40AA-BC43-0CACB75650A6}">
      <dgm:prSet phldrT="[文字]"/>
      <dgm:spPr/>
      <dgm:t>
        <a:bodyPr/>
        <a:lstStyle/>
        <a:p>
          <a:r>
            <a:rPr lang="zh-TW" altLang="en-US" dirty="0"/>
            <a:t>案件篩選</a:t>
          </a:r>
        </a:p>
      </dgm:t>
    </dgm:pt>
    <dgm:pt modelId="{D470A32D-8AF6-485B-96E4-AEA0AA15C4C2}" type="parTrans" cxnId="{CA36B8BB-EA72-427B-A057-A1A41F5D221F}">
      <dgm:prSet/>
      <dgm:spPr/>
      <dgm:t>
        <a:bodyPr/>
        <a:lstStyle/>
        <a:p>
          <a:endParaRPr lang="zh-TW" altLang="en-US"/>
        </a:p>
      </dgm:t>
    </dgm:pt>
    <dgm:pt modelId="{87130D3E-B70B-4754-BEBF-589650C22229}" type="sibTrans" cxnId="{CA36B8BB-EA72-427B-A057-A1A41F5D221F}">
      <dgm:prSet/>
      <dgm:spPr/>
      <dgm:t>
        <a:bodyPr/>
        <a:lstStyle/>
        <a:p>
          <a:endParaRPr lang="zh-TW" altLang="en-US"/>
        </a:p>
      </dgm:t>
    </dgm:pt>
    <dgm:pt modelId="{AF7244D5-699B-41E3-B552-4B0FE2505BB3}">
      <dgm:prSet phldrT="[文字]"/>
      <dgm:spPr/>
      <dgm:t>
        <a:bodyPr/>
        <a:lstStyle/>
        <a:p>
          <a:r>
            <a:rPr lang="zh-TW" altLang="en-US" dirty="0"/>
            <a:t>標籤整理</a:t>
          </a:r>
        </a:p>
      </dgm:t>
    </dgm:pt>
    <dgm:pt modelId="{159D7896-E678-46FC-A1B6-45921BFC8900}" type="parTrans" cxnId="{838CB279-6F4D-4654-9F1B-E501A4B4BDF1}">
      <dgm:prSet/>
      <dgm:spPr/>
      <dgm:t>
        <a:bodyPr/>
        <a:lstStyle/>
        <a:p>
          <a:endParaRPr lang="zh-TW" altLang="en-US"/>
        </a:p>
      </dgm:t>
    </dgm:pt>
    <dgm:pt modelId="{03933E72-6665-4DCF-9EF8-3842F945C938}" type="sibTrans" cxnId="{838CB279-6F4D-4654-9F1B-E501A4B4BDF1}">
      <dgm:prSet/>
      <dgm:spPr/>
      <dgm:t>
        <a:bodyPr/>
        <a:lstStyle/>
        <a:p>
          <a:endParaRPr lang="zh-TW" altLang="en-US"/>
        </a:p>
      </dgm:t>
    </dgm:pt>
    <dgm:pt modelId="{9E9A4566-C4C7-4295-879A-98FA0F0C0B6A}">
      <dgm:prSet phldrT="[文字]"/>
      <dgm:spPr/>
      <dgm:t>
        <a:bodyPr/>
        <a:lstStyle/>
        <a:p>
          <a:r>
            <a:rPr lang="zh-TW" altLang="en-US" dirty="0"/>
            <a:t>文本前處理</a:t>
          </a:r>
        </a:p>
      </dgm:t>
    </dgm:pt>
    <dgm:pt modelId="{C2F97484-8C6A-4C3D-846C-AB07CBCB7BEF}" type="parTrans" cxnId="{CA0EAB2A-03F3-444B-9F0D-1503273DB6E0}">
      <dgm:prSet/>
      <dgm:spPr/>
      <dgm:t>
        <a:bodyPr/>
        <a:lstStyle/>
        <a:p>
          <a:endParaRPr lang="zh-TW" altLang="en-US"/>
        </a:p>
      </dgm:t>
    </dgm:pt>
    <dgm:pt modelId="{613E605F-26AD-4F0A-A619-7AE1560B8B4B}" type="sibTrans" cxnId="{CA0EAB2A-03F3-444B-9F0D-1503273DB6E0}">
      <dgm:prSet/>
      <dgm:spPr/>
      <dgm:t>
        <a:bodyPr/>
        <a:lstStyle/>
        <a:p>
          <a:endParaRPr lang="zh-TW" altLang="en-US"/>
        </a:p>
      </dgm:t>
    </dgm:pt>
    <dgm:pt modelId="{160A1D33-E658-418E-8036-C4AB63B20C1A}">
      <dgm:prSet phldrT="[文字]"/>
      <dgm:spPr/>
      <dgm:t>
        <a:bodyPr/>
        <a:lstStyle/>
        <a:p>
          <a:r>
            <a:rPr lang="zh-TW" altLang="en-US" dirty="0"/>
            <a:t>特徵建構</a:t>
          </a:r>
        </a:p>
      </dgm:t>
    </dgm:pt>
    <dgm:pt modelId="{69116C48-78C5-4340-B244-B8CD9C973DF8}" type="parTrans" cxnId="{525E1722-1582-4CCD-AF4F-8DF36ADBBA4B}">
      <dgm:prSet/>
      <dgm:spPr/>
      <dgm:t>
        <a:bodyPr/>
        <a:lstStyle/>
        <a:p>
          <a:endParaRPr lang="zh-TW" altLang="en-US"/>
        </a:p>
      </dgm:t>
    </dgm:pt>
    <dgm:pt modelId="{A537A6EC-5A51-4FDB-9059-C694E197B2B0}" type="sibTrans" cxnId="{525E1722-1582-4CCD-AF4F-8DF36ADBBA4B}">
      <dgm:prSet/>
      <dgm:spPr/>
      <dgm:t>
        <a:bodyPr/>
        <a:lstStyle/>
        <a:p>
          <a:endParaRPr lang="zh-TW" altLang="en-US"/>
        </a:p>
      </dgm:t>
    </dgm:pt>
    <dgm:pt modelId="{5C7D3CE4-ABDE-41A7-90C3-70E5C7BB467B}">
      <dgm:prSet phldrT="[文字]"/>
      <dgm:spPr/>
      <dgm:t>
        <a:bodyPr/>
        <a:lstStyle/>
        <a:p>
          <a:r>
            <a:rPr lang="zh-TW" altLang="en-US" dirty="0"/>
            <a:t>特徵選擇</a:t>
          </a:r>
        </a:p>
      </dgm:t>
    </dgm:pt>
    <dgm:pt modelId="{BF6EDFD5-76D6-43D3-B03E-795B9CFD0EC5}" type="parTrans" cxnId="{8B6D8084-F0A6-4791-8F2D-1A210ED1DE90}">
      <dgm:prSet/>
      <dgm:spPr/>
      <dgm:t>
        <a:bodyPr/>
        <a:lstStyle/>
        <a:p>
          <a:endParaRPr lang="zh-TW" altLang="en-US"/>
        </a:p>
      </dgm:t>
    </dgm:pt>
    <dgm:pt modelId="{049C9476-7F43-4E8F-8DD5-040390399220}" type="sibTrans" cxnId="{8B6D8084-F0A6-4791-8F2D-1A210ED1DE90}">
      <dgm:prSet/>
      <dgm:spPr/>
      <dgm:t>
        <a:bodyPr/>
        <a:lstStyle/>
        <a:p>
          <a:endParaRPr lang="zh-TW" altLang="en-US"/>
        </a:p>
      </dgm:t>
    </dgm:pt>
    <dgm:pt modelId="{DFF03899-C159-445D-9571-2E50827A2D49}">
      <dgm:prSet phldrT="[文字]"/>
      <dgm:spPr/>
      <dgm:t>
        <a:bodyPr/>
        <a:lstStyle/>
        <a:p>
          <a:r>
            <a:rPr lang="zh-TW" altLang="en-US" dirty="0"/>
            <a:t>模型訓練</a:t>
          </a:r>
        </a:p>
      </dgm:t>
    </dgm:pt>
    <dgm:pt modelId="{06EE08EE-6A06-4DBB-B0E0-F2ABECD59FE5}" type="parTrans" cxnId="{8A2CDF93-5C35-4031-8F0F-653666331A45}">
      <dgm:prSet/>
      <dgm:spPr/>
      <dgm:t>
        <a:bodyPr/>
        <a:lstStyle/>
        <a:p>
          <a:endParaRPr lang="zh-TW" altLang="en-US"/>
        </a:p>
      </dgm:t>
    </dgm:pt>
    <dgm:pt modelId="{55816338-2453-4980-BB21-94B4B3558D95}" type="sibTrans" cxnId="{8A2CDF93-5C35-4031-8F0F-653666331A45}">
      <dgm:prSet/>
      <dgm:spPr/>
      <dgm:t>
        <a:bodyPr/>
        <a:lstStyle/>
        <a:p>
          <a:endParaRPr lang="zh-TW" altLang="en-US"/>
        </a:p>
      </dgm:t>
    </dgm:pt>
    <dgm:pt modelId="{A731B7DF-F419-4850-AE21-E575F7C4EFCF}">
      <dgm:prSet phldrT="[文字]"/>
      <dgm:spPr/>
      <dgm:t>
        <a:bodyPr/>
        <a:lstStyle/>
        <a:p>
          <a:r>
            <a:rPr lang="zh-TW" altLang="en-US" dirty="0"/>
            <a:t>模型評估</a:t>
          </a:r>
        </a:p>
      </dgm:t>
    </dgm:pt>
    <dgm:pt modelId="{75B5ACF9-06E2-4BEC-A606-9C2C9C35F5B0}" type="parTrans" cxnId="{F3DE2FC9-D11E-4361-8E20-CCB014AAB7CB}">
      <dgm:prSet/>
      <dgm:spPr/>
      <dgm:t>
        <a:bodyPr/>
        <a:lstStyle/>
        <a:p>
          <a:endParaRPr lang="zh-TW" altLang="en-US"/>
        </a:p>
      </dgm:t>
    </dgm:pt>
    <dgm:pt modelId="{BE42063E-144C-443B-BD76-EA23D882CF80}" type="sibTrans" cxnId="{F3DE2FC9-D11E-4361-8E20-CCB014AAB7CB}">
      <dgm:prSet/>
      <dgm:spPr/>
      <dgm:t>
        <a:bodyPr/>
        <a:lstStyle/>
        <a:p>
          <a:endParaRPr lang="zh-TW" altLang="en-US"/>
        </a:p>
      </dgm:t>
    </dgm:pt>
    <dgm:pt modelId="{FB5FC1C0-15ED-4256-82B3-FEF6D43798B9}">
      <dgm:prSet phldrT="[文字]"/>
      <dgm:spPr/>
      <dgm:t>
        <a:bodyPr/>
        <a:lstStyle/>
        <a:p>
          <a:r>
            <a:rPr lang="zh-TW" altLang="en-US" dirty="0"/>
            <a:t>結果</a:t>
          </a:r>
        </a:p>
      </dgm:t>
    </dgm:pt>
    <dgm:pt modelId="{90EFC6E0-E373-49C2-A2D6-EFA056E5EA4A}" type="parTrans" cxnId="{8E84CC95-D0E6-419B-ABFF-81EF41EC28CA}">
      <dgm:prSet/>
      <dgm:spPr/>
      <dgm:t>
        <a:bodyPr/>
        <a:lstStyle/>
        <a:p>
          <a:endParaRPr lang="zh-TW" altLang="en-US"/>
        </a:p>
      </dgm:t>
    </dgm:pt>
    <dgm:pt modelId="{5F6A7D14-C208-42F6-B558-215FBC26BC06}" type="sibTrans" cxnId="{8E84CC95-D0E6-419B-ABFF-81EF41EC28CA}">
      <dgm:prSet/>
      <dgm:spPr/>
      <dgm:t>
        <a:bodyPr/>
        <a:lstStyle/>
        <a:p>
          <a:endParaRPr lang="zh-TW" altLang="en-US"/>
        </a:p>
      </dgm:t>
    </dgm:pt>
    <dgm:pt modelId="{AA604A7B-15F5-4286-BC28-30F56879ED1D}" type="pres">
      <dgm:prSet presAssocID="{89EE5BD9-379C-4A6D-9B5B-5FE8C0C1D71E}" presName="Name0" presStyleCnt="0">
        <dgm:presLayoutVars>
          <dgm:dir/>
          <dgm:animLvl val="lvl"/>
          <dgm:resizeHandles val="exact"/>
        </dgm:presLayoutVars>
      </dgm:prSet>
      <dgm:spPr/>
    </dgm:pt>
    <dgm:pt modelId="{914191AA-E579-4637-A162-6EA965AF927A}" type="pres">
      <dgm:prSet presAssocID="{139ED7E1-80DE-46D5-9C08-04DC86BABF66}" presName="parTxOnly" presStyleLbl="node1" presStyleIdx="0" presStyleCnt="9">
        <dgm:presLayoutVars>
          <dgm:chMax val="0"/>
          <dgm:chPref val="0"/>
          <dgm:bulletEnabled val="1"/>
        </dgm:presLayoutVars>
      </dgm:prSet>
      <dgm:spPr/>
    </dgm:pt>
    <dgm:pt modelId="{F868289A-E627-4690-8CAA-CC98C4D90C90}" type="pres">
      <dgm:prSet presAssocID="{FC75BE4C-1F8E-4ADD-9D4D-4CA4F75000E7}" presName="parTxOnlySpace" presStyleCnt="0"/>
      <dgm:spPr/>
    </dgm:pt>
    <dgm:pt modelId="{C6DB58CE-AFF0-4A74-ACB3-99530E7E31F5}" type="pres">
      <dgm:prSet presAssocID="{8EEC0CE0-3E0C-40AA-BC43-0CACB75650A6}" presName="parTxOnly" presStyleLbl="node1" presStyleIdx="1" presStyleCnt="9">
        <dgm:presLayoutVars>
          <dgm:chMax val="0"/>
          <dgm:chPref val="0"/>
          <dgm:bulletEnabled val="1"/>
        </dgm:presLayoutVars>
      </dgm:prSet>
      <dgm:spPr/>
    </dgm:pt>
    <dgm:pt modelId="{75042B28-3334-4058-878E-8E46A270E78B}" type="pres">
      <dgm:prSet presAssocID="{87130D3E-B70B-4754-BEBF-589650C22229}" presName="parTxOnlySpace" presStyleCnt="0"/>
      <dgm:spPr/>
    </dgm:pt>
    <dgm:pt modelId="{816E6BDF-0AEB-4564-BC22-B2E48BAF5464}" type="pres">
      <dgm:prSet presAssocID="{AF7244D5-699B-41E3-B552-4B0FE2505BB3}" presName="parTxOnly" presStyleLbl="node1" presStyleIdx="2" presStyleCnt="9">
        <dgm:presLayoutVars>
          <dgm:chMax val="0"/>
          <dgm:chPref val="0"/>
          <dgm:bulletEnabled val="1"/>
        </dgm:presLayoutVars>
      </dgm:prSet>
      <dgm:spPr/>
    </dgm:pt>
    <dgm:pt modelId="{CA8A7359-67E2-49EE-BA47-785835584555}" type="pres">
      <dgm:prSet presAssocID="{03933E72-6665-4DCF-9EF8-3842F945C938}" presName="parTxOnlySpace" presStyleCnt="0"/>
      <dgm:spPr/>
    </dgm:pt>
    <dgm:pt modelId="{8294AD81-06F3-4FCB-BE73-18DA247D22D2}" type="pres">
      <dgm:prSet presAssocID="{9E9A4566-C4C7-4295-879A-98FA0F0C0B6A}" presName="parTxOnly" presStyleLbl="node1" presStyleIdx="3" presStyleCnt="9">
        <dgm:presLayoutVars>
          <dgm:chMax val="0"/>
          <dgm:chPref val="0"/>
          <dgm:bulletEnabled val="1"/>
        </dgm:presLayoutVars>
      </dgm:prSet>
      <dgm:spPr/>
    </dgm:pt>
    <dgm:pt modelId="{7358DB89-FF50-4AB8-A6C5-1146B429158F}" type="pres">
      <dgm:prSet presAssocID="{613E605F-26AD-4F0A-A619-7AE1560B8B4B}" presName="parTxOnlySpace" presStyleCnt="0"/>
      <dgm:spPr/>
    </dgm:pt>
    <dgm:pt modelId="{EAC0CF2B-1FBF-40CA-ABDC-CEE1EE4F248A}" type="pres">
      <dgm:prSet presAssocID="{160A1D33-E658-418E-8036-C4AB63B20C1A}" presName="parTxOnly" presStyleLbl="node1" presStyleIdx="4" presStyleCnt="9">
        <dgm:presLayoutVars>
          <dgm:chMax val="0"/>
          <dgm:chPref val="0"/>
          <dgm:bulletEnabled val="1"/>
        </dgm:presLayoutVars>
      </dgm:prSet>
      <dgm:spPr/>
    </dgm:pt>
    <dgm:pt modelId="{C619A701-542D-4069-B3EE-48F2F907915A}" type="pres">
      <dgm:prSet presAssocID="{A537A6EC-5A51-4FDB-9059-C694E197B2B0}" presName="parTxOnlySpace" presStyleCnt="0"/>
      <dgm:spPr/>
    </dgm:pt>
    <dgm:pt modelId="{2E9A4EAE-1198-4E49-A7B2-F73CA3FBCC84}" type="pres">
      <dgm:prSet presAssocID="{5C7D3CE4-ABDE-41A7-90C3-70E5C7BB467B}" presName="parTxOnly" presStyleLbl="node1" presStyleIdx="5" presStyleCnt="9">
        <dgm:presLayoutVars>
          <dgm:chMax val="0"/>
          <dgm:chPref val="0"/>
          <dgm:bulletEnabled val="1"/>
        </dgm:presLayoutVars>
      </dgm:prSet>
      <dgm:spPr/>
    </dgm:pt>
    <dgm:pt modelId="{0826F368-019C-492A-89B4-3BF70D8D6AA2}" type="pres">
      <dgm:prSet presAssocID="{049C9476-7F43-4E8F-8DD5-040390399220}" presName="parTxOnlySpace" presStyleCnt="0"/>
      <dgm:spPr/>
    </dgm:pt>
    <dgm:pt modelId="{EE7F8039-0CE1-4E24-8E1E-B62E2D35CB28}" type="pres">
      <dgm:prSet presAssocID="{DFF03899-C159-445D-9571-2E50827A2D49}" presName="parTxOnly" presStyleLbl="node1" presStyleIdx="6" presStyleCnt="9">
        <dgm:presLayoutVars>
          <dgm:chMax val="0"/>
          <dgm:chPref val="0"/>
          <dgm:bulletEnabled val="1"/>
        </dgm:presLayoutVars>
      </dgm:prSet>
      <dgm:spPr/>
    </dgm:pt>
    <dgm:pt modelId="{B754AE0E-3F1C-4BC3-A345-0FEA82A0B8C7}" type="pres">
      <dgm:prSet presAssocID="{55816338-2453-4980-BB21-94B4B3558D95}" presName="parTxOnlySpace" presStyleCnt="0"/>
      <dgm:spPr/>
    </dgm:pt>
    <dgm:pt modelId="{06E5E437-4722-4EF7-B3A7-7AD3DD309BC4}" type="pres">
      <dgm:prSet presAssocID="{A731B7DF-F419-4850-AE21-E575F7C4EFCF}" presName="parTxOnly" presStyleLbl="node1" presStyleIdx="7" presStyleCnt="9">
        <dgm:presLayoutVars>
          <dgm:chMax val="0"/>
          <dgm:chPref val="0"/>
          <dgm:bulletEnabled val="1"/>
        </dgm:presLayoutVars>
      </dgm:prSet>
      <dgm:spPr/>
    </dgm:pt>
    <dgm:pt modelId="{662C5D46-9063-4DFB-8C43-2EC75481B9AB}" type="pres">
      <dgm:prSet presAssocID="{BE42063E-144C-443B-BD76-EA23D882CF80}" presName="parTxOnlySpace" presStyleCnt="0"/>
      <dgm:spPr/>
    </dgm:pt>
    <dgm:pt modelId="{0E5BD989-60F0-4036-A0D2-ACB695C69815}" type="pres">
      <dgm:prSet presAssocID="{FB5FC1C0-15ED-4256-82B3-FEF6D43798B9}" presName="parTxOnly" presStyleLbl="node1" presStyleIdx="8" presStyleCnt="9">
        <dgm:presLayoutVars>
          <dgm:chMax val="0"/>
          <dgm:chPref val="0"/>
          <dgm:bulletEnabled val="1"/>
        </dgm:presLayoutVars>
      </dgm:prSet>
      <dgm:spPr/>
    </dgm:pt>
  </dgm:ptLst>
  <dgm:cxnLst>
    <dgm:cxn modelId="{07B3841E-55FA-4702-88A8-CBCA5B62D01F}" srcId="{89EE5BD9-379C-4A6D-9B5B-5FE8C0C1D71E}" destId="{139ED7E1-80DE-46D5-9C08-04DC86BABF66}" srcOrd="0" destOrd="0" parTransId="{1D04E3CC-1E43-46B1-A840-D144821765D8}" sibTransId="{FC75BE4C-1F8E-4ADD-9D4D-4CA4F75000E7}"/>
    <dgm:cxn modelId="{525E1722-1582-4CCD-AF4F-8DF36ADBBA4B}" srcId="{89EE5BD9-379C-4A6D-9B5B-5FE8C0C1D71E}" destId="{160A1D33-E658-418E-8036-C4AB63B20C1A}" srcOrd="4" destOrd="0" parTransId="{69116C48-78C5-4340-B244-B8CD9C973DF8}" sibTransId="{A537A6EC-5A51-4FDB-9059-C694E197B2B0}"/>
    <dgm:cxn modelId="{CA0EAB2A-03F3-444B-9F0D-1503273DB6E0}" srcId="{89EE5BD9-379C-4A6D-9B5B-5FE8C0C1D71E}" destId="{9E9A4566-C4C7-4295-879A-98FA0F0C0B6A}" srcOrd="3" destOrd="0" parTransId="{C2F97484-8C6A-4C3D-846C-AB07CBCB7BEF}" sibTransId="{613E605F-26AD-4F0A-A619-7AE1560B8B4B}"/>
    <dgm:cxn modelId="{6BA15D33-53E0-45B7-9E36-58027C9F62BA}" type="presOf" srcId="{139ED7E1-80DE-46D5-9C08-04DC86BABF66}" destId="{914191AA-E579-4637-A162-6EA965AF927A}" srcOrd="0" destOrd="0" presId="urn:microsoft.com/office/officeart/2005/8/layout/chevron1"/>
    <dgm:cxn modelId="{32A9746B-4420-4C3A-A98D-610BD1C97DAF}" type="presOf" srcId="{FB5FC1C0-15ED-4256-82B3-FEF6D43798B9}" destId="{0E5BD989-60F0-4036-A0D2-ACB695C69815}" srcOrd="0" destOrd="0" presId="urn:microsoft.com/office/officeart/2005/8/layout/chevron1"/>
    <dgm:cxn modelId="{79701377-6263-4AA8-B55A-A69E1DEBC560}" type="presOf" srcId="{9E9A4566-C4C7-4295-879A-98FA0F0C0B6A}" destId="{8294AD81-06F3-4FCB-BE73-18DA247D22D2}" srcOrd="0" destOrd="0" presId="urn:microsoft.com/office/officeart/2005/8/layout/chevron1"/>
    <dgm:cxn modelId="{838CB279-6F4D-4654-9F1B-E501A4B4BDF1}" srcId="{89EE5BD9-379C-4A6D-9B5B-5FE8C0C1D71E}" destId="{AF7244D5-699B-41E3-B552-4B0FE2505BB3}" srcOrd="2" destOrd="0" parTransId="{159D7896-E678-46FC-A1B6-45921BFC8900}" sibTransId="{03933E72-6665-4DCF-9EF8-3842F945C938}"/>
    <dgm:cxn modelId="{CE45C37A-6473-44B4-9075-9D8E05A628D3}" type="presOf" srcId="{8EEC0CE0-3E0C-40AA-BC43-0CACB75650A6}" destId="{C6DB58CE-AFF0-4A74-ACB3-99530E7E31F5}" srcOrd="0" destOrd="0" presId="urn:microsoft.com/office/officeart/2005/8/layout/chevron1"/>
    <dgm:cxn modelId="{8B6D8084-F0A6-4791-8F2D-1A210ED1DE90}" srcId="{89EE5BD9-379C-4A6D-9B5B-5FE8C0C1D71E}" destId="{5C7D3CE4-ABDE-41A7-90C3-70E5C7BB467B}" srcOrd="5" destOrd="0" parTransId="{BF6EDFD5-76D6-43D3-B03E-795B9CFD0EC5}" sibTransId="{049C9476-7F43-4E8F-8DD5-040390399220}"/>
    <dgm:cxn modelId="{8A2CDF93-5C35-4031-8F0F-653666331A45}" srcId="{89EE5BD9-379C-4A6D-9B5B-5FE8C0C1D71E}" destId="{DFF03899-C159-445D-9571-2E50827A2D49}" srcOrd="6" destOrd="0" parTransId="{06EE08EE-6A06-4DBB-B0E0-F2ABECD59FE5}" sibTransId="{55816338-2453-4980-BB21-94B4B3558D95}"/>
    <dgm:cxn modelId="{8E84CC95-D0E6-419B-ABFF-81EF41EC28CA}" srcId="{89EE5BD9-379C-4A6D-9B5B-5FE8C0C1D71E}" destId="{FB5FC1C0-15ED-4256-82B3-FEF6D43798B9}" srcOrd="8" destOrd="0" parTransId="{90EFC6E0-E373-49C2-A2D6-EFA056E5EA4A}" sibTransId="{5F6A7D14-C208-42F6-B558-215FBC26BC06}"/>
    <dgm:cxn modelId="{47B040A1-CC5B-4673-B19A-1FA13CD7C1C3}" type="presOf" srcId="{89EE5BD9-379C-4A6D-9B5B-5FE8C0C1D71E}" destId="{AA604A7B-15F5-4286-BC28-30F56879ED1D}" srcOrd="0" destOrd="0" presId="urn:microsoft.com/office/officeart/2005/8/layout/chevron1"/>
    <dgm:cxn modelId="{02FB08AA-3154-42D1-87EF-1DEF6B40AB44}" type="presOf" srcId="{160A1D33-E658-418E-8036-C4AB63B20C1A}" destId="{EAC0CF2B-1FBF-40CA-ABDC-CEE1EE4F248A}" srcOrd="0" destOrd="0" presId="urn:microsoft.com/office/officeart/2005/8/layout/chevron1"/>
    <dgm:cxn modelId="{CA36B8BB-EA72-427B-A057-A1A41F5D221F}" srcId="{89EE5BD9-379C-4A6D-9B5B-5FE8C0C1D71E}" destId="{8EEC0CE0-3E0C-40AA-BC43-0CACB75650A6}" srcOrd="1" destOrd="0" parTransId="{D470A32D-8AF6-485B-96E4-AEA0AA15C4C2}" sibTransId="{87130D3E-B70B-4754-BEBF-589650C22229}"/>
    <dgm:cxn modelId="{F3DE2FC9-D11E-4361-8E20-CCB014AAB7CB}" srcId="{89EE5BD9-379C-4A6D-9B5B-5FE8C0C1D71E}" destId="{A731B7DF-F419-4850-AE21-E575F7C4EFCF}" srcOrd="7" destOrd="0" parTransId="{75B5ACF9-06E2-4BEC-A606-9C2C9C35F5B0}" sibTransId="{BE42063E-144C-443B-BD76-EA23D882CF80}"/>
    <dgm:cxn modelId="{1EEA4DD1-F66F-41B3-9636-6CAA7D1640DD}" type="presOf" srcId="{5C7D3CE4-ABDE-41A7-90C3-70E5C7BB467B}" destId="{2E9A4EAE-1198-4E49-A7B2-F73CA3FBCC84}" srcOrd="0" destOrd="0" presId="urn:microsoft.com/office/officeart/2005/8/layout/chevron1"/>
    <dgm:cxn modelId="{336D1ADB-4782-45EE-9DBC-DF1A82144AE5}" type="presOf" srcId="{A731B7DF-F419-4850-AE21-E575F7C4EFCF}" destId="{06E5E437-4722-4EF7-B3A7-7AD3DD309BC4}" srcOrd="0" destOrd="0" presId="urn:microsoft.com/office/officeart/2005/8/layout/chevron1"/>
    <dgm:cxn modelId="{6F872DDD-BCB3-46BD-99E2-E5178CD2AE60}" type="presOf" srcId="{DFF03899-C159-445D-9571-2E50827A2D49}" destId="{EE7F8039-0CE1-4E24-8E1E-B62E2D35CB28}" srcOrd="0" destOrd="0" presId="urn:microsoft.com/office/officeart/2005/8/layout/chevron1"/>
    <dgm:cxn modelId="{43CBABEF-71E5-4BCF-AFA9-D6186AAD7209}" type="presOf" srcId="{AF7244D5-699B-41E3-B552-4B0FE2505BB3}" destId="{816E6BDF-0AEB-4564-BC22-B2E48BAF5464}" srcOrd="0" destOrd="0" presId="urn:microsoft.com/office/officeart/2005/8/layout/chevron1"/>
    <dgm:cxn modelId="{FCAA45F7-869F-411C-976F-FCCACDB5103F}" type="presParOf" srcId="{AA604A7B-15F5-4286-BC28-30F56879ED1D}" destId="{914191AA-E579-4637-A162-6EA965AF927A}" srcOrd="0" destOrd="0" presId="urn:microsoft.com/office/officeart/2005/8/layout/chevron1"/>
    <dgm:cxn modelId="{FA5D75A8-D075-49AB-B33A-833B4C990414}" type="presParOf" srcId="{AA604A7B-15F5-4286-BC28-30F56879ED1D}" destId="{F868289A-E627-4690-8CAA-CC98C4D90C90}" srcOrd="1" destOrd="0" presId="urn:microsoft.com/office/officeart/2005/8/layout/chevron1"/>
    <dgm:cxn modelId="{C1F55893-ADA0-44A4-98DF-5642E8BCD8FA}" type="presParOf" srcId="{AA604A7B-15F5-4286-BC28-30F56879ED1D}" destId="{C6DB58CE-AFF0-4A74-ACB3-99530E7E31F5}" srcOrd="2" destOrd="0" presId="urn:microsoft.com/office/officeart/2005/8/layout/chevron1"/>
    <dgm:cxn modelId="{4CDE61A1-80ED-47DE-916E-CA544C8C45DB}" type="presParOf" srcId="{AA604A7B-15F5-4286-BC28-30F56879ED1D}" destId="{75042B28-3334-4058-878E-8E46A270E78B}" srcOrd="3" destOrd="0" presId="urn:microsoft.com/office/officeart/2005/8/layout/chevron1"/>
    <dgm:cxn modelId="{98DFE00E-8D27-4AD2-9F22-EEB6C936547A}" type="presParOf" srcId="{AA604A7B-15F5-4286-BC28-30F56879ED1D}" destId="{816E6BDF-0AEB-4564-BC22-B2E48BAF5464}" srcOrd="4" destOrd="0" presId="urn:microsoft.com/office/officeart/2005/8/layout/chevron1"/>
    <dgm:cxn modelId="{C67FC589-EBFC-471A-BB2E-45DE09BD2C6C}" type="presParOf" srcId="{AA604A7B-15F5-4286-BC28-30F56879ED1D}" destId="{CA8A7359-67E2-49EE-BA47-785835584555}" srcOrd="5" destOrd="0" presId="urn:microsoft.com/office/officeart/2005/8/layout/chevron1"/>
    <dgm:cxn modelId="{0BE3E005-BDA2-435C-B0E7-945416452345}" type="presParOf" srcId="{AA604A7B-15F5-4286-BC28-30F56879ED1D}" destId="{8294AD81-06F3-4FCB-BE73-18DA247D22D2}" srcOrd="6" destOrd="0" presId="urn:microsoft.com/office/officeart/2005/8/layout/chevron1"/>
    <dgm:cxn modelId="{3C333496-2DBE-40FA-805C-4AB2178951E3}" type="presParOf" srcId="{AA604A7B-15F5-4286-BC28-30F56879ED1D}" destId="{7358DB89-FF50-4AB8-A6C5-1146B429158F}" srcOrd="7" destOrd="0" presId="urn:microsoft.com/office/officeart/2005/8/layout/chevron1"/>
    <dgm:cxn modelId="{D3A5EDC4-4A37-4986-89BF-6585A4A397B0}" type="presParOf" srcId="{AA604A7B-15F5-4286-BC28-30F56879ED1D}" destId="{EAC0CF2B-1FBF-40CA-ABDC-CEE1EE4F248A}" srcOrd="8" destOrd="0" presId="urn:microsoft.com/office/officeart/2005/8/layout/chevron1"/>
    <dgm:cxn modelId="{5294F6B5-0915-4051-921C-21D6D35B2AC7}" type="presParOf" srcId="{AA604A7B-15F5-4286-BC28-30F56879ED1D}" destId="{C619A701-542D-4069-B3EE-48F2F907915A}" srcOrd="9" destOrd="0" presId="urn:microsoft.com/office/officeart/2005/8/layout/chevron1"/>
    <dgm:cxn modelId="{987B81EC-6B64-4245-A4FE-9A0C44AB7D80}" type="presParOf" srcId="{AA604A7B-15F5-4286-BC28-30F56879ED1D}" destId="{2E9A4EAE-1198-4E49-A7B2-F73CA3FBCC84}" srcOrd="10" destOrd="0" presId="urn:microsoft.com/office/officeart/2005/8/layout/chevron1"/>
    <dgm:cxn modelId="{659EF2DA-0298-438E-9684-D1BFF8EB0422}" type="presParOf" srcId="{AA604A7B-15F5-4286-BC28-30F56879ED1D}" destId="{0826F368-019C-492A-89B4-3BF70D8D6AA2}" srcOrd="11" destOrd="0" presId="urn:microsoft.com/office/officeart/2005/8/layout/chevron1"/>
    <dgm:cxn modelId="{94154976-511E-4C4B-B622-4FD807631952}" type="presParOf" srcId="{AA604A7B-15F5-4286-BC28-30F56879ED1D}" destId="{EE7F8039-0CE1-4E24-8E1E-B62E2D35CB28}" srcOrd="12" destOrd="0" presId="urn:microsoft.com/office/officeart/2005/8/layout/chevron1"/>
    <dgm:cxn modelId="{83D58338-DB6C-4BBC-AA60-A4951FE6B9E4}" type="presParOf" srcId="{AA604A7B-15F5-4286-BC28-30F56879ED1D}" destId="{B754AE0E-3F1C-4BC3-A345-0FEA82A0B8C7}" srcOrd="13" destOrd="0" presId="urn:microsoft.com/office/officeart/2005/8/layout/chevron1"/>
    <dgm:cxn modelId="{91F4E344-2351-4112-A576-9E1D1194CC0F}" type="presParOf" srcId="{AA604A7B-15F5-4286-BC28-30F56879ED1D}" destId="{06E5E437-4722-4EF7-B3A7-7AD3DD309BC4}" srcOrd="14" destOrd="0" presId="urn:microsoft.com/office/officeart/2005/8/layout/chevron1"/>
    <dgm:cxn modelId="{4E1264C3-777B-4D12-9693-D68A9C97D54E}" type="presParOf" srcId="{AA604A7B-15F5-4286-BC28-30F56879ED1D}" destId="{662C5D46-9063-4DFB-8C43-2EC75481B9AB}" srcOrd="15" destOrd="0" presId="urn:microsoft.com/office/officeart/2005/8/layout/chevron1"/>
    <dgm:cxn modelId="{11CF383C-11E3-4D63-88D7-C97A67160040}" type="presParOf" srcId="{AA604A7B-15F5-4286-BC28-30F56879ED1D}" destId="{0E5BD989-60F0-4036-A0D2-ACB695C69815}" srcOrd="16"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89EE5BD9-379C-4A6D-9B5B-5FE8C0C1D71E}" type="doc">
      <dgm:prSet loTypeId="urn:microsoft.com/office/officeart/2005/8/layout/chevron1" loCatId="process" qsTypeId="urn:microsoft.com/office/officeart/2005/8/quickstyle/simple1" qsCatId="simple" csTypeId="urn:microsoft.com/office/officeart/2005/8/colors/accent1_2" csCatId="accent1" phldr="1"/>
      <dgm:spPr/>
    </dgm:pt>
    <dgm:pt modelId="{139ED7E1-80DE-46D5-9C08-04DC86BABF66}">
      <dgm:prSet phldrT="[文字]"/>
      <dgm:spPr/>
      <dgm:t>
        <a:bodyPr/>
        <a:lstStyle/>
        <a:p>
          <a:r>
            <a:rPr lang="zh-TW" altLang="en-US" dirty="0"/>
            <a:t>資料蒐集</a:t>
          </a:r>
        </a:p>
      </dgm:t>
    </dgm:pt>
    <dgm:pt modelId="{1D04E3CC-1E43-46B1-A840-D144821765D8}" type="parTrans" cxnId="{07B3841E-55FA-4702-88A8-CBCA5B62D01F}">
      <dgm:prSet/>
      <dgm:spPr/>
      <dgm:t>
        <a:bodyPr/>
        <a:lstStyle/>
        <a:p>
          <a:endParaRPr lang="zh-TW" altLang="en-US"/>
        </a:p>
      </dgm:t>
    </dgm:pt>
    <dgm:pt modelId="{FC75BE4C-1F8E-4ADD-9D4D-4CA4F75000E7}" type="sibTrans" cxnId="{07B3841E-55FA-4702-88A8-CBCA5B62D01F}">
      <dgm:prSet/>
      <dgm:spPr/>
      <dgm:t>
        <a:bodyPr/>
        <a:lstStyle/>
        <a:p>
          <a:endParaRPr lang="zh-TW" altLang="en-US"/>
        </a:p>
      </dgm:t>
    </dgm:pt>
    <dgm:pt modelId="{8EEC0CE0-3E0C-40AA-BC43-0CACB75650A6}">
      <dgm:prSet phldrT="[文字]"/>
      <dgm:spPr/>
      <dgm:t>
        <a:bodyPr/>
        <a:lstStyle/>
        <a:p>
          <a:r>
            <a:rPr lang="zh-TW" altLang="en-US" dirty="0"/>
            <a:t>案件篩選</a:t>
          </a:r>
        </a:p>
      </dgm:t>
    </dgm:pt>
    <dgm:pt modelId="{D470A32D-8AF6-485B-96E4-AEA0AA15C4C2}" type="parTrans" cxnId="{CA36B8BB-EA72-427B-A057-A1A41F5D221F}">
      <dgm:prSet/>
      <dgm:spPr/>
      <dgm:t>
        <a:bodyPr/>
        <a:lstStyle/>
        <a:p>
          <a:endParaRPr lang="zh-TW" altLang="en-US"/>
        </a:p>
      </dgm:t>
    </dgm:pt>
    <dgm:pt modelId="{87130D3E-B70B-4754-BEBF-589650C22229}" type="sibTrans" cxnId="{CA36B8BB-EA72-427B-A057-A1A41F5D221F}">
      <dgm:prSet/>
      <dgm:spPr/>
      <dgm:t>
        <a:bodyPr/>
        <a:lstStyle/>
        <a:p>
          <a:endParaRPr lang="zh-TW" altLang="en-US"/>
        </a:p>
      </dgm:t>
    </dgm:pt>
    <dgm:pt modelId="{AF7244D5-699B-41E3-B552-4B0FE2505BB3}">
      <dgm:prSet phldrT="[文字]"/>
      <dgm:spPr/>
      <dgm:t>
        <a:bodyPr/>
        <a:lstStyle/>
        <a:p>
          <a:r>
            <a:rPr lang="zh-TW" altLang="en-US" dirty="0"/>
            <a:t>標籤整理</a:t>
          </a:r>
        </a:p>
      </dgm:t>
    </dgm:pt>
    <dgm:pt modelId="{159D7896-E678-46FC-A1B6-45921BFC8900}" type="parTrans" cxnId="{838CB279-6F4D-4654-9F1B-E501A4B4BDF1}">
      <dgm:prSet/>
      <dgm:spPr/>
      <dgm:t>
        <a:bodyPr/>
        <a:lstStyle/>
        <a:p>
          <a:endParaRPr lang="zh-TW" altLang="en-US"/>
        </a:p>
      </dgm:t>
    </dgm:pt>
    <dgm:pt modelId="{03933E72-6665-4DCF-9EF8-3842F945C938}" type="sibTrans" cxnId="{838CB279-6F4D-4654-9F1B-E501A4B4BDF1}">
      <dgm:prSet/>
      <dgm:spPr/>
      <dgm:t>
        <a:bodyPr/>
        <a:lstStyle/>
        <a:p>
          <a:endParaRPr lang="zh-TW" altLang="en-US"/>
        </a:p>
      </dgm:t>
    </dgm:pt>
    <dgm:pt modelId="{9E9A4566-C4C7-4295-879A-98FA0F0C0B6A}">
      <dgm:prSet phldrT="[文字]"/>
      <dgm:spPr/>
      <dgm:t>
        <a:bodyPr/>
        <a:lstStyle/>
        <a:p>
          <a:r>
            <a:rPr lang="zh-TW" altLang="en-US" dirty="0"/>
            <a:t>文本前處理</a:t>
          </a:r>
        </a:p>
      </dgm:t>
    </dgm:pt>
    <dgm:pt modelId="{C2F97484-8C6A-4C3D-846C-AB07CBCB7BEF}" type="parTrans" cxnId="{CA0EAB2A-03F3-444B-9F0D-1503273DB6E0}">
      <dgm:prSet/>
      <dgm:spPr/>
      <dgm:t>
        <a:bodyPr/>
        <a:lstStyle/>
        <a:p>
          <a:endParaRPr lang="zh-TW" altLang="en-US"/>
        </a:p>
      </dgm:t>
    </dgm:pt>
    <dgm:pt modelId="{613E605F-26AD-4F0A-A619-7AE1560B8B4B}" type="sibTrans" cxnId="{CA0EAB2A-03F3-444B-9F0D-1503273DB6E0}">
      <dgm:prSet/>
      <dgm:spPr/>
      <dgm:t>
        <a:bodyPr/>
        <a:lstStyle/>
        <a:p>
          <a:endParaRPr lang="zh-TW" altLang="en-US"/>
        </a:p>
      </dgm:t>
    </dgm:pt>
    <dgm:pt modelId="{160A1D33-E658-418E-8036-C4AB63B20C1A}">
      <dgm:prSet phldrT="[文字]"/>
      <dgm:spPr/>
      <dgm:t>
        <a:bodyPr/>
        <a:lstStyle/>
        <a:p>
          <a:r>
            <a:rPr lang="zh-TW" altLang="en-US" dirty="0"/>
            <a:t>特徵建構</a:t>
          </a:r>
        </a:p>
      </dgm:t>
    </dgm:pt>
    <dgm:pt modelId="{69116C48-78C5-4340-B244-B8CD9C973DF8}" type="parTrans" cxnId="{525E1722-1582-4CCD-AF4F-8DF36ADBBA4B}">
      <dgm:prSet/>
      <dgm:spPr/>
      <dgm:t>
        <a:bodyPr/>
        <a:lstStyle/>
        <a:p>
          <a:endParaRPr lang="zh-TW" altLang="en-US"/>
        </a:p>
      </dgm:t>
    </dgm:pt>
    <dgm:pt modelId="{A537A6EC-5A51-4FDB-9059-C694E197B2B0}" type="sibTrans" cxnId="{525E1722-1582-4CCD-AF4F-8DF36ADBBA4B}">
      <dgm:prSet/>
      <dgm:spPr/>
      <dgm:t>
        <a:bodyPr/>
        <a:lstStyle/>
        <a:p>
          <a:endParaRPr lang="zh-TW" altLang="en-US"/>
        </a:p>
      </dgm:t>
    </dgm:pt>
    <dgm:pt modelId="{5C7D3CE4-ABDE-41A7-90C3-70E5C7BB467B}">
      <dgm:prSet phldrT="[文字]"/>
      <dgm:spPr/>
      <dgm:t>
        <a:bodyPr/>
        <a:lstStyle/>
        <a:p>
          <a:r>
            <a:rPr lang="zh-TW" altLang="en-US" dirty="0"/>
            <a:t>特徵選擇</a:t>
          </a:r>
        </a:p>
      </dgm:t>
    </dgm:pt>
    <dgm:pt modelId="{BF6EDFD5-76D6-43D3-B03E-795B9CFD0EC5}" type="parTrans" cxnId="{8B6D8084-F0A6-4791-8F2D-1A210ED1DE90}">
      <dgm:prSet/>
      <dgm:spPr/>
      <dgm:t>
        <a:bodyPr/>
        <a:lstStyle/>
        <a:p>
          <a:endParaRPr lang="zh-TW" altLang="en-US"/>
        </a:p>
      </dgm:t>
    </dgm:pt>
    <dgm:pt modelId="{049C9476-7F43-4E8F-8DD5-040390399220}" type="sibTrans" cxnId="{8B6D8084-F0A6-4791-8F2D-1A210ED1DE90}">
      <dgm:prSet/>
      <dgm:spPr/>
      <dgm:t>
        <a:bodyPr/>
        <a:lstStyle/>
        <a:p>
          <a:endParaRPr lang="zh-TW" altLang="en-US"/>
        </a:p>
      </dgm:t>
    </dgm:pt>
    <dgm:pt modelId="{DFF03899-C159-445D-9571-2E50827A2D49}">
      <dgm:prSet phldrT="[文字]"/>
      <dgm:spPr/>
      <dgm:t>
        <a:bodyPr/>
        <a:lstStyle/>
        <a:p>
          <a:r>
            <a:rPr lang="zh-TW" altLang="en-US" dirty="0"/>
            <a:t>模型訓練</a:t>
          </a:r>
        </a:p>
      </dgm:t>
    </dgm:pt>
    <dgm:pt modelId="{06EE08EE-6A06-4DBB-B0E0-F2ABECD59FE5}" type="parTrans" cxnId="{8A2CDF93-5C35-4031-8F0F-653666331A45}">
      <dgm:prSet/>
      <dgm:spPr/>
      <dgm:t>
        <a:bodyPr/>
        <a:lstStyle/>
        <a:p>
          <a:endParaRPr lang="zh-TW" altLang="en-US"/>
        </a:p>
      </dgm:t>
    </dgm:pt>
    <dgm:pt modelId="{55816338-2453-4980-BB21-94B4B3558D95}" type="sibTrans" cxnId="{8A2CDF93-5C35-4031-8F0F-653666331A45}">
      <dgm:prSet/>
      <dgm:spPr/>
      <dgm:t>
        <a:bodyPr/>
        <a:lstStyle/>
        <a:p>
          <a:endParaRPr lang="zh-TW" altLang="en-US"/>
        </a:p>
      </dgm:t>
    </dgm:pt>
    <dgm:pt modelId="{A731B7DF-F419-4850-AE21-E575F7C4EFCF}">
      <dgm:prSet phldrT="[文字]"/>
      <dgm:spPr/>
      <dgm:t>
        <a:bodyPr/>
        <a:lstStyle/>
        <a:p>
          <a:r>
            <a:rPr lang="zh-TW" altLang="en-US" dirty="0"/>
            <a:t>模型評估</a:t>
          </a:r>
        </a:p>
      </dgm:t>
    </dgm:pt>
    <dgm:pt modelId="{75B5ACF9-06E2-4BEC-A606-9C2C9C35F5B0}" type="parTrans" cxnId="{F3DE2FC9-D11E-4361-8E20-CCB014AAB7CB}">
      <dgm:prSet/>
      <dgm:spPr/>
      <dgm:t>
        <a:bodyPr/>
        <a:lstStyle/>
        <a:p>
          <a:endParaRPr lang="zh-TW" altLang="en-US"/>
        </a:p>
      </dgm:t>
    </dgm:pt>
    <dgm:pt modelId="{BE42063E-144C-443B-BD76-EA23D882CF80}" type="sibTrans" cxnId="{F3DE2FC9-D11E-4361-8E20-CCB014AAB7CB}">
      <dgm:prSet/>
      <dgm:spPr/>
      <dgm:t>
        <a:bodyPr/>
        <a:lstStyle/>
        <a:p>
          <a:endParaRPr lang="zh-TW" altLang="en-US"/>
        </a:p>
      </dgm:t>
    </dgm:pt>
    <dgm:pt modelId="{FB5FC1C0-15ED-4256-82B3-FEF6D43798B9}">
      <dgm:prSet phldrT="[文字]"/>
      <dgm:spPr/>
      <dgm:t>
        <a:bodyPr/>
        <a:lstStyle/>
        <a:p>
          <a:r>
            <a:rPr lang="zh-TW" altLang="en-US" dirty="0"/>
            <a:t>結果</a:t>
          </a:r>
        </a:p>
      </dgm:t>
    </dgm:pt>
    <dgm:pt modelId="{90EFC6E0-E373-49C2-A2D6-EFA056E5EA4A}" type="parTrans" cxnId="{8E84CC95-D0E6-419B-ABFF-81EF41EC28CA}">
      <dgm:prSet/>
      <dgm:spPr/>
      <dgm:t>
        <a:bodyPr/>
        <a:lstStyle/>
        <a:p>
          <a:endParaRPr lang="zh-TW" altLang="en-US"/>
        </a:p>
      </dgm:t>
    </dgm:pt>
    <dgm:pt modelId="{5F6A7D14-C208-42F6-B558-215FBC26BC06}" type="sibTrans" cxnId="{8E84CC95-D0E6-419B-ABFF-81EF41EC28CA}">
      <dgm:prSet/>
      <dgm:spPr/>
      <dgm:t>
        <a:bodyPr/>
        <a:lstStyle/>
        <a:p>
          <a:endParaRPr lang="zh-TW" altLang="en-US"/>
        </a:p>
      </dgm:t>
    </dgm:pt>
    <dgm:pt modelId="{AA604A7B-15F5-4286-BC28-30F56879ED1D}" type="pres">
      <dgm:prSet presAssocID="{89EE5BD9-379C-4A6D-9B5B-5FE8C0C1D71E}" presName="Name0" presStyleCnt="0">
        <dgm:presLayoutVars>
          <dgm:dir/>
          <dgm:animLvl val="lvl"/>
          <dgm:resizeHandles val="exact"/>
        </dgm:presLayoutVars>
      </dgm:prSet>
      <dgm:spPr/>
    </dgm:pt>
    <dgm:pt modelId="{914191AA-E579-4637-A162-6EA965AF927A}" type="pres">
      <dgm:prSet presAssocID="{139ED7E1-80DE-46D5-9C08-04DC86BABF66}" presName="parTxOnly" presStyleLbl="node1" presStyleIdx="0" presStyleCnt="9">
        <dgm:presLayoutVars>
          <dgm:chMax val="0"/>
          <dgm:chPref val="0"/>
          <dgm:bulletEnabled val="1"/>
        </dgm:presLayoutVars>
      </dgm:prSet>
      <dgm:spPr/>
    </dgm:pt>
    <dgm:pt modelId="{F868289A-E627-4690-8CAA-CC98C4D90C90}" type="pres">
      <dgm:prSet presAssocID="{FC75BE4C-1F8E-4ADD-9D4D-4CA4F75000E7}" presName="parTxOnlySpace" presStyleCnt="0"/>
      <dgm:spPr/>
    </dgm:pt>
    <dgm:pt modelId="{C6DB58CE-AFF0-4A74-ACB3-99530E7E31F5}" type="pres">
      <dgm:prSet presAssocID="{8EEC0CE0-3E0C-40AA-BC43-0CACB75650A6}" presName="parTxOnly" presStyleLbl="node1" presStyleIdx="1" presStyleCnt="9">
        <dgm:presLayoutVars>
          <dgm:chMax val="0"/>
          <dgm:chPref val="0"/>
          <dgm:bulletEnabled val="1"/>
        </dgm:presLayoutVars>
      </dgm:prSet>
      <dgm:spPr/>
    </dgm:pt>
    <dgm:pt modelId="{75042B28-3334-4058-878E-8E46A270E78B}" type="pres">
      <dgm:prSet presAssocID="{87130D3E-B70B-4754-BEBF-589650C22229}" presName="parTxOnlySpace" presStyleCnt="0"/>
      <dgm:spPr/>
    </dgm:pt>
    <dgm:pt modelId="{816E6BDF-0AEB-4564-BC22-B2E48BAF5464}" type="pres">
      <dgm:prSet presAssocID="{AF7244D5-699B-41E3-B552-4B0FE2505BB3}" presName="parTxOnly" presStyleLbl="node1" presStyleIdx="2" presStyleCnt="9">
        <dgm:presLayoutVars>
          <dgm:chMax val="0"/>
          <dgm:chPref val="0"/>
          <dgm:bulletEnabled val="1"/>
        </dgm:presLayoutVars>
      </dgm:prSet>
      <dgm:spPr/>
    </dgm:pt>
    <dgm:pt modelId="{CA8A7359-67E2-49EE-BA47-785835584555}" type="pres">
      <dgm:prSet presAssocID="{03933E72-6665-4DCF-9EF8-3842F945C938}" presName="parTxOnlySpace" presStyleCnt="0"/>
      <dgm:spPr/>
    </dgm:pt>
    <dgm:pt modelId="{8294AD81-06F3-4FCB-BE73-18DA247D22D2}" type="pres">
      <dgm:prSet presAssocID="{9E9A4566-C4C7-4295-879A-98FA0F0C0B6A}" presName="parTxOnly" presStyleLbl="node1" presStyleIdx="3" presStyleCnt="9">
        <dgm:presLayoutVars>
          <dgm:chMax val="0"/>
          <dgm:chPref val="0"/>
          <dgm:bulletEnabled val="1"/>
        </dgm:presLayoutVars>
      </dgm:prSet>
      <dgm:spPr/>
    </dgm:pt>
    <dgm:pt modelId="{7358DB89-FF50-4AB8-A6C5-1146B429158F}" type="pres">
      <dgm:prSet presAssocID="{613E605F-26AD-4F0A-A619-7AE1560B8B4B}" presName="parTxOnlySpace" presStyleCnt="0"/>
      <dgm:spPr/>
    </dgm:pt>
    <dgm:pt modelId="{EAC0CF2B-1FBF-40CA-ABDC-CEE1EE4F248A}" type="pres">
      <dgm:prSet presAssocID="{160A1D33-E658-418E-8036-C4AB63B20C1A}" presName="parTxOnly" presStyleLbl="node1" presStyleIdx="4" presStyleCnt="9">
        <dgm:presLayoutVars>
          <dgm:chMax val="0"/>
          <dgm:chPref val="0"/>
          <dgm:bulletEnabled val="1"/>
        </dgm:presLayoutVars>
      </dgm:prSet>
      <dgm:spPr/>
    </dgm:pt>
    <dgm:pt modelId="{C619A701-542D-4069-B3EE-48F2F907915A}" type="pres">
      <dgm:prSet presAssocID="{A537A6EC-5A51-4FDB-9059-C694E197B2B0}" presName="parTxOnlySpace" presStyleCnt="0"/>
      <dgm:spPr/>
    </dgm:pt>
    <dgm:pt modelId="{2E9A4EAE-1198-4E49-A7B2-F73CA3FBCC84}" type="pres">
      <dgm:prSet presAssocID="{5C7D3CE4-ABDE-41A7-90C3-70E5C7BB467B}" presName="parTxOnly" presStyleLbl="node1" presStyleIdx="5" presStyleCnt="9">
        <dgm:presLayoutVars>
          <dgm:chMax val="0"/>
          <dgm:chPref val="0"/>
          <dgm:bulletEnabled val="1"/>
        </dgm:presLayoutVars>
      </dgm:prSet>
      <dgm:spPr/>
    </dgm:pt>
    <dgm:pt modelId="{0826F368-019C-492A-89B4-3BF70D8D6AA2}" type="pres">
      <dgm:prSet presAssocID="{049C9476-7F43-4E8F-8DD5-040390399220}" presName="parTxOnlySpace" presStyleCnt="0"/>
      <dgm:spPr/>
    </dgm:pt>
    <dgm:pt modelId="{EE7F8039-0CE1-4E24-8E1E-B62E2D35CB28}" type="pres">
      <dgm:prSet presAssocID="{DFF03899-C159-445D-9571-2E50827A2D49}" presName="parTxOnly" presStyleLbl="node1" presStyleIdx="6" presStyleCnt="9">
        <dgm:presLayoutVars>
          <dgm:chMax val="0"/>
          <dgm:chPref val="0"/>
          <dgm:bulletEnabled val="1"/>
        </dgm:presLayoutVars>
      </dgm:prSet>
      <dgm:spPr/>
    </dgm:pt>
    <dgm:pt modelId="{B754AE0E-3F1C-4BC3-A345-0FEA82A0B8C7}" type="pres">
      <dgm:prSet presAssocID="{55816338-2453-4980-BB21-94B4B3558D95}" presName="parTxOnlySpace" presStyleCnt="0"/>
      <dgm:spPr/>
    </dgm:pt>
    <dgm:pt modelId="{06E5E437-4722-4EF7-B3A7-7AD3DD309BC4}" type="pres">
      <dgm:prSet presAssocID="{A731B7DF-F419-4850-AE21-E575F7C4EFCF}" presName="parTxOnly" presStyleLbl="node1" presStyleIdx="7" presStyleCnt="9">
        <dgm:presLayoutVars>
          <dgm:chMax val="0"/>
          <dgm:chPref val="0"/>
          <dgm:bulletEnabled val="1"/>
        </dgm:presLayoutVars>
      </dgm:prSet>
      <dgm:spPr/>
    </dgm:pt>
    <dgm:pt modelId="{662C5D46-9063-4DFB-8C43-2EC75481B9AB}" type="pres">
      <dgm:prSet presAssocID="{BE42063E-144C-443B-BD76-EA23D882CF80}" presName="parTxOnlySpace" presStyleCnt="0"/>
      <dgm:spPr/>
    </dgm:pt>
    <dgm:pt modelId="{0E5BD989-60F0-4036-A0D2-ACB695C69815}" type="pres">
      <dgm:prSet presAssocID="{FB5FC1C0-15ED-4256-82B3-FEF6D43798B9}" presName="parTxOnly" presStyleLbl="node1" presStyleIdx="8" presStyleCnt="9">
        <dgm:presLayoutVars>
          <dgm:chMax val="0"/>
          <dgm:chPref val="0"/>
          <dgm:bulletEnabled val="1"/>
        </dgm:presLayoutVars>
      </dgm:prSet>
      <dgm:spPr/>
    </dgm:pt>
  </dgm:ptLst>
  <dgm:cxnLst>
    <dgm:cxn modelId="{07B3841E-55FA-4702-88A8-CBCA5B62D01F}" srcId="{89EE5BD9-379C-4A6D-9B5B-5FE8C0C1D71E}" destId="{139ED7E1-80DE-46D5-9C08-04DC86BABF66}" srcOrd="0" destOrd="0" parTransId="{1D04E3CC-1E43-46B1-A840-D144821765D8}" sibTransId="{FC75BE4C-1F8E-4ADD-9D4D-4CA4F75000E7}"/>
    <dgm:cxn modelId="{525E1722-1582-4CCD-AF4F-8DF36ADBBA4B}" srcId="{89EE5BD9-379C-4A6D-9B5B-5FE8C0C1D71E}" destId="{160A1D33-E658-418E-8036-C4AB63B20C1A}" srcOrd="4" destOrd="0" parTransId="{69116C48-78C5-4340-B244-B8CD9C973DF8}" sibTransId="{A537A6EC-5A51-4FDB-9059-C694E197B2B0}"/>
    <dgm:cxn modelId="{CA0EAB2A-03F3-444B-9F0D-1503273DB6E0}" srcId="{89EE5BD9-379C-4A6D-9B5B-5FE8C0C1D71E}" destId="{9E9A4566-C4C7-4295-879A-98FA0F0C0B6A}" srcOrd="3" destOrd="0" parTransId="{C2F97484-8C6A-4C3D-846C-AB07CBCB7BEF}" sibTransId="{613E605F-26AD-4F0A-A619-7AE1560B8B4B}"/>
    <dgm:cxn modelId="{6BA15D33-53E0-45B7-9E36-58027C9F62BA}" type="presOf" srcId="{139ED7E1-80DE-46D5-9C08-04DC86BABF66}" destId="{914191AA-E579-4637-A162-6EA965AF927A}" srcOrd="0" destOrd="0" presId="urn:microsoft.com/office/officeart/2005/8/layout/chevron1"/>
    <dgm:cxn modelId="{32A9746B-4420-4C3A-A98D-610BD1C97DAF}" type="presOf" srcId="{FB5FC1C0-15ED-4256-82B3-FEF6D43798B9}" destId="{0E5BD989-60F0-4036-A0D2-ACB695C69815}" srcOrd="0" destOrd="0" presId="urn:microsoft.com/office/officeart/2005/8/layout/chevron1"/>
    <dgm:cxn modelId="{79701377-6263-4AA8-B55A-A69E1DEBC560}" type="presOf" srcId="{9E9A4566-C4C7-4295-879A-98FA0F0C0B6A}" destId="{8294AD81-06F3-4FCB-BE73-18DA247D22D2}" srcOrd="0" destOrd="0" presId="urn:microsoft.com/office/officeart/2005/8/layout/chevron1"/>
    <dgm:cxn modelId="{838CB279-6F4D-4654-9F1B-E501A4B4BDF1}" srcId="{89EE5BD9-379C-4A6D-9B5B-5FE8C0C1D71E}" destId="{AF7244D5-699B-41E3-B552-4B0FE2505BB3}" srcOrd="2" destOrd="0" parTransId="{159D7896-E678-46FC-A1B6-45921BFC8900}" sibTransId="{03933E72-6665-4DCF-9EF8-3842F945C938}"/>
    <dgm:cxn modelId="{CE45C37A-6473-44B4-9075-9D8E05A628D3}" type="presOf" srcId="{8EEC0CE0-3E0C-40AA-BC43-0CACB75650A6}" destId="{C6DB58CE-AFF0-4A74-ACB3-99530E7E31F5}" srcOrd="0" destOrd="0" presId="urn:microsoft.com/office/officeart/2005/8/layout/chevron1"/>
    <dgm:cxn modelId="{8B6D8084-F0A6-4791-8F2D-1A210ED1DE90}" srcId="{89EE5BD9-379C-4A6D-9B5B-5FE8C0C1D71E}" destId="{5C7D3CE4-ABDE-41A7-90C3-70E5C7BB467B}" srcOrd="5" destOrd="0" parTransId="{BF6EDFD5-76D6-43D3-B03E-795B9CFD0EC5}" sibTransId="{049C9476-7F43-4E8F-8DD5-040390399220}"/>
    <dgm:cxn modelId="{8A2CDF93-5C35-4031-8F0F-653666331A45}" srcId="{89EE5BD9-379C-4A6D-9B5B-5FE8C0C1D71E}" destId="{DFF03899-C159-445D-9571-2E50827A2D49}" srcOrd="6" destOrd="0" parTransId="{06EE08EE-6A06-4DBB-B0E0-F2ABECD59FE5}" sibTransId="{55816338-2453-4980-BB21-94B4B3558D95}"/>
    <dgm:cxn modelId="{8E84CC95-D0E6-419B-ABFF-81EF41EC28CA}" srcId="{89EE5BD9-379C-4A6D-9B5B-5FE8C0C1D71E}" destId="{FB5FC1C0-15ED-4256-82B3-FEF6D43798B9}" srcOrd="8" destOrd="0" parTransId="{90EFC6E0-E373-49C2-A2D6-EFA056E5EA4A}" sibTransId="{5F6A7D14-C208-42F6-B558-215FBC26BC06}"/>
    <dgm:cxn modelId="{47B040A1-CC5B-4673-B19A-1FA13CD7C1C3}" type="presOf" srcId="{89EE5BD9-379C-4A6D-9B5B-5FE8C0C1D71E}" destId="{AA604A7B-15F5-4286-BC28-30F56879ED1D}" srcOrd="0" destOrd="0" presId="urn:microsoft.com/office/officeart/2005/8/layout/chevron1"/>
    <dgm:cxn modelId="{02FB08AA-3154-42D1-87EF-1DEF6B40AB44}" type="presOf" srcId="{160A1D33-E658-418E-8036-C4AB63B20C1A}" destId="{EAC0CF2B-1FBF-40CA-ABDC-CEE1EE4F248A}" srcOrd="0" destOrd="0" presId="urn:microsoft.com/office/officeart/2005/8/layout/chevron1"/>
    <dgm:cxn modelId="{CA36B8BB-EA72-427B-A057-A1A41F5D221F}" srcId="{89EE5BD9-379C-4A6D-9B5B-5FE8C0C1D71E}" destId="{8EEC0CE0-3E0C-40AA-BC43-0CACB75650A6}" srcOrd="1" destOrd="0" parTransId="{D470A32D-8AF6-485B-96E4-AEA0AA15C4C2}" sibTransId="{87130D3E-B70B-4754-BEBF-589650C22229}"/>
    <dgm:cxn modelId="{F3DE2FC9-D11E-4361-8E20-CCB014AAB7CB}" srcId="{89EE5BD9-379C-4A6D-9B5B-5FE8C0C1D71E}" destId="{A731B7DF-F419-4850-AE21-E575F7C4EFCF}" srcOrd="7" destOrd="0" parTransId="{75B5ACF9-06E2-4BEC-A606-9C2C9C35F5B0}" sibTransId="{BE42063E-144C-443B-BD76-EA23D882CF80}"/>
    <dgm:cxn modelId="{1EEA4DD1-F66F-41B3-9636-6CAA7D1640DD}" type="presOf" srcId="{5C7D3CE4-ABDE-41A7-90C3-70E5C7BB467B}" destId="{2E9A4EAE-1198-4E49-A7B2-F73CA3FBCC84}" srcOrd="0" destOrd="0" presId="urn:microsoft.com/office/officeart/2005/8/layout/chevron1"/>
    <dgm:cxn modelId="{336D1ADB-4782-45EE-9DBC-DF1A82144AE5}" type="presOf" srcId="{A731B7DF-F419-4850-AE21-E575F7C4EFCF}" destId="{06E5E437-4722-4EF7-B3A7-7AD3DD309BC4}" srcOrd="0" destOrd="0" presId="urn:microsoft.com/office/officeart/2005/8/layout/chevron1"/>
    <dgm:cxn modelId="{6F872DDD-BCB3-46BD-99E2-E5178CD2AE60}" type="presOf" srcId="{DFF03899-C159-445D-9571-2E50827A2D49}" destId="{EE7F8039-0CE1-4E24-8E1E-B62E2D35CB28}" srcOrd="0" destOrd="0" presId="urn:microsoft.com/office/officeart/2005/8/layout/chevron1"/>
    <dgm:cxn modelId="{43CBABEF-71E5-4BCF-AFA9-D6186AAD7209}" type="presOf" srcId="{AF7244D5-699B-41E3-B552-4B0FE2505BB3}" destId="{816E6BDF-0AEB-4564-BC22-B2E48BAF5464}" srcOrd="0" destOrd="0" presId="urn:microsoft.com/office/officeart/2005/8/layout/chevron1"/>
    <dgm:cxn modelId="{FCAA45F7-869F-411C-976F-FCCACDB5103F}" type="presParOf" srcId="{AA604A7B-15F5-4286-BC28-30F56879ED1D}" destId="{914191AA-E579-4637-A162-6EA965AF927A}" srcOrd="0" destOrd="0" presId="urn:microsoft.com/office/officeart/2005/8/layout/chevron1"/>
    <dgm:cxn modelId="{FA5D75A8-D075-49AB-B33A-833B4C990414}" type="presParOf" srcId="{AA604A7B-15F5-4286-BC28-30F56879ED1D}" destId="{F868289A-E627-4690-8CAA-CC98C4D90C90}" srcOrd="1" destOrd="0" presId="urn:microsoft.com/office/officeart/2005/8/layout/chevron1"/>
    <dgm:cxn modelId="{C1F55893-ADA0-44A4-98DF-5642E8BCD8FA}" type="presParOf" srcId="{AA604A7B-15F5-4286-BC28-30F56879ED1D}" destId="{C6DB58CE-AFF0-4A74-ACB3-99530E7E31F5}" srcOrd="2" destOrd="0" presId="urn:microsoft.com/office/officeart/2005/8/layout/chevron1"/>
    <dgm:cxn modelId="{4CDE61A1-80ED-47DE-916E-CA544C8C45DB}" type="presParOf" srcId="{AA604A7B-15F5-4286-BC28-30F56879ED1D}" destId="{75042B28-3334-4058-878E-8E46A270E78B}" srcOrd="3" destOrd="0" presId="urn:microsoft.com/office/officeart/2005/8/layout/chevron1"/>
    <dgm:cxn modelId="{98DFE00E-8D27-4AD2-9F22-EEB6C936547A}" type="presParOf" srcId="{AA604A7B-15F5-4286-BC28-30F56879ED1D}" destId="{816E6BDF-0AEB-4564-BC22-B2E48BAF5464}" srcOrd="4" destOrd="0" presId="urn:microsoft.com/office/officeart/2005/8/layout/chevron1"/>
    <dgm:cxn modelId="{C67FC589-EBFC-471A-BB2E-45DE09BD2C6C}" type="presParOf" srcId="{AA604A7B-15F5-4286-BC28-30F56879ED1D}" destId="{CA8A7359-67E2-49EE-BA47-785835584555}" srcOrd="5" destOrd="0" presId="urn:microsoft.com/office/officeart/2005/8/layout/chevron1"/>
    <dgm:cxn modelId="{0BE3E005-BDA2-435C-B0E7-945416452345}" type="presParOf" srcId="{AA604A7B-15F5-4286-BC28-30F56879ED1D}" destId="{8294AD81-06F3-4FCB-BE73-18DA247D22D2}" srcOrd="6" destOrd="0" presId="urn:microsoft.com/office/officeart/2005/8/layout/chevron1"/>
    <dgm:cxn modelId="{3C333496-2DBE-40FA-805C-4AB2178951E3}" type="presParOf" srcId="{AA604A7B-15F5-4286-BC28-30F56879ED1D}" destId="{7358DB89-FF50-4AB8-A6C5-1146B429158F}" srcOrd="7" destOrd="0" presId="urn:microsoft.com/office/officeart/2005/8/layout/chevron1"/>
    <dgm:cxn modelId="{D3A5EDC4-4A37-4986-89BF-6585A4A397B0}" type="presParOf" srcId="{AA604A7B-15F5-4286-BC28-30F56879ED1D}" destId="{EAC0CF2B-1FBF-40CA-ABDC-CEE1EE4F248A}" srcOrd="8" destOrd="0" presId="urn:microsoft.com/office/officeart/2005/8/layout/chevron1"/>
    <dgm:cxn modelId="{5294F6B5-0915-4051-921C-21D6D35B2AC7}" type="presParOf" srcId="{AA604A7B-15F5-4286-BC28-30F56879ED1D}" destId="{C619A701-542D-4069-B3EE-48F2F907915A}" srcOrd="9" destOrd="0" presId="urn:microsoft.com/office/officeart/2005/8/layout/chevron1"/>
    <dgm:cxn modelId="{987B81EC-6B64-4245-A4FE-9A0C44AB7D80}" type="presParOf" srcId="{AA604A7B-15F5-4286-BC28-30F56879ED1D}" destId="{2E9A4EAE-1198-4E49-A7B2-F73CA3FBCC84}" srcOrd="10" destOrd="0" presId="urn:microsoft.com/office/officeart/2005/8/layout/chevron1"/>
    <dgm:cxn modelId="{659EF2DA-0298-438E-9684-D1BFF8EB0422}" type="presParOf" srcId="{AA604A7B-15F5-4286-BC28-30F56879ED1D}" destId="{0826F368-019C-492A-89B4-3BF70D8D6AA2}" srcOrd="11" destOrd="0" presId="urn:microsoft.com/office/officeart/2005/8/layout/chevron1"/>
    <dgm:cxn modelId="{94154976-511E-4C4B-B622-4FD807631952}" type="presParOf" srcId="{AA604A7B-15F5-4286-BC28-30F56879ED1D}" destId="{EE7F8039-0CE1-4E24-8E1E-B62E2D35CB28}" srcOrd="12" destOrd="0" presId="urn:microsoft.com/office/officeart/2005/8/layout/chevron1"/>
    <dgm:cxn modelId="{83D58338-DB6C-4BBC-AA60-A4951FE6B9E4}" type="presParOf" srcId="{AA604A7B-15F5-4286-BC28-30F56879ED1D}" destId="{B754AE0E-3F1C-4BC3-A345-0FEA82A0B8C7}" srcOrd="13" destOrd="0" presId="urn:microsoft.com/office/officeart/2005/8/layout/chevron1"/>
    <dgm:cxn modelId="{91F4E344-2351-4112-A576-9E1D1194CC0F}" type="presParOf" srcId="{AA604A7B-15F5-4286-BC28-30F56879ED1D}" destId="{06E5E437-4722-4EF7-B3A7-7AD3DD309BC4}" srcOrd="14" destOrd="0" presId="urn:microsoft.com/office/officeart/2005/8/layout/chevron1"/>
    <dgm:cxn modelId="{4E1264C3-777B-4D12-9693-D68A9C97D54E}" type="presParOf" srcId="{AA604A7B-15F5-4286-BC28-30F56879ED1D}" destId="{662C5D46-9063-4DFB-8C43-2EC75481B9AB}" srcOrd="15" destOrd="0" presId="urn:microsoft.com/office/officeart/2005/8/layout/chevron1"/>
    <dgm:cxn modelId="{11CF383C-11E3-4D63-88D7-C97A67160040}" type="presParOf" srcId="{AA604A7B-15F5-4286-BC28-30F56879ED1D}" destId="{0E5BD989-60F0-4036-A0D2-ACB695C69815}" srcOrd="16"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89EE5BD9-379C-4A6D-9B5B-5FE8C0C1D71E}" type="doc">
      <dgm:prSet loTypeId="urn:microsoft.com/office/officeart/2005/8/layout/chevron1" loCatId="process" qsTypeId="urn:microsoft.com/office/officeart/2005/8/quickstyle/simple1" qsCatId="simple" csTypeId="urn:microsoft.com/office/officeart/2005/8/colors/accent1_2" csCatId="accent1" phldr="1"/>
      <dgm:spPr/>
    </dgm:pt>
    <dgm:pt modelId="{139ED7E1-80DE-46D5-9C08-04DC86BABF66}">
      <dgm:prSet phldrT="[文字]"/>
      <dgm:spPr/>
      <dgm:t>
        <a:bodyPr/>
        <a:lstStyle/>
        <a:p>
          <a:r>
            <a:rPr lang="zh-TW" altLang="en-US" dirty="0"/>
            <a:t>資料蒐集</a:t>
          </a:r>
        </a:p>
      </dgm:t>
    </dgm:pt>
    <dgm:pt modelId="{1D04E3CC-1E43-46B1-A840-D144821765D8}" type="parTrans" cxnId="{07B3841E-55FA-4702-88A8-CBCA5B62D01F}">
      <dgm:prSet/>
      <dgm:spPr/>
      <dgm:t>
        <a:bodyPr/>
        <a:lstStyle/>
        <a:p>
          <a:endParaRPr lang="zh-TW" altLang="en-US"/>
        </a:p>
      </dgm:t>
    </dgm:pt>
    <dgm:pt modelId="{FC75BE4C-1F8E-4ADD-9D4D-4CA4F75000E7}" type="sibTrans" cxnId="{07B3841E-55FA-4702-88A8-CBCA5B62D01F}">
      <dgm:prSet/>
      <dgm:spPr/>
      <dgm:t>
        <a:bodyPr/>
        <a:lstStyle/>
        <a:p>
          <a:endParaRPr lang="zh-TW" altLang="en-US"/>
        </a:p>
      </dgm:t>
    </dgm:pt>
    <dgm:pt modelId="{8EEC0CE0-3E0C-40AA-BC43-0CACB75650A6}">
      <dgm:prSet phldrT="[文字]"/>
      <dgm:spPr/>
      <dgm:t>
        <a:bodyPr/>
        <a:lstStyle/>
        <a:p>
          <a:r>
            <a:rPr lang="zh-TW" altLang="en-US" dirty="0"/>
            <a:t>案件篩選</a:t>
          </a:r>
        </a:p>
      </dgm:t>
    </dgm:pt>
    <dgm:pt modelId="{D470A32D-8AF6-485B-96E4-AEA0AA15C4C2}" type="parTrans" cxnId="{CA36B8BB-EA72-427B-A057-A1A41F5D221F}">
      <dgm:prSet/>
      <dgm:spPr/>
      <dgm:t>
        <a:bodyPr/>
        <a:lstStyle/>
        <a:p>
          <a:endParaRPr lang="zh-TW" altLang="en-US"/>
        </a:p>
      </dgm:t>
    </dgm:pt>
    <dgm:pt modelId="{87130D3E-B70B-4754-BEBF-589650C22229}" type="sibTrans" cxnId="{CA36B8BB-EA72-427B-A057-A1A41F5D221F}">
      <dgm:prSet/>
      <dgm:spPr/>
      <dgm:t>
        <a:bodyPr/>
        <a:lstStyle/>
        <a:p>
          <a:endParaRPr lang="zh-TW" altLang="en-US"/>
        </a:p>
      </dgm:t>
    </dgm:pt>
    <dgm:pt modelId="{AF7244D5-699B-41E3-B552-4B0FE2505BB3}">
      <dgm:prSet phldrT="[文字]"/>
      <dgm:spPr/>
      <dgm:t>
        <a:bodyPr/>
        <a:lstStyle/>
        <a:p>
          <a:r>
            <a:rPr lang="zh-TW" altLang="en-US" dirty="0"/>
            <a:t>標籤整理</a:t>
          </a:r>
        </a:p>
      </dgm:t>
    </dgm:pt>
    <dgm:pt modelId="{159D7896-E678-46FC-A1B6-45921BFC8900}" type="parTrans" cxnId="{838CB279-6F4D-4654-9F1B-E501A4B4BDF1}">
      <dgm:prSet/>
      <dgm:spPr/>
      <dgm:t>
        <a:bodyPr/>
        <a:lstStyle/>
        <a:p>
          <a:endParaRPr lang="zh-TW" altLang="en-US"/>
        </a:p>
      </dgm:t>
    </dgm:pt>
    <dgm:pt modelId="{03933E72-6665-4DCF-9EF8-3842F945C938}" type="sibTrans" cxnId="{838CB279-6F4D-4654-9F1B-E501A4B4BDF1}">
      <dgm:prSet/>
      <dgm:spPr/>
      <dgm:t>
        <a:bodyPr/>
        <a:lstStyle/>
        <a:p>
          <a:endParaRPr lang="zh-TW" altLang="en-US"/>
        </a:p>
      </dgm:t>
    </dgm:pt>
    <dgm:pt modelId="{9E9A4566-C4C7-4295-879A-98FA0F0C0B6A}">
      <dgm:prSet phldrT="[文字]"/>
      <dgm:spPr/>
      <dgm:t>
        <a:bodyPr/>
        <a:lstStyle/>
        <a:p>
          <a:r>
            <a:rPr lang="zh-TW" altLang="en-US" dirty="0"/>
            <a:t>文本前處理</a:t>
          </a:r>
        </a:p>
      </dgm:t>
    </dgm:pt>
    <dgm:pt modelId="{C2F97484-8C6A-4C3D-846C-AB07CBCB7BEF}" type="parTrans" cxnId="{CA0EAB2A-03F3-444B-9F0D-1503273DB6E0}">
      <dgm:prSet/>
      <dgm:spPr/>
      <dgm:t>
        <a:bodyPr/>
        <a:lstStyle/>
        <a:p>
          <a:endParaRPr lang="zh-TW" altLang="en-US"/>
        </a:p>
      </dgm:t>
    </dgm:pt>
    <dgm:pt modelId="{613E605F-26AD-4F0A-A619-7AE1560B8B4B}" type="sibTrans" cxnId="{CA0EAB2A-03F3-444B-9F0D-1503273DB6E0}">
      <dgm:prSet/>
      <dgm:spPr/>
      <dgm:t>
        <a:bodyPr/>
        <a:lstStyle/>
        <a:p>
          <a:endParaRPr lang="zh-TW" altLang="en-US"/>
        </a:p>
      </dgm:t>
    </dgm:pt>
    <dgm:pt modelId="{160A1D33-E658-418E-8036-C4AB63B20C1A}">
      <dgm:prSet phldrT="[文字]"/>
      <dgm:spPr/>
      <dgm:t>
        <a:bodyPr/>
        <a:lstStyle/>
        <a:p>
          <a:r>
            <a:rPr lang="zh-TW" altLang="en-US" dirty="0"/>
            <a:t>特徵建構</a:t>
          </a:r>
        </a:p>
      </dgm:t>
    </dgm:pt>
    <dgm:pt modelId="{69116C48-78C5-4340-B244-B8CD9C973DF8}" type="parTrans" cxnId="{525E1722-1582-4CCD-AF4F-8DF36ADBBA4B}">
      <dgm:prSet/>
      <dgm:spPr/>
      <dgm:t>
        <a:bodyPr/>
        <a:lstStyle/>
        <a:p>
          <a:endParaRPr lang="zh-TW" altLang="en-US"/>
        </a:p>
      </dgm:t>
    </dgm:pt>
    <dgm:pt modelId="{A537A6EC-5A51-4FDB-9059-C694E197B2B0}" type="sibTrans" cxnId="{525E1722-1582-4CCD-AF4F-8DF36ADBBA4B}">
      <dgm:prSet/>
      <dgm:spPr/>
      <dgm:t>
        <a:bodyPr/>
        <a:lstStyle/>
        <a:p>
          <a:endParaRPr lang="zh-TW" altLang="en-US"/>
        </a:p>
      </dgm:t>
    </dgm:pt>
    <dgm:pt modelId="{5C7D3CE4-ABDE-41A7-90C3-70E5C7BB467B}">
      <dgm:prSet phldrT="[文字]"/>
      <dgm:spPr/>
      <dgm:t>
        <a:bodyPr/>
        <a:lstStyle/>
        <a:p>
          <a:r>
            <a:rPr lang="zh-TW" altLang="en-US" dirty="0"/>
            <a:t>特徵選擇</a:t>
          </a:r>
        </a:p>
      </dgm:t>
    </dgm:pt>
    <dgm:pt modelId="{BF6EDFD5-76D6-43D3-B03E-795B9CFD0EC5}" type="parTrans" cxnId="{8B6D8084-F0A6-4791-8F2D-1A210ED1DE90}">
      <dgm:prSet/>
      <dgm:spPr/>
      <dgm:t>
        <a:bodyPr/>
        <a:lstStyle/>
        <a:p>
          <a:endParaRPr lang="zh-TW" altLang="en-US"/>
        </a:p>
      </dgm:t>
    </dgm:pt>
    <dgm:pt modelId="{049C9476-7F43-4E8F-8DD5-040390399220}" type="sibTrans" cxnId="{8B6D8084-F0A6-4791-8F2D-1A210ED1DE90}">
      <dgm:prSet/>
      <dgm:spPr/>
      <dgm:t>
        <a:bodyPr/>
        <a:lstStyle/>
        <a:p>
          <a:endParaRPr lang="zh-TW" altLang="en-US"/>
        </a:p>
      </dgm:t>
    </dgm:pt>
    <dgm:pt modelId="{DFF03899-C159-445D-9571-2E50827A2D49}">
      <dgm:prSet phldrT="[文字]"/>
      <dgm:spPr/>
      <dgm:t>
        <a:bodyPr/>
        <a:lstStyle/>
        <a:p>
          <a:r>
            <a:rPr lang="zh-TW" altLang="en-US" dirty="0"/>
            <a:t>模型訓練</a:t>
          </a:r>
        </a:p>
      </dgm:t>
    </dgm:pt>
    <dgm:pt modelId="{06EE08EE-6A06-4DBB-B0E0-F2ABECD59FE5}" type="parTrans" cxnId="{8A2CDF93-5C35-4031-8F0F-653666331A45}">
      <dgm:prSet/>
      <dgm:spPr/>
      <dgm:t>
        <a:bodyPr/>
        <a:lstStyle/>
        <a:p>
          <a:endParaRPr lang="zh-TW" altLang="en-US"/>
        </a:p>
      </dgm:t>
    </dgm:pt>
    <dgm:pt modelId="{55816338-2453-4980-BB21-94B4B3558D95}" type="sibTrans" cxnId="{8A2CDF93-5C35-4031-8F0F-653666331A45}">
      <dgm:prSet/>
      <dgm:spPr/>
      <dgm:t>
        <a:bodyPr/>
        <a:lstStyle/>
        <a:p>
          <a:endParaRPr lang="zh-TW" altLang="en-US"/>
        </a:p>
      </dgm:t>
    </dgm:pt>
    <dgm:pt modelId="{A731B7DF-F419-4850-AE21-E575F7C4EFCF}">
      <dgm:prSet phldrT="[文字]"/>
      <dgm:spPr/>
      <dgm:t>
        <a:bodyPr/>
        <a:lstStyle/>
        <a:p>
          <a:r>
            <a:rPr lang="zh-TW" altLang="en-US" dirty="0"/>
            <a:t>模型評估</a:t>
          </a:r>
        </a:p>
      </dgm:t>
    </dgm:pt>
    <dgm:pt modelId="{75B5ACF9-06E2-4BEC-A606-9C2C9C35F5B0}" type="parTrans" cxnId="{F3DE2FC9-D11E-4361-8E20-CCB014AAB7CB}">
      <dgm:prSet/>
      <dgm:spPr/>
      <dgm:t>
        <a:bodyPr/>
        <a:lstStyle/>
        <a:p>
          <a:endParaRPr lang="zh-TW" altLang="en-US"/>
        </a:p>
      </dgm:t>
    </dgm:pt>
    <dgm:pt modelId="{BE42063E-144C-443B-BD76-EA23D882CF80}" type="sibTrans" cxnId="{F3DE2FC9-D11E-4361-8E20-CCB014AAB7CB}">
      <dgm:prSet/>
      <dgm:spPr/>
      <dgm:t>
        <a:bodyPr/>
        <a:lstStyle/>
        <a:p>
          <a:endParaRPr lang="zh-TW" altLang="en-US"/>
        </a:p>
      </dgm:t>
    </dgm:pt>
    <dgm:pt modelId="{FB5FC1C0-15ED-4256-82B3-FEF6D43798B9}">
      <dgm:prSet phldrT="[文字]"/>
      <dgm:spPr/>
      <dgm:t>
        <a:bodyPr/>
        <a:lstStyle/>
        <a:p>
          <a:r>
            <a:rPr lang="zh-TW" altLang="en-US" dirty="0"/>
            <a:t>結果</a:t>
          </a:r>
        </a:p>
      </dgm:t>
    </dgm:pt>
    <dgm:pt modelId="{90EFC6E0-E373-49C2-A2D6-EFA056E5EA4A}" type="parTrans" cxnId="{8E84CC95-D0E6-419B-ABFF-81EF41EC28CA}">
      <dgm:prSet/>
      <dgm:spPr/>
      <dgm:t>
        <a:bodyPr/>
        <a:lstStyle/>
        <a:p>
          <a:endParaRPr lang="zh-TW" altLang="en-US"/>
        </a:p>
      </dgm:t>
    </dgm:pt>
    <dgm:pt modelId="{5F6A7D14-C208-42F6-B558-215FBC26BC06}" type="sibTrans" cxnId="{8E84CC95-D0E6-419B-ABFF-81EF41EC28CA}">
      <dgm:prSet/>
      <dgm:spPr/>
      <dgm:t>
        <a:bodyPr/>
        <a:lstStyle/>
        <a:p>
          <a:endParaRPr lang="zh-TW" altLang="en-US"/>
        </a:p>
      </dgm:t>
    </dgm:pt>
    <dgm:pt modelId="{AA604A7B-15F5-4286-BC28-30F56879ED1D}" type="pres">
      <dgm:prSet presAssocID="{89EE5BD9-379C-4A6D-9B5B-5FE8C0C1D71E}" presName="Name0" presStyleCnt="0">
        <dgm:presLayoutVars>
          <dgm:dir/>
          <dgm:animLvl val="lvl"/>
          <dgm:resizeHandles val="exact"/>
        </dgm:presLayoutVars>
      </dgm:prSet>
      <dgm:spPr/>
    </dgm:pt>
    <dgm:pt modelId="{914191AA-E579-4637-A162-6EA965AF927A}" type="pres">
      <dgm:prSet presAssocID="{139ED7E1-80DE-46D5-9C08-04DC86BABF66}" presName="parTxOnly" presStyleLbl="node1" presStyleIdx="0" presStyleCnt="9">
        <dgm:presLayoutVars>
          <dgm:chMax val="0"/>
          <dgm:chPref val="0"/>
          <dgm:bulletEnabled val="1"/>
        </dgm:presLayoutVars>
      </dgm:prSet>
      <dgm:spPr/>
    </dgm:pt>
    <dgm:pt modelId="{F868289A-E627-4690-8CAA-CC98C4D90C90}" type="pres">
      <dgm:prSet presAssocID="{FC75BE4C-1F8E-4ADD-9D4D-4CA4F75000E7}" presName="parTxOnlySpace" presStyleCnt="0"/>
      <dgm:spPr/>
    </dgm:pt>
    <dgm:pt modelId="{C6DB58CE-AFF0-4A74-ACB3-99530E7E31F5}" type="pres">
      <dgm:prSet presAssocID="{8EEC0CE0-3E0C-40AA-BC43-0CACB75650A6}" presName="parTxOnly" presStyleLbl="node1" presStyleIdx="1" presStyleCnt="9">
        <dgm:presLayoutVars>
          <dgm:chMax val="0"/>
          <dgm:chPref val="0"/>
          <dgm:bulletEnabled val="1"/>
        </dgm:presLayoutVars>
      </dgm:prSet>
      <dgm:spPr/>
    </dgm:pt>
    <dgm:pt modelId="{75042B28-3334-4058-878E-8E46A270E78B}" type="pres">
      <dgm:prSet presAssocID="{87130D3E-B70B-4754-BEBF-589650C22229}" presName="parTxOnlySpace" presStyleCnt="0"/>
      <dgm:spPr/>
    </dgm:pt>
    <dgm:pt modelId="{816E6BDF-0AEB-4564-BC22-B2E48BAF5464}" type="pres">
      <dgm:prSet presAssocID="{AF7244D5-699B-41E3-B552-4B0FE2505BB3}" presName="parTxOnly" presStyleLbl="node1" presStyleIdx="2" presStyleCnt="9">
        <dgm:presLayoutVars>
          <dgm:chMax val="0"/>
          <dgm:chPref val="0"/>
          <dgm:bulletEnabled val="1"/>
        </dgm:presLayoutVars>
      </dgm:prSet>
      <dgm:spPr/>
    </dgm:pt>
    <dgm:pt modelId="{CA8A7359-67E2-49EE-BA47-785835584555}" type="pres">
      <dgm:prSet presAssocID="{03933E72-6665-4DCF-9EF8-3842F945C938}" presName="parTxOnlySpace" presStyleCnt="0"/>
      <dgm:spPr/>
    </dgm:pt>
    <dgm:pt modelId="{8294AD81-06F3-4FCB-BE73-18DA247D22D2}" type="pres">
      <dgm:prSet presAssocID="{9E9A4566-C4C7-4295-879A-98FA0F0C0B6A}" presName="parTxOnly" presStyleLbl="node1" presStyleIdx="3" presStyleCnt="9">
        <dgm:presLayoutVars>
          <dgm:chMax val="0"/>
          <dgm:chPref val="0"/>
          <dgm:bulletEnabled val="1"/>
        </dgm:presLayoutVars>
      </dgm:prSet>
      <dgm:spPr/>
    </dgm:pt>
    <dgm:pt modelId="{7358DB89-FF50-4AB8-A6C5-1146B429158F}" type="pres">
      <dgm:prSet presAssocID="{613E605F-26AD-4F0A-A619-7AE1560B8B4B}" presName="parTxOnlySpace" presStyleCnt="0"/>
      <dgm:spPr/>
    </dgm:pt>
    <dgm:pt modelId="{EAC0CF2B-1FBF-40CA-ABDC-CEE1EE4F248A}" type="pres">
      <dgm:prSet presAssocID="{160A1D33-E658-418E-8036-C4AB63B20C1A}" presName="parTxOnly" presStyleLbl="node1" presStyleIdx="4" presStyleCnt="9">
        <dgm:presLayoutVars>
          <dgm:chMax val="0"/>
          <dgm:chPref val="0"/>
          <dgm:bulletEnabled val="1"/>
        </dgm:presLayoutVars>
      </dgm:prSet>
      <dgm:spPr/>
    </dgm:pt>
    <dgm:pt modelId="{C619A701-542D-4069-B3EE-48F2F907915A}" type="pres">
      <dgm:prSet presAssocID="{A537A6EC-5A51-4FDB-9059-C694E197B2B0}" presName="parTxOnlySpace" presStyleCnt="0"/>
      <dgm:spPr/>
    </dgm:pt>
    <dgm:pt modelId="{2E9A4EAE-1198-4E49-A7B2-F73CA3FBCC84}" type="pres">
      <dgm:prSet presAssocID="{5C7D3CE4-ABDE-41A7-90C3-70E5C7BB467B}" presName="parTxOnly" presStyleLbl="node1" presStyleIdx="5" presStyleCnt="9">
        <dgm:presLayoutVars>
          <dgm:chMax val="0"/>
          <dgm:chPref val="0"/>
          <dgm:bulletEnabled val="1"/>
        </dgm:presLayoutVars>
      </dgm:prSet>
      <dgm:spPr/>
    </dgm:pt>
    <dgm:pt modelId="{0826F368-019C-492A-89B4-3BF70D8D6AA2}" type="pres">
      <dgm:prSet presAssocID="{049C9476-7F43-4E8F-8DD5-040390399220}" presName="parTxOnlySpace" presStyleCnt="0"/>
      <dgm:spPr/>
    </dgm:pt>
    <dgm:pt modelId="{EE7F8039-0CE1-4E24-8E1E-B62E2D35CB28}" type="pres">
      <dgm:prSet presAssocID="{DFF03899-C159-445D-9571-2E50827A2D49}" presName="parTxOnly" presStyleLbl="node1" presStyleIdx="6" presStyleCnt="9">
        <dgm:presLayoutVars>
          <dgm:chMax val="0"/>
          <dgm:chPref val="0"/>
          <dgm:bulletEnabled val="1"/>
        </dgm:presLayoutVars>
      </dgm:prSet>
      <dgm:spPr/>
    </dgm:pt>
    <dgm:pt modelId="{B754AE0E-3F1C-4BC3-A345-0FEA82A0B8C7}" type="pres">
      <dgm:prSet presAssocID="{55816338-2453-4980-BB21-94B4B3558D95}" presName="parTxOnlySpace" presStyleCnt="0"/>
      <dgm:spPr/>
    </dgm:pt>
    <dgm:pt modelId="{06E5E437-4722-4EF7-B3A7-7AD3DD309BC4}" type="pres">
      <dgm:prSet presAssocID="{A731B7DF-F419-4850-AE21-E575F7C4EFCF}" presName="parTxOnly" presStyleLbl="node1" presStyleIdx="7" presStyleCnt="9">
        <dgm:presLayoutVars>
          <dgm:chMax val="0"/>
          <dgm:chPref val="0"/>
          <dgm:bulletEnabled val="1"/>
        </dgm:presLayoutVars>
      </dgm:prSet>
      <dgm:spPr/>
    </dgm:pt>
    <dgm:pt modelId="{662C5D46-9063-4DFB-8C43-2EC75481B9AB}" type="pres">
      <dgm:prSet presAssocID="{BE42063E-144C-443B-BD76-EA23D882CF80}" presName="parTxOnlySpace" presStyleCnt="0"/>
      <dgm:spPr/>
    </dgm:pt>
    <dgm:pt modelId="{0E5BD989-60F0-4036-A0D2-ACB695C69815}" type="pres">
      <dgm:prSet presAssocID="{FB5FC1C0-15ED-4256-82B3-FEF6D43798B9}" presName="parTxOnly" presStyleLbl="node1" presStyleIdx="8" presStyleCnt="9">
        <dgm:presLayoutVars>
          <dgm:chMax val="0"/>
          <dgm:chPref val="0"/>
          <dgm:bulletEnabled val="1"/>
        </dgm:presLayoutVars>
      </dgm:prSet>
      <dgm:spPr/>
    </dgm:pt>
  </dgm:ptLst>
  <dgm:cxnLst>
    <dgm:cxn modelId="{07B3841E-55FA-4702-88A8-CBCA5B62D01F}" srcId="{89EE5BD9-379C-4A6D-9B5B-5FE8C0C1D71E}" destId="{139ED7E1-80DE-46D5-9C08-04DC86BABF66}" srcOrd="0" destOrd="0" parTransId="{1D04E3CC-1E43-46B1-A840-D144821765D8}" sibTransId="{FC75BE4C-1F8E-4ADD-9D4D-4CA4F75000E7}"/>
    <dgm:cxn modelId="{525E1722-1582-4CCD-AF4F-8DF36ADBBA4B}" srcId="{89EE5BD9-379C-4A6D-9B5B-5FE8C0C1D71E}" destId="{160A1D33-E658-418E-8036-C4AB63B20C1A}" srcOrd="4" destOrd="0" parTransId="{69116C48-78C5-4340-B244-B8CD9C973DF8}" sibTransId="{A537A6EC-5A51-4FDB-9059-C694E197B2B0}"/>
    <dgm:cxn modelId="{CA0EAB2A-03F3-444B-9F0D-1503273DB6E0}" srcId="{89EE5BD9-379C-4A6D-9B5B-5FE8C0C1D71E}" destId="{9E9A4566-C4C7-4295-879A-98FA0F0C0B6A}" srcOrd="3" destOrd="0" parTransId="{C2F97484-8C6A-4C3D-846C-AB07CBCB7BEF}" sibTransId="{613E605F-26AD-4F0A-A619-7AE1560B8B4B}"/>
    <dgm:cxn modelId="{6BA15D33-53E0-45B7-9E36-58027C9F62BA}" type="presOf" srcId="{139ED7E1-80DE-46D5-9C08-04DC86BABF66}" destId="{914191AA-E579-4637-A162-6EA965AF927A}" srcOrd="0" destOrd="0" presId="urn:microsoft.com/office/officeart/2005/8/layout/chevron1"/>
    <dgm:cxn modelId="{32A9746B-4420-4C3A-A98D-610BD1C97DAF}" type="presOf" srcId="{FB5FC1C0-15ED-4256-82B3-FEF6D43798B9}" destId="{0E5BD989-60F0-4036-A0D2-ACB695C69815}" srcOrd="0" destOrd="0" presId="urn:microsoft.com/office/officeart/2005/8/layout/chevron1"/>
    <dgm:cxn modelId="{79701377-6263-4AA8-B55A-A69E1DEBC560}" type="presOf" srcId="{9E9A4566-C4C7-4295-879A-98FA0F0C0B6A}" destId="{8294AD81-06F3-4FCB-BE73-18DA247D22D2}" srcOrd="0" destOrd="0" presId="urn:microsoft.com/office/officeart/2005/8/layout/chevron1"/>
    <dgm:cxn modelId="{838CB279-6F4D-4654-9F1B-E501A4B4BDF1}" srcId="{89EE5BD9-379C-4A6D-9B5B-5FE8C0C1D71E}" destId="{AF7244D5-699B-41E3-B552-4B0FE2505BB3}" srcOrd="2" destOrd="0" parTransId="{159D7896-E678-46FC-A1B6-45921BFC8900}" sibTransId="{03933E72-6665-4DCF-9EF8-3842F945C938}"/>
    <dgm:cxn modelId="{CE45C37A-6473-44B4-9075-9D8E05A628D3}" type="presOf" srcId="{8EEC0CE0-3E0C-40AA-BC43-0CACB75650A6}" destId="{C6DB58CE-AFF0-4A74-ACB3-99530E7E31F5}" srcOrd="0" destOrd="0" presId="urn:microsoft.com/office/officeart/2005/8/layout/chevron1"/>
    <dgm:cxn modelId="{8B6D8084-F0A6-4791-8F2D-1A210ED1DE90}" srcId="{89EE5BD9-379C-4A6D-9B5B-5FE8C0C1D71E}" destId="{5C7D3CE4-ABDE-41A7-90C3-70E5C7BB467B}" srcOrd="5" destOrd="0" parTransId="{BF6EDFD5-76D6-43D3-B03E-795B9CFD0EC5}" sibTransId="{049C9476-7F43-4E8F-8DD5-040390399220}"/>
    <dgm:cxn modelId="{8A2CDF93-5C35-4031-8F0F-653666331A45}" srcId="{89EE5BD9-379C-4A6D-9B5B-5FE8C0C1D71E}" destId="{DFF03899-C159-445D-9571-2E50827A2D49}" srcOrd="6" destOrd="0" parTransId="{06EE08EE-6A06-4DBB-B0E0-F2ABECD59FE5}" sibTransId="{55816338-2453-4980-BB21-94B4B3558D95}"/>
    <dgm:cxn modelId="{8E84CC95-D0E6-419B-ABFF-81EF41EC28CA}" srcId="{89EE5BD9-379C-4A6D-9B5B-5FE8C0C1D71E}" destId="{FB5FC1C0-15ED-4256-82B3-FEF6D43798B9}" srcOrd="8" destOrd="0" parTransId="{90EFC6E0-E373-49C2-A2D6-EFA056E5EA4A}" sibTransId="{5F6A7D14-C208-42F6-B558-215FBC26BC06}"/>
    <dgm:cxn modelId="{47B040A1-CC5B-4673-B19A-1FA13CD7C1C3}" type="presOf" srcId="{89EE5BD9-379C-4A6D-9B5B-5FE8C0C1D71E}" destId="{AA604A7B-15F5-4286-BC28-30F56879ED1D}" srcOrd="0" destOrd="0" presId="urn:microsoft.com/office/officeart/2005/8/layout/chevron1"/>
    <dgm:cxn modelId="{02FB08AA-3154-42D1-87EF-1DEF6B40AB44}" type="presOf" srcId="{160A1D33-E658-418E-8036-C4AB63B20C1A}" destId="{EAC0CF2B-1FBF-40CA-ABDC-CEE1EE4F248A}" srcOrd="0" destOrd="0" presId="urn:microsoft.com/office/officeart/2005/8/layout/chevron1"/>
    <dgm:cxn modelId="{CA36B8BB-EA72-427B-A057-A1A41F5D221F}" srcId="{89EE5BD9-379C-4A6D-9B5B-5FE8C0C1D71E}" destId="{8EEC0CE0-3E0C-40AA-BC43-0CACB75650A6}" srcOrd="1" destOrd="0" parTransId="{D470A32D-8AF6-485B-96E4-AEA0AA15C4C2}" sibTransId="{87130D3E-B70B-4754-BEBF-589650C22229}"/>
    <dgm:cxn modelId="{F3DE2FC9-D11E-4361-8E20-CCB014AAB7CB}" srcId="{89EE5BD9-379C-4A6D-9B5B-5FE8C0C1D71E}" destId="{A731B7DF-F419-4850-AE21-E575F7C4EFCF}" srcOrd="7" destOrd="0" parTransId="{75B5ACF9-06E2-4BEC-A606-9C2C9C35F5B0}" sibTransId="{BE42063E-144C-443B-BD76-EA23D882CF80}"/>
    <dgm:cxn modelId="{1EEA4DD1-F66F-41B3-9636-6CAA7D1640DD}" type="presOf" srcId="{5C7D3CE4-ABDE-41A7-90C3-70E5C7BB467B}" destId="{2E9A4EAE-1198-4E49-A7B2-F73CA3FBCC84}" srcOrd="0" destOrd="0" presId="urn:microsoft.com/office/officeart/2005/8/layout/chevron1"/>
    <dgm:cxn modelId="{336D1ADB-4782-45EE-9DBC-DF1A82144AE5}" type="presOf" srcId="{A731B7DF-F419-4850-AE21-E575F7C4EFCF}" destId="{06E5E437-4722-4EF7-B3A7-7AD3DD309BC4}" srcOrd="0" destOrd="0" presId="urn:microsoft.com/office/officeart/2005/8/layout/chevron1"/>
    <dgm:cxn modelId="{6F872DDD-BCB3-46BD-99E2-E5178CD2AE60}" type="presOf" srcId="{DFF03899-C159-445D-9571-2E50827A2D49}" destId="{EE7F8039-0CE1-4E24-8E1E-B62E2D35CB28}" srcOrd="0" destOrd="0" presId="urn:microsoft.com/office/officeart/2005/8/layout/chevron1"/>
    <dgm:cxn modelId="{43CBABEF-71E5-4BCF-AFA9-D6186AAD7209}" type="presOf" srcId="{AF7244D5-699B-41E3-B552-4B0FE2505BB3}" destId="{816E6BDF-0AEB-4564-BC22-B2E48BAF5464}" srcOrd="0" destOrd="0" presId="urn:microsoft.com/office/officeart/2005/8/layout/chevron1"/>
    <dgm:cxn modelId="{FCAA45F7-869F-411C-976F-FCCACDB5103F}" type="presParOf" srcId="{AA604A7B-15F5-4286-BC28-30F56879ED1D}" destId="{914191AA-E579-4637-A162-6EA965AF927A}" srcOrd="0" destOrd="0" presId="urn:microsoft.com/office/officeart/2005/8/layout/chevron1"/>
    <dgm:cxn modelId="{FA5D75A8-D075-49AB-B33A-833B4C990414}" type="presParOf" srcId="{AA604A7B-15F5-4286-BC28-30F56879ED1D}" destId="{F868289A-E627-4690-8CAA-CC98C4D90C90}" srcOrd="1" destOrd="0" presId="urn:microsoft.com/office/officeart/2005/8/layout/chevron1"/>
    <dgm:cxn modelId="{C1F55893-ADA0-44A4-98DF-5642E8BCD8FA}" type="presParOf" srcId="{AA604A7B-15F5-4286-BC28-30F56879ED1D}" destId="{C6DB58CE-AFF0-4A74-ACB3-99530E7E31F5}" srcOrd="2" destOrd="0" presId="urn:microsoft.com/office/officeart/2005/8/layout/chevron1"/>
    <dgm:cxn modelId="{4CDE61A1-80ED-47DE-916E-CA544C8C45DB}" type="presParOf" srcId="{AA604A7B-15F5-4286-BC28-30F56879ED1D}" destId="{75042B28-3334-4058-878E-8E46A270E78B}" srcOrd="3" destOrd="0" presId="urn:microsoft.com/office/officeart/2005/8/layout/chevron1"/>
    <dgm:cxn modelId="{98DFE00E-8D27-4AD2-9F22-EEB6C936547A}" type="presParOf" srcId="{AA604A7B-15F5-4286-BC28-30F56879ED1D}" destId="{816E6BDF-0AEB-4564-BC22-B2E48BAF5464}" srcOrd="4" destOrd="0" presId="urn:microsoft.com/office/officeart/2005/8/layout/chevron1"/>
    <dgm:cxn modelId="{C67FC589-EBFC-471A-BB2E-45DE09BD2C6C}" type="presParOf" srcId="{AA604A7B-15F5-4286-BC28-30F56879ED1D}" destId="{CA8A7359-67E2-49EE-BA47-785835584555}" srcOrd="5" destOrd="0" presId="urn:microsoft.com/office/officeart/2005/8/layout/chevron1"/>
    <dgm:cxn modelId="{0BE3E005-BDA2-435C-B0E7-945416452345}" type="presParOf" srcId="{AA604A7B-15F5-4286-BC28-30F56879ED1D}" destId="{8294AD81-06F3-4FCB-BE73-18DA247D22D2}" srcOrd="6" destOrd="0" presId="urn:microsoft.com/office/officeart/2005/8/layout/chevron1"/>
    <dgm:cxn modelId="{3C333496-2DBE-40FA-805C-4AB2178951E3}" type="presParOf" srcId="{AA604A7B-15F5-4286-BC28-30F56879ED1D}" destId="{7358DB89-FF50-4AB8-A6C5-1146B429158F}" srcOrd="7" destOrd="0" presId="urn:microsoft.com/office/officeart/2005/8/layout/chevron1"/>
    <dgm:cxn modelId="{D3A5EDC4-4A37-4986-89BF-6585A4A397B0}" type="presParOf" srcId="{AA604A7B-15F5-4286-BC28-30F56879ED1D}" destId="{EAC0CF2B-1FBF-40CA-ABDC-CEE1EE4F248A}" srcOrd="8" destOrd="0" presId="urn:microsoft.com/office/officeart/2005/8/layout/chevron1"/>
    <dgm:cxn modelId="{5294F6B5-0915-4051-921C-21D6D35B2AC7}" type="presParOf" srcId="{AA604A7B-15F5-4286-BC28-30F56879ED1D}" destId="{C619A701-542D-4069-B3EE-48F2F907915A}" srcOrd="9" destOrd="0" presId="urn:microsoft.com/office/officeart/2005/8/layout/chevron1"/>
    <dgm:cxn modelId="{987B81EC-6B64-4245-A4FE-9A0C44AB7D80}" type="presParOf" srcId="{AA604A7B-15F5-4286-BC28-30F56879ED1D}" destId="{2E9A4EAE-1198-4E49-A7B2-F73CA3FBCC84}" srcOrd="10" destOrd="0" presId="urn:microsoft.com/office/officeart/2005/8/layout/chevron1"/>
    <dgm:cxn modelId="{659EF2DA-0298-438E-9684-D1BFF8EB0422}" type="presParOf" srcId="{AA604A7B-15F5-4286-BC28-30F56879ED1D}" destId="{0826F368-019C-492A-89B4-3BF70D8D6AA2}" srcOrd="11" destOrd="0" presId="urn:microsoft.com/office/officeart/2005/8/layout/chevron1"/>
    <dgm:cxn modelId="{94154976-511E-4C4B-B622-4FD807631952}" type="presParOf" srcId="{AA604A7B-15F5-4286-BC28-30F56879ED1D}" destId="{EE7F8039-0CE1-4E24-8E1E-B62E2D35CB28}" srcOrd="12" destOrd="0" presId="urn:microsoft.com/office/officeart/2005/8/layout/chevron1"/>
    <dgm:cxn modelId="{83D58338-DB6C-4BBC-AA60-A4951FE6B9E4}" type="presParOf" srcId="{AA604A7B-15F5-4286-BC28-30F56879ED1D}" destId="{B754AE0E-3F1C-4BC3-A345-0FEA82A0B8C7}" srcOrd="13" destOrd="0" presId="urn:microsoft.com/office/officeart/2005/8/layout/chevron1"/>
    <dgm:cxn modelId="{91F4E344-2351-4112-A576-9E1D1194CC0F}" type="presParOf" srcId="{AA604A7B-15F5-4286-BC28-30F56879ED1D}" destId="{06E5E437-4722-4EF7-B3A7-7AD3DD309BC4}" srcOrd="14" destOrd="0" presId="urn:microsoft.com/office/officeart/2005/8/layout/chevron1"/>
    <dgm:cxn modelId="{4E1264C3-777B-4D12-9693-D68A9C97D54E}" type="presParOf" srcId="{AA604A7B-15F5-4286-BC28-30F56879ED1D}" destId="{662C5D46-9063-4DFB-8C43-2EC75481B9AB}" srcOrd="15" destOrd="0" presId="urn:microsoft.com/office/officeart/2005/8/layout/chevron1"/>
    <dgm:cxn modelId="{11CF383C-11E3-4D63-88D7-C97A67160040}" type="presParOf" srcId="{AA604A7B-15F5-4286-BC28-30F56879ED1D}" destId="{0E5BD989-60F0-4036-A0D2-ACB695C69815}" srcOrd="16"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89EE5BD9-379C-4A6D-9B5B-5FE8C0C1D71E}" type="doc">
      <dgm:prSet loTypeId="urn:microsoft.com/office/officeart/2005/8/layout/chevron1" loCatId="process" qsTypeId="urn:microsoft.com/office/officeart/2005/8/quickstyle/simple1" qsCatId="simple" csTypeId="urn:microsoft.com/office/officeart/2005/8/colors/accent1_2" csCatId="accent1" phldr="1"/>
      <dgm:spPr/>
    </dgm:pt>
    <dgm:pt modelId="{139ED7E1-80DE-46D5-9C08-04DC86BABF66}">
      <dgm:prSet phldrT="[文字]"/>
      <dgm:spPr/>
      <dgm:t>
        <a:bodyPr/>
        <a:lstStyle/>
        <a:p>
          <a:r>
            <a:rPr lang="zh-TW" altLang="en-US" dirty="0"/>
            <a:t>資料蒐集</a:t>
          </a:r>
        </a:p>
      </dgm:t>
    </dgm:pt>
    <dgm:pt modelId="{1D04E3CC-1E43-46B1-A840-D144821765D8}" type="parTrans" cxnId="{07B3841E-55FA-4702-88A8-CBCA5B62D01F}">
      <dgm:prSet/>
      <dgm:spPr/>
      <dgm:t>
        <a:bodyPr/>
        <a:lstStyle/>
        <a:p>
          <a:endParaRPr lang="zh-TW" altLang="en-US"/>
        </a:p>
      </dgm:t>
    </dgm:pt>
    <dgm:pt modelId="{FC75BE4C-1F8E-4ADD-9D4D-4CA4F75000E7}" type="sibTrans" cxnId="{07B3841E-55FA-4702-88A8-CBCA5B62D01F}">
      <dgm:prSet/>
      <dgm:spPr/>
      <dgm:t>
        <a:bodyPr/>
        <a:lstStyle/>
        <a:p>
          <a:endParaRPr lang="zh-TW" altLang="en-US"/>
        </a:p>
      </dgm:t>
    </dgm:pt>
    <dgm:pt modelId="{8EEC0CE0-3E0C-40AA-BC43-0CACB75650A6}">
      <dgm:prSet phldrT="[文字]"/>
      <dgm:spPr/>
      <dgm:t>
        <a:bodyPr/>
        <a:lstStyle/>
        <a:p>
          <a:r>
            <a:rPr lang="zh-TW" altLang="en-US" dirty="0"/>
            <a:t>案件篩選</a:t>
          </a:r>
        </a:p>
      </dgm:t>
    </dgm:pt>
    <dgm:pt modelId="{D470A32D-8AF6-485B-96E4-AEA0AA15C4C2}" type="parTrans" cxnId="{CA36B8BB-EA72-427B-A057-A1A41F5D221F}">
      <dgm:prSet/>
      <dgm:spPr/>
      <dgm:t>
        <a:bodyPr/>
        <a:lstStyle/>
        <a:p>
          <a:endParaRPr lang="zh-TW" altLang="en-US"/>
        </a:p>
      </dgm:t>
    </dgm:pt>
    <dgm:pt modelId="{87130D3E-B70B-4754-BEBF-589650C22229}" type="sibTrans" cxnId="{CA36B8BB-EA72-427B-A057-A1A41F5D221F}">
      <dgm:prSet/>
      <dgm:spPr/>
      <dgm:t>
        <a:bodyPr/>
        <a:lstStyle/>
        <a:p>
          <a:endParaRPr lang="zh-TW" altLang="en-US"/>
        </a:p>
      </dgm:t>
    </dgm:pt>
    <dgm:pt modelId="{AF7244D5-699B-41E3-B552-4B0FE2505BB3}">
      <dgm:prSet phldrT="[文字]"/>
      <dgm:spPr/>
      <dgm:t>
        <a:bodyPr/>
        <a:lstStyle/>
        <a:p>
          <a:r>
            <a:rPr lang="zh-TW" altLang="en-US" dirty="0"/>
            <a:t>標籤整理</a:t>
          </a:r>
        </a:p>
      </dgm:t>
    </dgm:pt>
    <dgm:pt modelId="{159D7896-E678-46FC-A1B6-45921BFC8900}" type="parTrans" cxnId="{838CB279-6F4D-4654-9F1B-E501A4B4BDF1}">
      <dgm:prSet/>
      <dgm:spPr/>
      <dgm:t>
        <a:bodyPr/>
        <a:lstStyle/>
        <a:p>
          <a:endParaRPr lang="zh-TW" altLang="en-US"/>
        </a:p>
      </dgm:t>
    </dgm:pt>
    <dgm:pt modelId="{03933E72-6665-4DCF-9EF8-3842F945C938}" type="sibTrans" cxnId="{838CB279-6F4D-4654-9F1B-E501A4B4BDF1}">
      <dgm:prSet/>
      <dgm:spPr/>
      <dgm:t>
        <a:bodyPr/>
        <a:lstStyle/>
        <a:p>
          <a:endParaRPr lang="zh-TW" altLang="en-US"/>
        </a:p>
      </dgm:t>
    </dgm:pt>
    <dgm:pt modelId="{9E9A4566-C4C7-4295-879A-98FA0F0C0B6A}">
      <dgm:prSet phldrT="[文字]"/>
      <dgm:spPr/>
      <dgm:t>
        <a:bodyPr/>
        <a:lstStyle/>
        <a:p>
          <a:r>
            <a:rPr lang="zh-TW" altLang="en-US" dirty="0"/>
            <a:t>文本前處理</a:t>
          </a:r>
        </a:p>
      </dgm:t>
    </dgm:pt>
    <dgm:pt modelId="{C2F97484-8C6A-4C3D-846C-AB07CBCB7BEF}" type="parTrans" cxnId="{CA0EAB2A-03F3-444B-9F0D-1503273DB6E0}">
      <dgm:prSet/>
      <dgm:spPr/>
      <dgm:t>
        <a:bodyPr/>
        <a:lstStyle/>
        <a:p>
          <a:endParaRPr lang="zh-TW" altLang="en-US"/>
        </a:p>
      </dgm:t>
    </dgm:pt>
    <dgm:pt modelId="{613E605F-26AD-4F0A-A619-7AE1560B8B4B}" type="sibTrans" cxnId="{CA0EAB2A-03F3-444B-9F0D-1503273DB6E0}">
      <dgm:prSet/>
      <dgm:spPr/>
      <dgm:t>
        <a:bodyPr/>
        <a:lstStyle/>
        <a:p>
          <a:endParaRPr lang="zh-TW" altLang="en-US"/>
        </a:p>
      </dgm:t>
    </dgm:pt>
    <dgm:pt modelId="{160A1D33-E658-418E-8036-C4AB63B20C1A}">
      <dgm:prSet phldrT="[文字]"/>
      <dgm:spPr/>
      <dgm:t>
        <a:bodyPr/>
        <a:lstStyle/>
        <a:p>
          <a:r>
            <a:rPr lang="zh-TW" altLang="en-US" dirty="0"/>
            <a:t>特徵建構</a:t>
          </a:r>
        </a:p>
      </dgm:t>
    </dgm:pt>
    <dgm:pt modelId="{69116C48-78C5-4340-B244-B8CD9C973DF8}" type="parTrans" cxnId="{525E1722-1582-4CCD-AF4F-8DF36ADBBA4B}">
      <dgm:prSet/>
      <dgm:spPr/>
      <dgm:t>
        <a:bodyPr/>
        <a:lstStyle/>
        <a:p>
          <a:endParaRPr lang="zh-TW" altLang="en-US"/>
        </a:p>
      </dgm:t>
    </dgm:pt>
    <dgm:pt modelId="{A537A6EC-5A51-4FDB-9059-C694E197B2B0}" type="sibTrans" cxnId="{525E1722-1582-4CCD-AF4F-8DF36ADBBA4B}">
      <dgm:prSet/>
      <dgm:spPr/>
      <dgm:t>
        <a:bodyPr/>
        <a:lstStyle/>
        <a:p>
          <a:endParaRPr lang="zh-TW" altLang="en-US"/>
        </a:p>
      </dgm:t>
    </dgm:pt>
    <dgm:pt modelId="{5C7D3CE4-ABDE-41A7-90C3-70E5C7BB467B}">
      <dgm:prSet phldrT="[文字]"/>
      <dgm:spPr/>
      <dgm:t>
        <a:bodyPr/>
        <a:lstStyle/>
        <a:p>
          <a:r>
            <a:rPr lang="zh-TW" altLang="en-US" dirty="0"/>
            <a:t>特徵選擇</a:t>
          </a:r>
        </a:p>
      </dgm:t>
    </dgm:pt>
    <dgm:pt modelId="{BF6EDFD5-76D6-43D3-B03E-795B9CFD0EC5}" type="parTrans" cxnId="{8B6D8084-F0A6-4791-8F2D-1A210ED1DE90}">
      <dgm:prSet/>
      <dgm:spPr/>
      <dgm:t>
        <a:bodyPr/>
        <a:lstStyle/>
        <a:p>
          <a:endParaRPr lang="zh-TW" altLang="en-US"/>
        </a:p>
      </dgm:t>
    </dgm:pt>
    <dgm:pt modelId="{049C9476-7F43-4E8F-8DD5-040390399220}" type="sibTrans" cxnId="{8B6D8084-F0A6-4791-8F2D-1A210ED1DE90}">
      <dgm:prSet/>
      <dgm:spPr/>
      <dgm:t>
        <a:bodyPr/>
        <a:lstStyle/>
        <a:p>
          <a:endParaRPr lang="zh-TW" altLang="en-US"/>
        </a:p>
      </dgm:t>
    </dgm:pt>
    <dgm:pt modelId="{DFF03899-C159-445D-9571-2E50827A2D49}">
      <dgm:prSet phldrT="[文字]"/>
      <dgm:spPr/>
      <dgm:t>
        <a:bodyPr/>
        <a:lstStyle/>
        <a:p>
          <a:r>
            <a:rPr lang="zh-TW" altLang="en-US" dirty="0"/>
            <a:t>模型訓練</a:t>
          </a:r>
        </a:p>
      </dgm:t>
    </dgm:pt>
    <dgm:pt modelId="{06EE08EE-6A06-4DBB-B0E0-F2ABECD59FE5}" type="parTrans" cxnId="{8A2CDF93-5C35-4031-8F0F-653666331A45}">
      <dgm:prSet/>
      <dgm:spPr/>
      <dgm:t>
        <a:bodyPr/>
        <a:lstStyle/>
        <a:p>
          <a:endParaRPr lang="zh-TW" altLang="en-US"/>
        </a:p>
      </dgm:t>
    </dgm:pt>
    <dgm:pt modelId="{55816338-2453-4980-BB21-94B4B3558D95}" type="sibTrans" cxnId="{8A2CDF93-5C35-4031-8F0F-653666331A45}">
      <dgm:prSet/>
      <dgm:spPr/>
      <dgm:t>
        <a:bodyPr/>
        <a:lstStyle/>
        <a:p>
          <a:endParaRPr lang="zh-TW" altLang="en-US"/>
        </a:p>
      </dgm:t>
    </dgm:pt>
    <dgm:pt modelId="{A731B7DF-F419-4850-AE21-E575F7C4EFCF}">
      <dgm:prSet phldrT="[文字]"/>
      <dgm:spPr/>
      <dgm:t>
        <a:bodyPr/>
        <a:lstStyle/>
        <a:p>
          <a:r>
            <a:rPr lang="zh-TW" altLang="en-US" dirty="0"/>
            <a:t>模型評估</a:t>
          </a:r>
        </a:p>
      </dgm:t>
    </dgm:pt>
    <dgm:pt modelId="{75B5ACF9-06E2-4BEC-A606-9C2C9C35F5B0}" type="parTrans" cxnId="{F3DE2FC9-D11E-4361-8E20-CCB014AAB7CB}">
      <dgm:prSet/>
      <dgm:spPr/>
      <dgm:t>
        <a:bodyPr/>
        <a:lstStyle/>
        <a:p>
          <a:endParaRPr lang="zh-TW" altLang="en-US"/>
        </a:p>
      </dgm:t>
    </dgm:pt>
    <dgm:pt modelId="{BE42063E-144C-443B-BD76-EA23D882CF80}" type="sibTrans" cxnId="{F3DE2FC9-D11E-4361-8E20-CCB014AAB7CB}">
      <dgm:prSet/>
      <dgm:spPr/>
      <dgm:t>
        <a:bodyPr/>
        <a:lstStyle/>
        <a:p>
          <a:endParaRPr lang="zh-TW" altLang="en-US"/>
        </a:p>
      </dgm:t>
    </dgm:pt>
    <dgm:pt modelId="{FB5FC1C0-15ED-4256-82B3-FEF6D43798B9}">
      <dgm:prSet phldrT="[文字]"/>
      <dgm:spPr/>
      <dgm:t>
        <a:bodyPr/>
        <a:lstStyle/>
        <a:p>
          <a:r>
            <a:rPr lang="zh-TW" altLang="en-US" dirty="0"/>
            <a:t>結果</a:t>
          </a:r>
        </a:p>
      </dgm:t>
    </dgm:pt>
    <dgm:pt modelId="{90EFC6E0-E373-49C2-A2D6-EFA056E5EA4A}" type="parTrans" cxnId="{8E84CC95-D0E6-419B-ABFF-81EF41EC28CA}">
      <dgm:prSet/>
      <dgm:spPr/>
      <dgm:t>
        <a:bodyPr/>
        <a:lstStyle/>
        <a:p>
          <a:endParaRPr lang="zh-TW" altLang="en-US"/>
        </a:p>
      </dgm:t>
    </dgm:pt>
    <dgm:pt modelId="{5F6A7D14-C208-42F6-B558-215FBC26BC06}" type="sibTrans" cxnId="{8E84CC95-D0E6-419B-ABFF-81EF41EC28CA}">
      <dgm:prSet/>
      <dgm:spPr/>
      <dgm:t>
        <a:bodyPr/>
        <a:lstStyle/>
        <a:p>
          <a:endParaRPr lang="zh-TW" altLang="en-US"/>
        </a:p>
      </dgm:t>
    </dgm:pt>
    <dgm:pt modelId="{AA604A7B-15F5-4286-BC28-30F56879ED1D}" type="pres">
      <dgm:prSet presAssocID="{89EE5BD9-379C-4A6D-9B5B-5FE8C0C1D71E}" presName="Name0" presStyleCnt="0">
        <dgm:presLayoutVars>
          <dgm:dir/>
          <dgm:animLvl val="lvl"/>
          <dgm:resizeHandles val="exact"/>
        </dgm:presLayoutVars>
      </dgm:prSet>
      <dgm:spPr/>
    </dgm:pt>
    <dgm:pt modelId="{914191AA-E579-4637-A162-6EA965AF927A}" type="pres">
      <dgm:prSet presAssocID="{139ED7E1-80DE-46D5-9C08-04DC86BABF66}" presName="parTxOnly" presStyleLbl="node1" presStyleIdx="0" presStyleCnt="9">
        <dgm:presLayoutVars>
          <dgm:chMax val="0"/>
          <dgm:chPref val="0"/>
          <dgm:bulletEnabled val="1"/>
        </dgm:presLayoutVars>
      </dgm:prSet>
      <dgm:spPr/>
    </dgm:pt>
    <dgm:pt modelId="{F868289A-E627-4690-8CAA-CC98C4D90C90}" type="pres">
      <dgm:prSet presAssocID="{FC75BE4C-1F8E-4ADD-9D4D-4CA4F75000E7}" presName="parTxOnlySpace" presStyleCnt="0"/>
      <dgm:spPr/>
    </dgm:pt>
    <dgm:pt modelId="{C6DB58CE-AFF0-4A74-ACB3-99530E7E31F5}" type="pres">
      <dgm:prSet presAssocID="{8EEC0CE0-3E0C-40AA-BC43-0CACB75650A6}" presName="parTxOnly" presStyleLbl="node1" presStyleIdx="1" presStyleCnt="9">
        <dgm:presLayoutVars>
          <dgm:chMax val="0"/>
          <dgm:chPref val="0"/>
          <dgm:bulletEnabled val="1"/>
        </dgm:presLayoutVars>
      </dgm:prSet>
      <dgm:spPr/>
    </dgm:pt>
    <dgm:pt modelId="{75042B28-3334-4058-878E-8E46A270E78B}" type="pres">
      <dgm:prSet presAssocID="{87130D3E-B70B-4754-BEBF-589650C22229}" presName="parTxOnlySpace" presStyleCnt="0"/>
      <dgm:spPr/>
    </dgm:pt>
    <dgm:pt modelId="{816E6BDF-0AEB-4564-BC22-B2E48BAF5464}" type="pres">
      <dgm:prSet presAssocID="{AF7244D5-699B-41E3-B552-4B0FE2505BB3}" presName="parTxOnly" presStyleLbl="node1" presStyleIdx="2" presStyleCnt="9">
        <dgm:presLayoutVars>
          <dgm:chMax val="0"/>
          <dgm:chPref val="0"/>
          <dgm:bulletEnabled val="1"/>
        </dgm:presLayoutVars>
      </dgm:prSet>
      <dgm:spPr/>
    </dgm:pt>
    <dgm:pt modelId="{CA8A7359-67E2-49EE-BA47-785835584555}" type="pres">
      <dgm:prSet presAssocID="{03933E72-6665-4DCF-9EF8-3842F945C938}" presName="parTxOnlySpace" presStyleCnt="0"/>
      <dgm:spPr/>
    </dgm:pt>
    <dgm:pt modelId="{8294AD81-06F3-4FCB-BE73-18DA247D22D2}" type="pres">
      <dgm:prSet presAssocID="{9E9A4566-C4C7-4295-879A-98FA0F0C0B6A}" presName="parTxOnly" presStyleLbl="node1" presStyleIdx="3" presStyleCnt="9">
        <dgm:presLayoutVars>
          <dgm:chMax val="0"/>
          <dgm:chPref val="0"/>
          <dgm:bulletEnabled val="1"/>
        </dgm:presLayoutVars>
      </dgm:prSet>
      <dgm:spPr/>
    </dgm:pt>
    <dgm:pt modelId="{7358DB89-FF50-4AB8-A6C5-1146B429158F}" type="pres">
      <dgm:prSet presAssocID="{613E605F-26AD-4F0A-A619-7AE1560B8B4B}" presName="parTxOnlySpace" presStyleCnt="0"/>
      <dgm:spPr/>
    </dgm:pt>
    <dgm:pt modelId="{EAC0CF2B-1FBF-40CA-ABDC-CEE1EE4F248A}" type="pres">
      <dgm:prSet presAssocID="{160A1D33-E658-418E-8036-C4AB63B20C1A}" presName="parTxOnly" presStyleLbl="node1" presStyleIdx="4" presStyleCnt="9">
        <dgm:presLayoutVars>
          <dgm:chMax val="0"/>
          <dgm:chPref val="0"/>
          <dgm:bulletEnabled val="1"/>
        </dgm:presLayoutVars>
      </dgm:prSet>
      <dgm:spPr/>
    </dgm:pt>
    <dgm:pt modelId="{C619A701-542D-4069-B3EE-48F2F907915A}" type="pres">
      <dgm:prSet presAssocID="{A537A6EC-5A51-4FDB-9059-C694E197B2B0}" presName="parTxOnlySpace" presStyleCnt="0"/>
      <dgm:spPr/>
    </dgm:pt>
    <dgm:pt modelId="{2E9A4EAE-1198-4E49-A7B2-F73CA3FBCC84}" type="pres">
      <dgm:prSet presAssocID="{5C7D3CE4-ABDE-41A7-90C3-70E5C7BB467B}" presName="parTxOnly" presStyleLbl="node1" presStyleIdx="5" presStyleCnt="9">
        <dgm:presLayoutVars>
          <dgm:chMax val="0"/>
          <dgm:chPref val="0"/>
          <dgm:bulletEnabled val="1"/>
        </dgm:presLayoutVars>
      </dgm:prSet>
      <dgm:spPr/>
    </dgm:pt>
    <dgm:pt modelId="{0826F368-019C-492A-89B4-3BF70D8D6AA2}" type="pres">
      <dgm:prSet presAssocID="{049C9476-7F43-4E8F-8DD5-040390399220}" presName="parTxOnlySpace" presStyleCnt="0"/>
      <dgm:spPr/>
    </dgm:pt>
    <dgm:pt modelId="{EE7F8039-0CE1-4E24-8E1E-B62E2D35CB28}" type="pres">
      <dgm:prSet presAssocID="{DFF03899-C159-445D-9571-2E50827A2D49}" presName="parTxOnly" presStyleLbl="node1" presStyleIdx="6" presStyleCnt="9">
        <dgm:presLayoutVars>
          <dgm:chMax val="0"/>
          <dgm:chPref val="0"/>
          <dgm:bulletEnabled val="1"/>
        </dgm:presLayoutVars>
      </dgm:prSet>
      <dgm:spPr/>
    </dgm:pt>
    <dgm:pt modelId="{B754AE0E-3F1C-4BC3-A345-0FEA82A0B8C7}" type="pres">
      <dgm:prSet presAssocID="{55816338-2453-4980-BB21-94B4B3558D95}" presName="parTxOnlySpace" presStyleCnt="0"/>
      <dgm:spPr/>
    </dgm:pt>
    <dgm:pt modelId="{06E5E437-4722-4EF7-B3A7-7AD3DD309BC4}" type="pres">
      <dgm:prSet presAssocID="{A731B7DF-F419-4850-AE21-E575F7C4EFCF}" presName="parTxOnly" presStyleLbl="node1" presStyleIdx="7" presStyleCnt="9">
        <dgm:presLayoutVars>
          <dgm:chMax val="0"/>
          <dgm:chPref val="0"/>
          <dgm:bulletEnabled val="1"/>
        </dgm:presLayoutVars>
      </dgm:prSet>
      <dgm:spPr/>
    </dgm:pt>
    <dgm:pt modelId="{662C5D46-9063-4DFB-8C43-2EC75481B9AB}" type="pres">
      <dgm:prSet presAssocID="{BE42063E-144C-443B-BD76-EA23D882CF80}" presName="parTxOnlySpace" presStyleCnt="0"/>
      <dgm:spPr/>
    </dgm:pt>
    <dgm:pt modelId="{0E5BD989-60F0-4036-A0D2-ACB695C69815}" type="pres">
      <dgm:prSet presAssocID="{FB5FC1C0-15ED-4256-82B3-FEF6D43798B9}" presName="parTxOnly" presStyleLbl="node1" presStyleIdx="8" presStyleCnt="9">
        <dgm:presLayoutVars>
          <dgm:chMax val="0"/>
          <dgm:chPref val="0"/>
          <dgm:bulletEnabled val="1"/>
        </dgm:presLayoutVars>
      </dgm:prSet>
      <dgm:spPr/>
    </dgm:pt>
  </dgm:ptLst>
  <dgm:cxnLst>
    <dgm:cxn modelId="{07B3841E-55FA-4702-88A8-CBCA5B62D01F}" srcId="{89EE5BD9-379C-4A6D-9B5B-5FE8C0C1D71E}" destId="{139ED7E1-80DE-46D5-9C08-04DC86BABF66}" srcOrd="0" destOrd="0" parTransId="{1D04E3CC-1E43-46B1-A840-D144821765D8}" sibTransId="{FC75BE4C-1F8E-4ADD-9D4D-4CA4F75000E7}"/>
    <dgm:cxn modelId="{525E1722-1582-4CCD-AF4F-8DF36ADBBA4B}" srcId="{89EE5BD9-379C-4A6D-9B5B-5FE8C0C1D71E}" destId="{160A1D33-E658-418E-8036-C4AB63B20C1A}" srcOrd="4" destOrd="0" parTransId="{69116C48-78C5-4340-B244-B8CD9C973DF8}" sibTransId="{A537A6EC-5A51-4FDB-9059-C694E197B2B0}"/>
    <dgm:cxn modelId="{CA0EAB2A-03F3-444B-9F0D-1503273DB6E0}" srcId="{89EE5BD9-379C-4A6D-9B5B-5FE8C0C1D71E}" destId="{9E9A4566-C4C7-4295-879A-98FA0F0C0B6A}" srcOrd="3" destOrd="0" parTransId="{C2F97484-8C6A-4C3D-846C-AB07CBCB7BEF}" sibTransId="{613E605F-26AD-4F0A-A619-7AE1560B8B4B}"/>
    <dgm:cxn modelId="{6BA15D33-53E0-45B7-9E36-58027C9F62BA}" type="presOf" srcId="{139ED7E1-80DE-46D5-9C08-04DC86BABF66}" destId="{914191AA-E579-4637-A162-6EA965AF927A}" srcOrd="0" destOrd="0" presId="urn:microsoft.com/office/officeart/2005/8/layout/chevron1"/>
    <dgm:cxn modelId="{32A9746B-4420-4C3A-A98D-610BD1C97DAF}" type="presOf" srcId="{FB5FC1C0-15ED-4256-82B3-FEF6D43798B9}" destId="{0E5BD989-60F0-4036-A0D2-ACB695C69815}" srcOrd="0" destOrd="0" presId="urn:microsoft.com/office/officeart/2005/8/layout/chevron1"/>
    <dgm:cxn modelId="{79701377-6263-4AA8-B55A-A69E1DEBC560}" type="presOf" srcId="{9E9A4566-C4C7-4295-879A-98FA0F0C0B6A}" destId="{8294AD81-06F3-4FCB-BE73-18DA247D22D2}" srcOrd="0" destOrd="0" presId="urn:microsoft.com/office/officeart/2005/8/layout/chevron1"/>
    <dgm:cxn modelId="{838CB279-6F4D-4654-9F1B-E501A4B4BDF1}" srcId="{89EE5BD9-379C-4A6D-9B5B-5FE8C0C1D71E}" destId="{AF7244D5-699B-41E3-B552-4B0FE2505BB3}" srcOrd="2" destOrd="0" parTransId="{159D7896-E678-46FC-A1B6-45921BFC8900}" sibTransId="{03933E72-6665-4DCF-9EF8-3842F945C938}"/>
    <dgm:cxn modelId="{CE45C37A-6473-44B4-9075-9D8E05A628D3}" type="presOf" srcId="{8EEC0CE0-3E0C-40AA-BC43-0CACB75650A6}" destId="{C6DB58CE-AFF0-4A74-ACB3-99530E7E31F5}" srcOrd="0" destOrd="0" presId="urn:microsoft.com/office/officeart/2005/8/layout/chevron1"/>
    <dgm:cxn modelId="{8B6D8084-F0A6-4791-8F2D-1A210ED1DE90}" srcId="{89EE5BD9-379C-4A6D-9B5B-5FE8C0C1D71E}" destId="{5C7D3CE4-ABDE-41A7-90C3-70E5C7BB467B}" srcOrd="5" destOrd="0" parTransId="{BF6EDFD5-76D6-43D3-B03E-795B9CFD0EC5}" sibTransId="{049C9476-7F43-4E8F-8DD5-040390399220}"/>
    <dgm:cxn modelId="{8A2CDF93-5C35-4031-8F0F-653666331A45}" srcId="{89EE5BD9-379C-4A6D-9B5B-5FE8C0C1D71E}" destId="{DFF03899-C159-445D-9571-2E50827A2D49}" srcOrd="6" destOrd="0" parTransId="{06EE08EE-6A06-4DBB-B0E0-F2ABECD59FE5}" sibTransId="{55816338-2453-4980-BB21-94B4B3558D95}"/>
    <dgm:cxn modelId="{8E84CC95-D0E6-419B-ABFF-81EF41EC28CA}" srcId="{89EE5BD9-379C-4A6D-9B5B-5FE8C0C1D71E}" destId="{FB5FC1C0-15ED-4256-82B3-FEF6D43798B9}" srcOrd="8" destOrd="0" parTransId="{90EFC6E0-E373-49C2-A2D6-EFA056E5EA4A}" sibTransId="{5F6A7D14-C208-42F6-B558-215FBC26BC06}"/>
    <dgm:cxn modelId="{47B040A1-CC5B-4673-B19A-1FA13CD7C1C3}" type="presOf" srcId="{89EE5BD9-379C-4A6D-9B5B-5FE8C0C1D71E}" destId="{AA604A7B-15F5-4286-BC28-30F56879ED1D}" srcOrd="0" destOrd="0" presId="urn:microsoft.com/office/officeart/2005/8/layout/chevron1"/>
    <dgm:cxn modelId="{02FB08AA-3154-42D1-87EF-1DEF6B40AB44}" type="presOf" srcId="{160A1D33-E658-418E-8036-C4AB63B20C1A}" destId="{EAC0CF2B-1FBF-40CA-ABDC-CEE1EE4F248A}" srcOrd="0" destOrd="0" presId="urn:microsoft.com/office/officeart/2005/8/layout/chevron1"/>
    <dgm:cxn modelId="{CA36B8BB-EA72-427B-A057-A1A41F5D221F}" srcId="{89EE5BD9-379C-4A6D-9B5B-5FE8C0C1D71E}" destId="{8EEC0CE0-3E0C-40AA-BC43-0CACB75650A6}" srcOrd="1" destOrd="0" parTransId="{D470A32D-8AF6-485B-96E4-AEA0AA15C4C2}" sibTransId="{87130D3E-B70B-4754-BEBF-589650C22229}"/>
    <dgm:cxn modelId="{F3DE2FC9-D11E-4361-8E20-CCB014AAB7CB}" srcId="{89EE5BD9-379C-4A6D-9B5B-5FE8C0C1D71E}" destId="{A731B7DF-F419-4850-AE21-E575F7C4EFCF}" srcOrd="7" destOrd="0" parTransId="{75B5ACF9-06E2-4BEC-A606-9C2C9C35F5B0}" sibTransId="{BE42063E-144C-443B-BD76-EA23D882CF80}"/>
    <dgm:cxn modelId="{1EEA4DD1-F66F-41B3-9636-6CAA7D1640DD}" type="presOf" srcId="{5C7D3CE4-ABDE-41A7-90C3-70E5C7BB467B}" destId="{2E9A4EAE-1198-4E49-A7B2-F73CA3FBCC84}" srcOrd="0" destOrd="0" presId="urn:microsoft.com/office/officeart/2005/8/layout/chevron1"/>
    <dgm:cxn modelId="{336D1ADB-4782-45EE-9DBC-DF1A82144AE5}" type="presOf" srcId="{A731B7DF-F419-4850-AE21-E575F7C4EFCF}" destId="{06E5E437-4722-4EF7-B3A7-7AD3DD309BC4}" srcOrd="0" destOrd="0" presId="urn:microsoft.com/office/officeart/2005/8/layout/chevron1"/>
    <dgm:cxn modelId="{6F872DDD-BCB3-46BD-99E2-E5178CD2AE60}" type="presOf" srcId="{DFF03899-C159-445D-9571-2E50827A2D49}" destId="{EE7F8039-0CE1-4E24-8E1E-B62E2D35CB28}" srcOrd="0" destOrd="0" presId="urn:microsoft.com/office/officeart/2005/8/layout/chevron1"/>
    <dgm:cxn modelId="{43CBABEF-71E5-4BCF-AFA9-D6186AAD7209}" type="presOf" srcId="{AF7244D5-699B-41E3-B552-4B0FE2505BB3}" destId="{816E6BDF-0AEB-4564-BC22-B2E48BAF5464}" srcOrd="0" destOrd="0" presId="urn:microsoft.com/office/officeart/2005/8/layout/chevron1"/>
    <dgm:cxn modelId="{FCAA45F7-869F-411C-976F-FCCACDB5103F}" type="presParOf" srcId="{AA604A7B-15F5-4286-BC28-30F56879ED1D}" destId="{914191AA-E579-4637-A162-6EA965AF927A}" srcOrd="0" destOrd="0" presId="urn:microsoft.com/office/officeart/2005/8/layout/chevron1"/>
    <dgm:cxn modelId="{FA5D75A8-D075-49AB-B33A-833B4C990414}" type="presParOf" srcId="{AA604A7B-15F5-4286-BC28-30F56879ED1D}" destId="{F868289A-E627-4690-8CAA-CC98C4D90C90}" srcOrd="1" destOrd="0" presId="urn:microsoft.com/office/officeart/2005/8/layout/chevron1"/>
    <dgm:cxn modelId="{C1F55893-ADA0-44A4-98DF-5642E8BCD8FA}" type="presParOf" srcId="{AA604A7B-15F5-4286-BC28-30F56879ED1D}" destId="{C6DB58CE-AFF0-4A74-ACB3-99530E7E31F5}" srcOrd="2" destOrd="0" presId="urn:microsoft.com/office/officeart/2005/8/layout/chevron1"/>
    <dgm:cxn modelId="{4CDE61A1-80ED-47DE-916E-CA544C8C45DB}" type="presParOf" srcId="{AA604A7B-15F5-4286-BC28-30F56879ED1D}" destId="{75042B28-3334-4058-878E-8E46A270E78B}" srcOrd="3" destOrd="0" presId="urn:microsoft.com/office/officeart/2005/8/layout/chevron1"/>
    <dgm:cxn modelId="{98DFE00E-8D27-4AD2-9F22-EEB6C936547A}" type="presParOf" srcId="{AA604A7B-15F5-4286-BC28-30F56879ED1D}" destId="{816E6BDF-0AEB-4564-BC22-B2E48BAF5464}" srcOrd="4" destOrd="0" presId="urn:microsoft.com/office/officeart/2005/8/layout/chevron1"/>
    <dgm:cxn modelId="{C67FC589-EBFC-471A-BB2E-45DE09BD2C6C}" type="presParOf" srcId="{AA604A7B-15F5-4286-BC28-30F56879ED1D}" destId="{CA8A7359-67E2-49EE-BA47-785835584555}" srcOrd="5" destOrd="0" presId="urn:microsoft.com/office/officeart/2005/8/layout/chevron1"/>
    <dgm:cxn modelId="{0BE3E005-BDA2-435C-B0E7-945416452345}" type="presParOf" srcId="{AA604A7B-15F5-4286-BC28-30F56879ED1D}" destId="{8294AD81-06F3-4FCB-BE73-18DA247D22D2}" srcOrd="6" destOrd="0" presId="urn:microsoft.com/office/officeart/2005/8/layout/chevron1"/>
    <dgm:cxn modelId="{3C333496-2DBE-40FA-805C-4AB2178951E3}" type="presParOf" srcId="{AA604A7B-15F5-4286-BC28-30F56879ED1D}" destId="{7358DB89-FF50-4AB8-A6C5-1146B429158F}" srcOrd="7" destOrd="0" presId="urn:microsoft.com/office/officeart/2005/8/layout/chevron1"/>
    <dgm:cxn modelId="{D3A5EDC4-4A37-4986-89BF-6585A4A397B0}" type="presParOf" srcId="{AA604A7B-15F5-4286-BC28-30F56879ED1D}" destId="{EAC0CF2B-1FBF-40CA-ABDC-CEE1EE4F248A}" srcOrd="8" destOrd="0" presId="urn:microsoft.com/office/officeart/2005/8/layout/chevron1"/>
    <dgm:cxn modelId="{5294F6B5-0915-4051-921C-21D6D35B2AC7}" type="presParOf" srcId="{AA604A7B-15F5-4286-BC28-30F56879ED1D}" destId="{C619A701-542D-4069-B3EE-48F2F907915A}" srcOrd="9" destOrd="0" presId="urn:microsoft.com/office/officeart/2005/8/layout/chevron1"/>
    <dgm:cxn modelId="{987B81EC-6B64-4245-A4FE-9A0C44AB7D80}" type="presParOf" srcId="{AA604A7B-15F5-4286-BC28-30F56879ED1D}" destId="{2E9A4EAE-1198-4E49-A7B2-F73CA3FBCC84}" srcOrd="10" destOrd="0" presId="urn:microsoft.com/office/officeart/2005/8/layout/chevron1"/>
    <dgm:cxn modelId="{659EF2DA-0298-438E-9684-D1BFF8EB0422}" type="presParOf" srcId="{AA604A7B-15F5-4286-BC28-30F56879ED1D}" destId="{0826F368-019C-492A-89B4-3BF70D8D6AA2}" srcOrd="11" destOrd="0" presId="urn:microsoft.com/office/officeart/2005/8/layout/chevron1"/>
    <dgm:cxn modelId="{94154976-511E-4C4B-B622-4FD807631952}" type="presParOf" srcId="{AA604A7B-15F5-4286-BC28-30F56879ED1D}" destId="{EE7F8039-0CE1-4E24-8E1E-B62E2D35CB28}" srcOrd="12" destOrd="0" presId="urn:microsoft.com/office/officeart/2005/8/layout/chevron1"/>
    <dgm:cxn modelId="{83D58338-DB6C-4BBC-AA60-A4951FE6B9E4}" type="presParOf" srcId="{AA604A7B-15F5-4286-BC28-30F56879ED1D}" destId="{B754AE0E-3F1C-4BC3-A345-0FEA82A0B8C7}" srcOrd="13" destOrd="0" presId="urn:microsoft.com/office/officeart/2005/8/layout/chevron1"/>
    <dgm:cxn modelId="{91F4E344-2351-4112-A576-9E1D1194CC0F}" type="presParOf" srcId="{AA604A7B-15F5-4286-BC28-30F56879ED1D}" destId="{06E5E437-4722-4EF7-B3A7-7AD3DD309BC4}" srcOrd="14" destOrd="0" presId="urn:microsoft.com/office/officeart/2005/8/layout/chevron1"/>
    <dgm:cxn modelId="{4E1264C3-777B-4D12-9693-D68A9C97D54E}" type="presParOf" srcId="{AA604A7B-15F5-4286-BC28-30F56879ED1D}" destId="{662C5D46-9063-4DFB-8C43-2EC75481B9AB}" srcOrd="15" destOrd="0" presId="urn:microsoft.com/office/officeart/2005/8/layout/chevron1"/>
    <dgm:cxn modelId="{11CF383C-11E3-4D63-88D7-C97A67160040}" type="presParOf" srcId="{AA604A7B-15F5-4286-BC28-30F56879ED1D}" destId="{0E5BD989-60F0-4036-A0D2-ACB695C69815}" srcOrd="16"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89EE5BD9-379C-4A6D-9B5B-5FE8C0C1D71E}" type="doc">
      <dgm:prSet loTypeId="urn:microsoft.com/office/officeart/2005/8/layout/chevron1" loCatId="process" qsTypeId="urn:microsoft.com/office/officeart/2005/8/quickstyle/simple1" qsCatId="simple" csTypeId="urn:microsoft.com/office/officeart/2005/8/colors/accent1_2" csCatId="accent1" phldr="1"/>
      <dgm:spPr/>
    </dgm:pt>
    <dgm:pt modelId="{139ED7E1-80DE-46D5-9C08-04DC86BABF66}">
      <dgm:prSet phldrT="[文字]"/>
      <dgm:spPr/>
      <dgm:t>
        <a:bodyPr/>
        <a:lstStyle/>
        <a:p>
          <a:r>
            <a:rPr lang="zh-TW" altLang="en-US" dirty="0"/>
            <a:t>資料蒐集</a:t>
          </a:r>
        </a:p>
      </dgm:t>
    </dgm:pt>
    <dgm:pt modelId="{1D04E3CC-1E43-46B1-A840-D144821765D8}" type="parTrans" cxnId="{07B3841E-55FA-4702-88A8-CBCA5B62D01F}">
      <dgm:prSet/>
      <dgm:spPr/>
      <dgm:t>
        <a:bodyPr/>
        <a:lstStyle/>
        <a:p>
          <a:endParaRPr lang="zh-TW" altLang="en-US"/>
        </a:p>
      </dgm:t>
    </dgm:pt>
    <dgm:pt modelId="{FC75BE4C-1F8E-4ADD-9D4D-4CA4F75000E7}" type="sibTrans" cxnId="{07B3841E-55FA-4702-88A8-CBCA5B62D01F}">
      <dgm:prSet/>
      <dgm:spPr/>
      <dgm:t>
        <a:bodyPr/>
        <a:lstStyle/>
        <a:p>
          <a:endParaRPr lang="zh-TW" altLang="en-US"/>
        </a:p>
      </dgm:t>
    </dgm:pt>
    <dgm:pt modelId="{8EEC0CE0-3E0C-40AA-BC43-0CACB75650A6}">
      <dgm:prSet phldrT="[文字]"/>
      <dgm:spPr/>
      <dgm:t>
        <a:bodyPr/>
        <a:lstStyle/>
        <a:p>
          <a:r>
            <a:rPr lang="zh-TW" altLang="en-US" dirty="0"/>
            <a:t>案件篩選</a:t>
          </a:r>
        </a:p>
      </dgm:t>
    </dgm:pt>
    <dgm:pt modelId="{D470A32D-8AF6-485B-96E4-AEA0AA15C4C2}" type="parTrans" cxnId="{CA36B8BB-EA72-427B-A057-A1A41F5D221F}">
      <dgm:prSet/>
      <dgm:spPr/>
      <dgm:t>
        <a:bodyPr/>
        <a:lstStyle/>
        <a:p>
          <a:endParaRPr lang="zh-TW" altLang="en-US"/>
        </a:p>
      </dgm:t>
    </dgm:pt>
    <dgm:pt modelId="{87130D3E-B70B-4754-BEBF-589650C22229}" type="sibTrans" cxnId="{CA36B8BB-EA72-427B-A057-A1A41F5D221F}">
      <dgm:prSet/>
      <dgm:spPr/>
      <dgm:t>
        <a:bodyPr/>
        <a:lstStyle/>
        <a:p>
          <a:endParaRPr lang="zh-TW" altLang="en-US"/>
        </a:p>
      </dgm:t>
    </dgm:pt>
    <dgm:pt modelId="{AF7244D5-699B-41E3-B552-4B0FE2505BB3}">
      <dgm:prSet phldrT="[文字]"/>
      <dgm:spPr/>
      <dgm:t>
        <a:bodyPr/>
        <a:lstStyle/>
        <a:p>
          <a:r>
            <a:rPr lang="zh-TW" altLang="en-US" dirty="0"/>
            <a:t>標籤整理</a:t>
          </a:r>
        </a:p>
      </dgm:t>
    </dgm:pt>
    <dgm:pt modelId="{159D7896-E678-46FC-A1B6-45921BFC8900}" type="parTrans" cxnId="{838CB279-6F4D-4654-9F1B-E501A4B4BDF1}">
      <dgm:prSet/>
      <dgm:spPr/>
      <dgm:t>
        <a:bodyPr/>
        <a:lstStyle/>
        <a:p>
          <a:endParaRPr lang="zh-TW" altLang="en-US"/>
        </a:p>
      </dgm:t>
    </dgm:pt>
    <dgm:pt modelId="{03933E72-6665-4DCF-9EF8-3842F945C938}" type="sibTrans" cxnId="{838CB279-6F4D-4654-9F1B-E501A4B4BDF1}">
      <dgm:prSet/>
      <dgm:spPr/>
      <dgm:t>
        <a:bodyPr/>
        <a:lstStyle/>
        <a:p>
          <a:endParaRPr lang="zh-TW" altLang="en-US"/>
        </a:p>
      </dgm:t>
    </dgm:pt>
    <dgm:pt modelId="{9E9A4566-C4C7-4295-879A-98FA0F0C0B6A}">
      <dgm:prSet phldrT="[文字]"/>
      <dgm:spPr/>
      <dgm:t>
        <a:bodyPr/>
        <a:lstStyle/>
        <a:p>
          <a:r>
            <a:rPr lang="zh-TW" altLang="en-US" dirty="0"/>
            <a:t>文本前處理</a:t>
          </a:r>
        </a:p>
      </dgm:t>
    </dgm:pt>
    <dgm:pt modelId="{C2F97484-8C6A-4C3D-846C-AB07CBCB7BEF}" type="parTrans" cxnId="{CA0EAB2A-03F3-444B-9F0D-1503273DB6E0}">
      <dgm:prSet/>
      <dgm:spPr/>
      <dgm:t>
        <a:bodyPr/>
        <a:lstStyle/>
        <a:p>
          <a:endParaRPr lang="zh-TW" altLang="en-US"/>
        </a:p>
      </dgm:t>
    </dgm:pt>
    <dgm:pt modelId="{613E605F-26AD-4F0A-A619-7AE1560B8B4B}" type="sibTrans" cxnId="{CA0EAB2A-03F3-444B-9F0D-1503273DB6E0}">
      <dgm:prSet/>
      <dgm:spPr/>
      <dgm:t>
        <a:bodyPr/>
        <a:lstStyle/>
        <a:p>
          <a:endParaRPr lang="zh-TW" altLang="en-US"/>
        </a:p>
      </dgm:t>
    </dgm:pt>
    <dgm:pt modelId="{160A1D33-E658-418E-8036-C4AB63B20C1A}">
      <dgm:prSet phldrT="[文字]"/>
      <dgm:spPr/>
      <dgm:t>
        <a:bodyPr/>
        <a:lstStyle/>
        <a:p>
          <a:r>
            <a:rPr lang="zh-TW" altLang="en-US" dirty="0"/>
            <a:t>特徵建構</a:t>
          </a:r>
        </a:p>
      </dgm:t>
    </dgm:pt>
    <dgm:pt modelId="{69116C48-78C5-4340-B244-B8CD9C973DF8}" type="parTrans" cxnId="{525E1722-1582-4CCD-AF4F-8DF36ADBBA4B}">
      <dgm:prSet/>
      <dgm:spPr/>
      <dgm:t>
        <a:bodyPr/>
        <a:lstStyle/>
        <a:p>
          <a:endParaRPr lang="zh-TW" altLang="en-US"/>
        </a:p>
      </dgm:t>
    </dgm:pt>
    <dgm:pt modelId="{A537A6EC-5A51-4FDB-9059-C694E197B2B0}" type="sibTrans" cxnId="{525E1722-1582-4CCD-AF4F-8DF36ADBBA4B}">
      <dgm:prSet/>
      <dgm:spPr/>
      <dgm:t>
        <a:bodyPr/>
        <a:lstStyle/>
        <a:p>
          <a:endParaRPr lang="zh-TW" altLang="en-US"/>
        </a:p>
      </dgm:t>
    </dgm:pt>
    <dgm:pt modelId="{5C7D3CE4-ABDE-41A7-90C3-70E5C7BB467B}">
      <dgm:prSet phldrT="[文字]"/>
      <dgm:spPr/>
      <dgm:t>
        <a:bodyPr/>
        <a:lstStyle/>
        <a:p>
          <a:r>
            <a:rPr lang="zh-TW" altLang="en-US" dirty="0"/>
            <a:t>特徵選擇</a:t>
          </a:r>
        </a:p>
      </dgm:t>
    </dgm:pt>
    <dgm:pt modelId="{BF6EDFD5-76D6-43D3-B03E-795B9CFD0EC5}" type="parTrans" cxnId="{8B6D8084-F0A6-4791-8F2D-1A210ED1DE90}">
      <dgm:prSet/>
      <dgm:spPr/>
      <dgm:t>
        <a:bodyPr/>
        <a:lstStyle/>
        <a:p>
          <a:endParaRPr lang="zh-TW" altLang="en-US"/>
        </a:p>
      </dgm:t>
    </dgm:pt>
    <dgm:pt modelId="{049C9476-7F43-4E8F-8DD5-040390399220}" type="sibTrans" cxnId="{8B6D8084-F0A6-4791-8F2D-1A210ED1DE90}">
      <dgm:prSet/>
      <dgm:spPr/>
      <dgm:t>
        <a:bodyPr/>
        <a:lstStyle/>
        <a:p>
          <a:endParaRPr lang="zh-TW" altLang="en-US"/>
        </a:p>
      </dgm:t>
    </dgm:pt>
    <dgm:pt modelId="{DFF03899-C159-445D-9571-2E50827A2D49}">
      <dgm:prSet phldrT="[文字]"/>
      <dgm:spPr/>
      <dgm:t>
        <a:bodyPr/>
        <a:lstStyle/>
        <a:p>
          <a:r>
            <a:rPr lang="zh-TW" altLang="en-US" dirty="0"/>
            <a:t>模型訓練</a:t>
          </a:r>
        </a:p>
      </dgm:t>
    </dgm:pt>
    <dgm:pt modelId="{06EE08EE-6A06-4DBB-B0E0-F2ABECD59FE5}" type="parTrans" cxnId="{8A2CDF93-5C35-4031-8F0F-653666331A45}">
      <dgm:prSet/>
      <dgm:spPr/>
      <dgm:t>
        <a:bodyPr/>
        <a:lstStyle/>
        <a:p>
          <a:endParaRPr lang="zh-TW" altLang="en-US"/>
        </a:p>
      </dgm:t>
    </dgm:pt>
    <dgm:pt modelId="{55816338-2453-4980-BB21-94B4B3558D95}" type="sibTrans" cxnId="{8A2CDF93-5C35-4031-8F0F-653666331A45}">
      <dgm:prSet/>
      <dgm:spPr/>
      <dgm:t>
        <a:bodyPr/>
        <a:lstStyle/>
        <a:p>
          <a:endParaRPr lang="zh-TW" altLang="en-US"/>
        </a:p>
      </dgm:t>
    </dgm:pt>
    <dgm:pt modelId="{A731B7DF-F419-4850-AE21-E575F7C4EFCF}">
      <dgm:prSet phldrT="[文字]"/>
      <dgm:spPr/>
      <dgm:t>
        <a:bodyPr/>
        <a:lstStyle/>
        <a:p>
          <a:r>
            <a:rPr lang="zh-TW" altLang="en-US" dirty="0"/>
            <a:t>模型評估</a:t>
          </a:r>
        </a:p>
      </dgm:t>
    </dgm:pt>
    <dgm:pt modelId="{75B5ACF9-06E2-4BEC-A606-9C2C9C35F5B0}" type="parTrans" cxnId="{F3DE2FC9-D11E-4361-8E20-CCB014AAB7CB}">
      <dgm:prSet/>
      <dgm:spPr/>
      <dgm:t>
        <a:bodyPr/>
        <a:lstStyle/>
        <a:p>
          <a:endParaRPr lang="zh-TW" altLang="en-US"/>
        </a:p>
      </dgm:t>
    </dgm:pt>
    <dgm:pt modelId="{BE42063E-144C-443B-BD76-EA23D882CF80}" type="sibTrans" cxnId="{F3DE2FC9-D11E-4361-8E20-CCB014AAB7CB}">
      <dgm:prSet/>
      <dgm:spPr/>
      <dgm:t>
        <a:bodyPr/>
        <a:lstStyle/>
        <a:p>
          <a:endParaRPr lang="zh-TW" altLang="en-US"/>
        </a:p>
      </dgm:t>
    </dgm:pt>
    <dgm:pt modelId="{FB5FC1C0-15ED-4256-82B3-FEF6D43798B9}">
      <dgm:prSet phldrT="[文字]"/>
      <dgm:spPr/>
      <dgm:t>
        <a:bodyPr/>
        <a:lstStyle/>
        <a:p>
          <a:r>
            <a:rPr lang="zh-TW" altLang="en-US" dirty="0"/>
            <a:t>結果</a:t>
          </a:r>
        </a:p>
      </dgm:t>
    </dgm:pt>
    <dgm:pt modelId="{90EFC6E0-E373-49C2-A2D6-EFA056E5EA4A}" type="parTrans" cxnId="{8E84CC95-D0E6-419B-ABFF-81EF41EC28CA}">
      <dgm:prSet/>
      <dgm:spPr/>
      <dgm:t>
        <a:bodyPr/>
        <a:lstStyle/>
        <a:p>
          <a:endParaRPr lang="zh-TW" altLang="en-US"/>
        </a:p>
      </dgm:t>
    </dgm:pt>
    <dgm:pt modelId="{5F6A7D14-C208-42F6-B558-215FBC26BC06}" type="sibTrans" cxnId="{8E84CC95-D0E6-419B-ABFF-81EF41EC28CA}">
      <dgm:prSet/>
      <dgm:spPr/>
      <dgm:t>
        <a:bodyPr/>
        <a:lstStyle/>
        <a:p>
          <a:endParaRPr lang="zh-TW" altLang="en-US"/>
        </a:p>
      </dgm:t>
    </dgm:pt>
    <dgm:pt modelId="{AA604A7B-15F5-4286-BC28-30F56879ED1D}" type="pres">
      <dgm:prSet presAssocID="{89EE5BD9-379C-4A6D-9B5B-5FE8C0C1D71E}" presName="Name0" presStyleCnt="0">
        <dgm:presLayoutVars>
          <dgm:dir/>
          <dgm:animLvl val="lvl"/>
          <dgm:resizeHandles val="exact"/>
        </dgm:presLayoutVars>
      </dgm:prSet>
      <dgm:spPr/>
    </dgm:pt>
    <dgm:pt modelId="{914191AA-E579-4637-A162-6EA965AF927A}" type="pres">
      <dgm:prSet presAssocID="{139ED7E1-80DE-46D5-9C08-04DC86BABF66}" presName="parTxOnly" presStyleLbl="node1" presStyleIdx="0" presStyleCnt="9">
        <dgm:presLayoutVars>
          <dgm:chMax val="0"/>
          <dgm:chPref val="0"/>
          <dgm:bulletEnabled val="1"/>
        </dgm:presLayoutVars>
      </dgm:prSet>
      <dgm:spPr/>
    </dgm:pt>
    <dgm:pt modelId="{F868289A-E627-4690-8CAA-CC98C4D90C90}" type="pres">
      <dgm:prSet presAssocID="{FC75BE4C-1F8E-4ADD-9D4D-4CA4F75000E7}" presName="parTxOnlySpace" presStyleCnt="0"/>
      <dgm:spPr/>
    </dgm:pt>
    <dgm:pt modelId="{C6DB58CE-AFF0-4A74-ACB3-99530E7E31F5}" type="pres">
      <dgm:prSet presAssocID="{8EEC0CE0-3E0C-40AA-BC43-0CACB75650A6}" presName="parTxOnly" presStyleLbl="node1" presStyleIdx="1" presStyleCnt="9">
        <dgm:presLayoutVars>
          <dgm:chMax val="0"/>
          <dgm:chPref val="0"/>
          <dgm:bulletEnabled val="1"/>
        </dgm:presLayoutVars>
      </dgm:prSet>
      <dgm:spPr/>
    </dgm:pt>
    <dgm:pt modelId="{75042B28-3334-4058-878E-8E46A270E78B}" type="pres">
      <dgm:prSet presAssocID="{87130D3E-B70B-4754-BEBF-589650C22229}" presName="parTxOnlySpace" presStyleCnt="0"/>
      <dgm:spPr/>
    </dgm:pt>
    <dgm:pt modelId="{816E6BDF-0AEB-4564-BC22-B2E48BAF5464}" type="pres">
      <dgm:prSet presAssocID="{AF7244D5-699B-41E3-B552-4B0FE2505BB3}" presName="parTxOnly" presStyleLbl="node1" presStyleIdx="2" presStyleCnt="9">
        <dgm:presLayoutVars>
          <dgm:chMax val="0"/>
          <dgm:chPref val="0"/>
          <dgm:bulletEnabled val="1"/>
        </dgm:presLayoutVars>
      </dgm:prSet>
      <dgm:spPr/>
    </dgm:pt>
    <dgm:pt modelId="{CA8A7359-67E2-49EE-BA47-785835584555}" type="pres">
      <dgm:prSet presAssocID="{03933E72-6665-4DCF-9EF8-3842F945C938}" presName="parTxOnlySpace" presStyleCnt="0"/>
      <dgm:spPr/>
    </dgm:pt>
    <dgm:pt modelId="{8294AD81-06F3-4FCB-BE73-18DA247D22D2}" type="pres">
      <dgm:prSet presAssocID="{9E9A4566-C4C7-4295-879A-98FA0F0C0B6A}" presName="parTxOnly" presStyleLbl="node1" presStyleIdx="3" presStyleCnt="9">
        <dgm:presLayoutVars>
          <dgm:chMax val="0"/>
          <dgm:chPref val="0"/>
          <dgm:bulletEnabled val="1"/>
        </dgm:presLayoutVars>
      </dgm:prSet>
      <dgm:spPr/>
    </dgm:pt>
    <dgm:pt modelId="{7358DB89-FF50-4AB8-A6C5-1146B429158F}" type="pres">
      <dgm:prSet presAssocID="{613E605F-26AD-4F0A-A619-7AE1560B8B4B}" presName="parTxOnlySpace" presStyleCnt="0"/>
      <dgm:spPr/>
    </dgm:pt>
    <dgm:pt modelId="{EAC0CF2B-1FBF-40CA-ABDC-CEE1EE4F248A}" type="pres">
      <dgm:prSet presAssocID="{160A1D33-E658-418E-8036-C4AB63B20C1A}" presName="parTxOnly" presStyleLbl="node1" presStyleIdx="4" presStyleCnt="9">
        <dgm:presLayoutVars>
          <dgm:chMax val="0"/>
          <dgm:chPref val="0"/>
          <dgm:bulletEnabled val="1"/>
        </dgm:presLayoutVars>
      </dgm:prSet>
      <dgm:spPr/>
    </dgm:pt>
    <dgm:pt modelId="{C619A701-542D-4069-B3EE-48F2F907915A}" type="pres">
      <dgm:prSet presAssocID="{A537A6EC-5A51-4FDB-9059-C694E197B2B0}" presName="parTxOnlySpace" presStyleCnt="0"/>
      <dgm:spPr/>
    </dgm:pt>
    <dgm:pt modelId="{2E9A4EAE-1198-4E49-A7B2-F73CA3FBCC84}" type="pres">
      <dgm:prSet presAssocID="{5C7D3CE4-ABDE-41A7-90C3-70E5C7BB467B}" presName="parTxOnly" presStyleLbl="node1" presStyleIdx="5" presStyleCnt="9">
        <dgm:presLayoutVars>
          <dgm:chMax val="0"/>
          <dgm:chPref val="0"/>
          <dgm:bulletEnabled val="1"/>
        </dgm:presLayoutVars>
      </dgm:prSet>
      <dgm:spPr/>
    </dgm:pt>
    <dgm:pt modelId="{0826F368-019C-492A-89B4-3BF70D8D6AA2}" type="pres">
      <dgm:prSet presAssocID="{049C9476-7F43-4E8F-8DD5-040390399220}" presName="parTxOnlySpace" presStyleCnt="0"/>
      <dgm:spPr/>
    </dgm:pt>
    <dgm:pt modelId="{EE7F8039-0CE1-4E24-8E1E-B62E2D35CB28}" type="pres">
      <dgm:prSet presAssocID="{DFF03899-C159-445D-9571-2E50827A2D49}" presName="parTxOnly" presStyleLbl="node1" presStyleIdx="6" presStyleCnt="9">
        <dgm:presLayoutVars>
          <dgm:chMax val="0"/>
          <dgm:chPref val="0"/>
          <dgm:bulletEnabled val="1"/>
        </dgm:presLayoutVars>
      </dgm:prSet>
      <dgm:spPr/>
    </dgm:pt>
    <dgm:pt modelId="{B754AE0E-3F1C-4BC3-A345-0FEA82A0B8C7}" type="pres">
      <dgm:prSet presAssocID="{55816338-2453-4980-BB21-94B4B3558D95}" presName="parTxOnlySpace" presStyleCnt="0"/>
      <dgm:spPr/>
    </dgm:pt>
    <dgm:pt modelId="{06E5E437-4722-4EF7-B3A7-7AD3DD309BC4}" type="pres">
      <dgm:prSet presAssocID="{A731B7DF-F419-4850-AE21-E575F7C4EFCF}" presName="parTxOnly" presStyleLbl="node1" presStyleIdx="7" presStyleCnt="9">
        <dgm:presLayoutVars>
          <dgm:chMax val="0"/>
          <dgm:chPref val="0"/>
          <dgm:bulletEnabled val="1"/>
        </dgm:presLayoutVars>
      </dgm:prSet>
      <dgm:spPr/>
    </dgm:pt>
    <dgm:pt modelId="{662C5D46-9063-4DFB-8C43-2EC75481B9AB}" type="pres">
      <dgm:prSet presAssocID="{BE42063E-144C-443B-BD76-EA23D882CF80}" presName="parTxOnlySpace" presStyleCnt="0"/>
      <dgm:spPr/>
    </dgm:pt>
    <dgm:pt modelId="{0E5BD989-60F0-4036-A0D2-ACB695C69815}" type="pres">
      <dgm:prSet presAssocID="{FB5FC1C0-15ED-4256-82B3-FEF6D43798B9}" presName="parTxOnly" presStyleLbl="node1" presStyleIdx="8" presStyleCnt="9">
        <dgm:presLayoutVars>
          <dgm:chMax val="0"/>
          <dgm:chPref val="0"/>
          <dgm:bulletEnabled val="1"/>
        </dgm:presLayoutVars>
      </dgm:prSet>
      <dgm:spPr/>
    </dgm:pt>
  </dgm:ptLst>
  <dgm:cxnLst>
    <dgm:cxn modelId="{07B3841E-55FA-4702-88A8-CBCA5B62D01F}" srcId="{89EE5BD9-379C-4A6D-9B5B-5FE8C0C1D71E}" destId="{139ED7E1-80DE-46D5-9C08-04DC86BABF66}" srcOrd="0" destOrd="0" parTransId="{1D04E3CC-1E43-46B1-A840-D144821765D8}" sibTransId="{FC75BE4C-1F8E-4ADD-9D4D-4CA4F75000E7}"/>
    <dgm:cxn modelId="{525E1722-1582-4CCD-AF4F-8DF36ADBBA4B}" srcId="{89EE5BD9-379C-4A6D-9B5B-5FE8C0C1D71E}" destId="{160A1D33-E658-418E-8036-C4AB63B20C1A}" srcOrd="4" destOrd="0" parTransId="{69116C48-78C5-4340-B244-B8CD9C973DF8}" sibTransId="{A537A6EC-5A51-4FDB-9059-C694E197B2B0}"/>
    <dgm:cxn modelId="{CA0EAB2A-03F3-444B-9F0D-1503273DB6E0}" srcId="{89EE5BD9-379C-4A6D-9B5B-5FE8C0C1D71E}" destId="{9E9A4566-C4C7-4295-879A-98FA0F0C0B6A}" srcOrd="3" destOrd="0" parTransId="{C2F97484-8C6A-4C3D-846C-AB07CBCB7BEF}" sibTransId="{613E605F-26AD-4F0A-A619-7AE1560B8B4B}"/>
    <dgm:cxn modelId="{6BA15D33-53E0-45B7-9E36-58027C9F62BA}" type="presOf" srcId="{139ED7E1-80DE-46D5-9C08-04DC86BABF66}" destId="{914191AA-E579-4637-A162-6EA965AF927A}" srcOrd="0" destOrd="0" presId="urn:microsoft.com/office/officeart/2005/8/layout/chevron1"/>
    <dgm:cxn modelId="{32A9746B-4420-4C3A-A98D-610BD1C97DAF}" type="presOf" srcId="{FB5FC1C0-15ED-4256-82B3-FEF6D43798B9}" destId="{0E5BD989-60F0-4036-A0D2-ACB695C69815}" srcOrd="0" destOrd="0" presId="urn:microsoft.com/office/officeart/2005/8/layout/chevron1"/>
    <dgm:cxn modelId="{79701377-6263-4AA8-B55A-A69E1DEBC560}" type="presOf" srcId="{9E9A4566-C4C7-4295-879A-98FA0F0C0B6A}" destId="{8294AD81-06F3-4FCB-BE73-18DA247D22D2}" srcOrd="0" destOrd="0" presId="urn:microsoft.com/office/officeart/2005/8/layout/chevron1"/>
    <dgm:cxn modelId="{838CB279-6F4D-4654-9F1B-E501A4B4BDF1}" srcId="{89EE5BD9-379C-4A6D-9B5B-5FE8C0C1D71E}" destId="{AF7244D5-699B-41E3-B552-4B0FE2505BB3}" srcOrd="2" destOrd="0" parTransId="{159D7896-E678-46FC-A1B6-45921BFC8900}" sibTransId="{03933E72-6665-4DCF-9EF8-3842F945C938}"/>
    <dgm:cxn modelId="{CE45C37A-6473-44B4-9075-9D8E05A628D3}" type="presOf" srcId="{8EEC0CE0-3E0C-40AA-BC43-0CACB75650A6}" destId="{C6DB58CE-AFF0-4A74-ACB3-99530E7E31F5}" srcOrd="0" destOrd="0" presId="urn:microsoft.com/office/officeart/2005/8/layout/chevron1"/>
    <dgm:cxn modelId="{8B6D8084-F0A6-4791-8F2D-1A210ED1DE90}" srcId="{89EE5BD9-379C-4A6D-9B5B-5FE8C0C1D71E}" destId="{5C7D3CE4-ABDE-41A7-90C3-70E5C7BB467B}" srcOrd="5" destOrd="0" parTransId="{BF6EDFD5-76D6-43D3-B03E-795B9CFD0EC5}" sibTransId="{049C9476-7F43-4E8F-8DD5-040390399220}"/>
    <dgm:cxn modelId="{8A2CDF93-5C35-4031-8F0F-653666331A45}" srcId="{89EE5BD9-379C-4A6D-9B5B-5FE8C0C1D71E}" destId="{DFF03899-C159-445D-9571-2E50827A2D49}" srcOrd="6" destOrd="0" parTransId="{06EE08EE-6A06-4DBB-B0E0-F2ABECD59FE5}" sibTransId="{55816338-2453-4980-BB21-94B4B3558D95}"/>
    <dgm:cxn modelId="{8E84CC95-D0E6-419B-ABFF-81EF41EC28CA}" srcId="{89EE5BD9-379C-4A6D-9B5B-5FE8C0C1D71E}" destId="{FB5FC1C0-15ED-4256-82B3-FEF6D43798B9}" srcOrd="8" destOrd="0" parTransId="{90EFC6E0-E373-49C2-A2D6-EFA056E5EA4A}" sibTransId="{5F6A7D14-C208-42F6-B558-215FBC26BC06}"/>
    <dgm:cxn modelId="{47B040A1-CC5B-4673-B19A-1FA13CD7C1C3}" type="presOf" srcId="{89EE5BD9-379C-4A6D-9B5B-5FE8C0C1D71E}" destId="{AA604A7B-15F5-4286-BC28-30F56879ED1D}" srcOrd="0" destOrd="0" presId="urn:microsoft.com/office/officeart/2005/8/layout/chevron1"/>
    <dgm:cxn modelId="{02FB08AA-3154-42D1-87EF-1DEF6B40AB44}" type="presOf" srcId="{160A1D33-E658-418E-8036-C4AB63B20C1A}" destId="{EAC0CF2B-1FBF-40CA-ABDC-CEE1EE4F248A}" srcOrd="0" destOrd="0" presId="urn:microsoft.com/office/officeart/2005/8/layout/chevron1"/>
    <dgm:cxn modelId="{CA36B8BB-EA72-427B-A057-A1A41F5D221F}" srcId="{89EE5BD9-379C-4A6D-9B5B-5FE8C0C1D71E}" destId="{8EEC0CE0-3E0C-40AA-BC43-0CACB75650A6}" srcOrd="1" destOrd="0" parTransId="{D470A32D-8AF6-485B-96E4-AEA0AA15C4C2}" sibTransId="{87130D3E-B70B-4754-BEBF-589650C22229}"/>
    <dgm:cxn modelId="{F3DE2FC9-D11E-4361-8E20-CCB014AAB7CB}" srcId="{89EE5BD9-379C-4A6D-9B5B-5FE8C0C1D71E}" destId="{A731B7DF-F419-4850-AE21-E575F7C4EFCF}" srcOrd="7" destOrd="0" parTransId="{75B5ACF9-06E2-4BEC-A606-9C2C9C35F5B0}" sibTransId="{BE42063E-144C-443B-BD76-EA23D882CF80}"/>
    <dgm:cxn modelId="{1EEA4DD1-F66F-41B3-9636-6CAA7D1640DD}" type="presOf" srcId="{5C7D3CE4-ABDE-41A7-90C3-70E5C7BB467B}" destId="{2E9A4EAE-1198-4E49-A7B2-F73CA3FBCC84}" srcOrd="0" destOrd="0" presId="urn:microsoft.com/office/officeart/2005/8/layout/chevron1"/>
    <dgm:cxn modelId="{336D1ADB-4782-45EE-9DBC-DF1A82144AE5}" type="presOf" srcId="{A731B7DF-F419-4850-AE21-E575F7C4EFCF}" destId="{06E5E437-4722-4EF7-B3A7-7AD3DD309BC4}" srcOrd="0" destOrd="0" presId="urn:microsoft.com/office/officeart/2005/8/layout/chevron1"/>
    <dgm:cxn modelId="{6F872DDD-BCB3-46BD-99E2-E5178CD2AE60}" type="presOf" srcId="{DFF03899-C159-445D-9571-2E50827A2D49}" destId="{EE7F8039-0CE1-4E24-8E1E-B62E2D35CB28}" srcOrd="0" destOrd="0" presId="urn:microsoft.com/office/officeart/2005/8/layout/chevron1"/>
    <dgm:cxn modelId="{43CBABEF-71E5-4BCF-AFA9-D6186AAD7209}" type="presOf" srcId="{AF7244D5-699B-41E3-B552-4B0FE2505BB3}" destId="{816E6BDF-0AEB-4564-BC22-B2E48BAF5464}" srcOrd="0" destOrd="0" presId="urn:microsoft.com/office/officeart/2005/8/layout/chevron1"/>
    <dgm:cxn modelId="{FCAA45F7-869F-411C-976F-FCCACDB5103F}" type="presParOf" srcId="{AA604A7B-15F5-4286-BC28-30F56879ED1D}" destId="{914191AA-E579-4637-A162-6EA965AF927A}" srcOrd="0" destOrd="0" presId="urn:microsoft.com/office/officeart/2005/8/layout/chevron1"/>
    <dgm:cxn modelId="{FA5D75A8-D075-49AB-B33A-833B4C990414}" type="presParOf" srcId="{AA604A7B-15F5-4286-BC28-30F56879ED1D}" destId="{F868289A-E627-4690-8CAA-CC98C4D90C90}" srcOrd="1" destOrd="0" presId="urn:microsoft.com/office/officeart/2005/8/layout/chevron1"/>
    <dgm:cxn modelId="{C1F55893-ADA0-44A4-98DF-5642E8BCD8FA}" type="presParOf" srcId="{AA604A7B-15F5-4286-BC28-30F56879ED1D}" destId="{C6DB58CE-AFF0-4A74-ACB3-99530E7E31F5}" srcOrd="2" destOrd="0" presId="urn:microsoft.com/office/officeart/2005/8/layout/chevron1"/>
    <dgm:cxn modelId="{4CDE61A1-80ED-47DE-916E-CA544C8C45DB}" type="presParOf" srcId="{AA604A7B-15F5-4286-BC28-30F56879ED1D}" destId="{75042B28-3334-4058-878E-8E46A270E78B}" srcOrd="3" destOrd="0" presId="urn:microsoft.com/office/officeart/2005/8/layout/chevron1"/>
    <dgm:cxn modelId="{98DFE00E-8D27-4AD2-9F22-EEB6C936547A}" type="presParOf" srcId="{AA604A7B-15F5-4286-BC28-30F56879ED1D}" destId="{816E6BDF-0AEB-4564-BC22-B2E48BAF5464}" srcOrd="4" destOrd="0" presId="urn:microsoft.com/office/officeart/2005/8/layout/chevron1"/>
    <dgm:cxn modelId="{C67FC589-EBFC-471A-BB2E-45DE09BD2C6C}" type="presParOf" srcId="{AA604A7B-15F5-4286-BC28-30F56879ED1D}" destId="{CA8A7359-67E2-49EE-BA47-785835584555}" srcOrd="5" destOrd="0" presId="urn:microsoft.com/office/officeart/2005/8/layout/chevron1"/>
    <dgm:cxn modelId="{0BE3E005-BDA2-435C-B0E7-945416452345}" type="presParOf" srcId="{AA604A7B-15F5-4286-BC28-30F56879ED1D}" destId="{8294AD81-06F3-4FCB-BE73-18DA247D22D2}" srcOrd="6" destOrd="0" presId="urn:microsoft.com/office/officeart/2005/8/layout/chevron1"/>
    <dgm:cxn modelId="{3C333496-2DBE-40FA-805C-4AB2178951E3}" type="presParOf" srcId="{AA604A7B-15F5-4286-BC28-30F56879ED1D}" destId="{7358DB89-FF50-4AB8-A6C5-1146B429158F}" srcOrd="7" destOrd="0" presId="urn:microsoft.com/office/officeart/2005/8/layout/chevron1"/>
    <dgm:cxn modelId="{D3A5EDC4-4A37-4986-89BF-6585A4A397B0}" type="presParOf" srcId="{AA604A7B-15F5-4286-BC28-30F56879ED1D}" destId="{EAC0CF2B-1FBF-40CA-ABDC-CEE1EE4F248A}" srcOrd="8" destOrd="0" presId="urn:microsoft.com/office/officeart/2005/8/layout/chevron1"/>
    <dgm:cxn modelId="{5294F6B5-0915-4051-921C-21D6D35B2AC7}" type="presParOf" srcId="{AA604A7B-15F5-4286-BC28-30F56879ED1D}" destId="{C619A701-542D-4069-B3EE-48F2F907915A}" srcOrd="9" destOrd="0" presId="urn:microsoft.com/office/officeart/2005/8/layout/chevron1"/>
    <dgm:cxn modelId="{987B81EC-6B64-4245-A4FE-9A0C44AB7D80}" type="presParOf" srcId="{AA604A7B-15F5-4286-BC28-30F56879ED1D}" destId="{2E9A4EAE-1198-4E49-A7B2-F73CA3FBCC84}" srcOrd="10" destOrd="0" presId="urn:microsoft.com/office/officeart/2005/8/layout/chevron1"/>
    <dgm:cxn modelId="{659EF2DA-0298-438E-9684-D1BFF8EB0422}" type="presParOf" srcId="{AA604A7B-15F5-4286-BC28-30F56879ED1D}" destId="{0826F368-019C-492A-89B4-3BF70D8D6AA2}" srcOrd="11" destOrd="0" presId="urn:microsoft.com/office/officeart/2005/8/layout/chevron1"/>
    <dgm:cxn modelId="{94154976-511E-4C4B-B622-4FD807631952}" type="presParOf" srcId="{AA604A7B-15F5-4286-BC28-30F56879ED1D}" destId="{EE7F8039-0CE1-4E24-8E1E-B62E2D35CB28}" srcOrd="12" destOrd="0" presId="urn:microsoft.com/office/officeart/2005/8/layout/chevron1"/>
    <dgm:cxn modelId="{83D58338-DB6C-4BBC-AA60-A4951FE6B9E4}" type="presParOf" srcId="{AA604A7B-15F5-4286-BC28-30F56879ED1D}" destId="{B754AE0E-3F1C-4BC3-A345-0FEA82A0B8C7}" srcOrd="13" destOrd="0" presId="urn:microsoft.com/office/officeart/2005/8/layout/chevron1"/>
    <dgm:cxn modelId="{91F4E344-2351-4112-A576-9E1D1194CC0F}" type="presParOf" srcId="{AA604A7B-15F5-4286-BC28-30F56879ED1D}" destId="{06E5E437-4722-4EF7-B3A7-7AD3DD309BC4}" srcOrd="14" destOrd="0" presId="urn:microsoft.com/office/officeart/2005/8/layout/chevron1"/>
    <dgm:cxn modelId="{4E1264C3-777B-4D12-9693-D68A9C97D54E}" type="presParOf" srcId="{AA604A7B-15F5-4286-BC28-30F56879ED1D}" destId="{662C5D46-9063-4DFB-8C43-2EC75481B9AB}" srcOrd="15" destOrd="0" presId="urn:microsoft.com/office/officeart/2005/8/layout/chevron1"/>
    <dgm:cxn modelId="{11CF383C-11E3-4D63-88D7-C97A67160040}" type="presParOf" srcId="{AA604A7B-15F5-4286-BC28-30F56879ED1D}" destId="{0E5BD989-60F0-4036-A0D2-ACB695C69815}" srcOrd="16"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89EE5BD9-379C-4A6D-9B5B-5FE8C0C1D71E}" type="doc">
      <dgm:prSet loTypeId="urn:microsoft.com/office/officeart/2005/8/layout/chevron1" loCatId="process" qsTypeId="urn:microsoft.com/office/officeart/2005/8/quickstyle/simple1" qsCatId="simple" csTypeId="urn:microsoft.com/office/officeart/2005/8/colors/accent1_2" csCatId="accent1" phldr="1"/>
      <dgm:spPr/>
    </dgm:pt>
    <dgm:pt modelId="{139ED7E1-80DE-46D5-9C08-04DC86BABF66}">
      <dgm:prSet phldrT="[文字]"/>
      <dgm:spPr/>
      <dgm:t>
        <a:bodyPr/>
        <a:lstStyle/>
        <a:p>
          <a:r>
            <a:rPr lang="zh-TW" altLang="en-US" dirty="0"/>
            <a:t>資料蒐集</a:t>
          </a:r>
        </a:p>
      </dgm:t>
    </dgm:pt>
    <dgm:pt modelId="{1D04E3CC-1E43-46B1-A840-D144821765D8}" type="parTrans" cxnId="{07B3841E-55FA-4702-88A8-CBCA5B62D01F}">
      <dgm:prSet/>
      <dgm:spPr/>
      <dgm:t>
        <a:bodyPr/>
        <a:lstStyle/>
        <a:p>
          <a:endParaRPr lang="zh-TW" altLang="en-US"/>
        </a:p>
      </dgm:t>
    </dgm:pt>
    <dgm:pt modelId="{FC75BE4C-1F8E-4ADD-9D4D-4CA4F75000E7}" type="sibTrans" cxnId="{07B3841E-55FA-4702-88A8-CBCA5B62D01F}">
      <dgm:prSet/>
      <dgm:spPr/>
      <dgm:t>
        <a:bodyPr/>
        <a:lstStyle/>
        <a:p>
          <a:endParaRPr lang="zh-TW" altLang="en-US"/>
        </a:p>
      </dgm:t>
    </dgm:pt>
    <dgm:pt modelId="{8EEC0CE0-3E0C-40AA-BC43-0CACB75650A6}">
      <dgm:prSet phldrT="[文字]"/>
      <dgm:spPr/>
      <dgm:t>
        <a:bodyPr/>
        <a:lstStyle/>
        <a:p>
          <a:r>
            <a:rPr lang="zh-TW" altLang="en-US" dirty="0"/>
            <a:t>案件篩選</a:t>
          </a:r>
        </a:p>
      </dgm:t>
    </dgm:pt>
    <dgm:pt modelId="{D470A32D-8AF6-485B-96E4-AEA0AA15C4C2}" type="parTrans" cxnId="{CA36B8BB-EA72-427B-A057-A1A41F5D221F}">
      <dgm:prSet/>
      <dgm:spPr/>
      <dgm:t>
        <a:bodyPr/>
        <a:lstStyle/>
        <a:p>
          <a:endParaRPr lang="zh-TW" altLang="en-US"/>
        </a:p>
      </dgm:t>
    </dgm:pt>
    <dgm:pt modelId="{87130D3E-B70B-4754-BEBF-589650C22229}" type="sibTrans" cxnId="{CA36B8BB-EA72-427B-A057-A1A41F5D221F}">
      <dgm:prSet/>
      <dgm:spPr/>
      <dgm:t>
        <a:bodyPr/>
        <a:lstStyle/>
        <a:p>
          <a:endParaRPr lang="zh-TW" altLang="en-US"/>
        </a:p>
      </dgm:t>
    </dgm:pt>
    <dgm:pt modelId="{AF7244D5-699B-41E3-B552-4B0FE2505BB3}">
      <dgm:prSet phldrT="[文字]"/>
      <dgm:spPr/>
      <dgm:t>
        <a:bodyPr/>
        <a:lstStyle/>
        <a:p>
          <a:r>
            <a:rPr lang="zh-TW" altLang="en-US" dirty="0"/>
            <a:t>標籤整理</a:t>
          </a:r>
        </a:p>
      </dgm:t>
    </dgm:pt>
    <dgm:pt modelId="{159D7896-E678-46FC-A1B6-45921BFC8900}" type="parTrans" cxnId="{838CB279-6F4D-4654-9F1B-E501A4B4BDF1}">
      <dgm:prSet/>
      <dgm:spPr/>
      <dgm:t>
        <a:bodyPr/>
        <a:lstStyle/>
        <a:p>
          <a:endParaRPr lang="zh-TW" altLang="en-US"/>
        </a:p>
      </dgm:t>
    </dgm:pt>
    <dgm:pt modelId="{03933E72-6665-4DCF-9EF8-3842F945C938}" type="sibTrans" cxnId="{838CB279-6F4D-4654-9F1B-E501A4B4BDF1}">
      <dgm:prSet/>
      <dgm:spPr/>
      <dgm:t>
        <a:bodyPr/>
        <a:lstStyle/>
        <a:p>
          <a:endParaRPr lang="zh-TW" altLang="en-US"/>
        </a:p>
      </dgm:t>
    </dgm:pt>
    <dgm:pt modelId="{9E9A4566-C4C7-4295-879A-98FA0F0C0B6A}">
      <dgm:prSet phldrT="[文字]"/>
      <dgm:spPr/>
      <dgm:t>
        <a:bodyPr/>
        <a:lstStyle/>
        <a:p>
          <a:r>
            <a:rPr lang="zh-TW" altLang="en-US" dirty="0"/>
            <a:t>文本前處理</a:t>
          </a:r>
        </a:p>
      </dgm:t>
    </dgm:pt>
    <dgm:pt modelId="{C2F97484-8C6A-4C3D-846C-AB07CBCB7BEF}" type="parTrans" cxnId="{CA0EAB2A-03F3-444B-9F0D-1503273DB6E0}">
      <dgm:prSet/>
      <dgm:spPr/>
      <dgm:t>
        <a:bodyPr/>
        <a:lstStyle/>
        <a:p>
          <a:endParaRPr lang="zh-TW" altLang="en-US"/>
        </a:p>
      </dgm:t>
    </dgm:pt>
    <dgm:pt modelId="{613E605F-26AD-4F0A-A619-7AE1560B8B4B}" type="sibTrans" cxnId="{CA0EAB2A-03F3-444B-9F0D-1503273DB6E0}">
      <dgm:prSet/>
      <dgm:spPr/>
      <dgm:t>
        <a:bodyPr/>
        <a:lstStyle/>
        <a:p>
          <a:endParaRPr lang="zh-TW" altLang="en-US"/>
        </a:p>
      </dgm:t>
    </dgm:pt>
    <dgm:pt modelId="{160A1D33-E658-418E-8036-C4AB63B20C1A}">
      <dgm:prSet phldrT="[文字]"/>
      <dgm:spPr/>
      <dgm:t>
        <a:bodyPr/>
        <a:lstStyle/>
        <a:p>
          <a:r>
            <a:rPr lang="zh-TW" altLang="en-US" dirty="0"/>
            <a:t>特徵建構</a:t>
          </a:r>
        </a:p>
      </dgm:t>
    </dgm:pt>
    <dgm:pt modelId="{69116C48-78C5-4340-B244-B8CD9C973DF8}" type="parTrans" cxnId="{525E1722-1582-4CCD-AF4F-8DF36ADBBA4B}">
      <dgm:prSet/>
      <dgm:spPr/>
      <dgm:t>
        <a:bodyPr/>
        <a:lstStyle/>
        <a:p>
          <a:endParaRPr lang="zh-TW" altLang="en-US"/>
        </a:p>
      </dgm:t>
    </dgm:pt>
    <dgm:pt modelId="{A537A6EC-5A51-4FDB-9059-C694E197B2B0}" type="sibTrans" cxnId="{525E1722-1582-4CCD-AF4F-8DF36ADBBA4B}">
      <dgm:prSet/>
      <dgm:spPr/>
      <dgm:t>
        <a:bodyPr/>
        <a:lstStyle/>
        <a:p>
          <a:endParaRPr lang="zh-TW" altLang="en-US"/>
        </a:p>
      </dgm:t>
    </dgm:pt>
    <dgm:pt modelId="{5C7D3CE4-ABDE-41A7-90C3-70E5C7BB467B}">
      <dgm:prSet phldrT="[文字]"/>
      <dgm:spPr/>
      <dgm:t>
        <a:bodyPr/>
        <a:lstStyle/>
        <a:p>
          <a:r>
            <a:rPr lang="zh-TW" altLang="en-US" dirty="0"/>
            <a:t>特徵選擇</a:t>
          </a:r>
        </a:p>
      </dgm:t>
    </dgm:pt>
    <dgm:pt modelId="{BF6EDFD5-76D6-43D3-B03E-795B9CFD0EC5}" type="parTrans" cxnId="{8B6D8084-F0A6-4791-8F2D-1A210ED1DE90}">
      <dgm:prSet/>
      <dgm:spPr/>
      <dgm:t>
        <a:bodyPr/>
        <a:lstStyle/>
        <a:p>
          <a:endParaRPr lang="zh-TW" altLang="en-US"/>
        </a:p>
      </dgm:t>
    </dgm:pt>
    <dgm:pt modelId="{049C9476-7F43-4E8F-8DD5-040390399220}" type="sibTrans" cxnId="{8B6D8084-F0A6-4791-8F2D-1A210ED1DE90}">
      <dgm:prSet/>
      <dgm:spPr/>
      <dgm:t>
        <a:bodyPr/>
        <a:lstStyle/>
        <a:p>
          <a:endParaRPr lang="zh-TW" altLang="en-US"/>
        </a:p>
      </dgm:t>
    </dgm:pt>
    <dgm:pt modelId="{DFF03899-C159-445D-9571-2E50827A2D49}">
      <dgm:prSet phldrT="[文字]"/>
      <dgm:spPr/>
      <dgm:t>
        <a:bodyPr/>
        <a:lstStyle/>
        <a:p>
          <a:r>
            <a:rPr lang="zh-TW" altLang="en-US" dirty="0"/>
            <a:t>模型訓練</a:t>
          </a:r>
        </a:p>
      </dgm:t>
    </dgm:pt>
    <dgm:pt modelId="{06EE08EE-6A06-4DBB-B0E0-F2ABECD59FE5}" type="parTrans" cxnId="{8A2CDF93-5C35-4031-8F0F-653666331A45}">
      <dgm:prSet/>
      <dgm:spPr/>
      <dgm:t>
        <a:bodyPr/>
        <a:lstStyle/>
        <a:p>
          <a:endParaRPr lang="zh-TW" altLang="en-US"/>
        </a:p>
      </dgm:t>
    </dgm:pt>
    <dgm:pt modelId="{55816338-2453-4980-BB21-94B4B3558D95}" type="sibTrans" cxnId="{8A2CDF93-5C35-4031-8F0F-653666331A45}">
      <dgm:prSet/>
      <dgm:spPr/>
      <dgm:t>
        <a:bodyPr/>
        <a:lstStyle/>
        <a:p>
          <a:endParaRPr lang="zh-TW" altLang="en-US"/>
        </a:p>
      </dgm:t>
    </dgm:pt>
    <dgm:pt modelId="{A731B7DF-F419-4850-AE21-E575F7C4EFCF}">
      <dgm:prSet phldrT="[文字]"/>
      <dgm:spPr/>
      <dgm:t>
        <a:bodyPr/>
        <a:lstStyle/>
        <a:p>
          <a:r>
            <a:rPr lang="zh-TW" altLang="en-US" dirty="0"/>
            <a:t>模型評估</a:t>
          </a:r>
        </a:p>
      </dgm:t>
    </dgm:pt>
    <dgm:pt modelId="{75B5ACF9-06E2-4BEC-A606-9C2C9C35F5B0}" type="parTrans" cxnId="{F3DE2FC9-D11E-4361-8E20-CCB014AAB7CB}">
      <dgm:prSet/>
      <dgm:spPr/>
      <dgm:t>
        <a:bodyPr/>
        <a:lstStyle/>
        <a:p>
          <a:endParaRPr lang="zh-TW" altLang="en-US"/>
        </a:p>
      </dgm:t>
    </dgm:pt>
    <dgm:pt modelId="{BE42063E-144C-443B-BD76-EA23D882CF80}" type="sibTrans" cxnId="{F3DE2FC9-D11E-4361-8E20-CCB014AAB7CB}">
      <dgm:prSet/>
      <dgm:spPr/>
      <dgm:t>
        <a:bodyPr/>
        <a:lstStyle/>
        <a:p>
          <a:endParaRPr lang="zh-TW" altLang="en-US"/>
        </a:p>
      </dgm:t>
    </dgm:pt>
    <dgm:pt modelId="{FB5FC1C0-15ED-4256-82B3-FEF6D43798B9}">
      <dgm:prSet phldrT="[文字]"/>
      <dgm:spPr/>
      <dgm:t>
        <a:bodyPr/>
        <a:lstStyle/>
        <a:p>
          <a:r>
            <a:rPr lang="zh-TW" altLang="en-US" dirty="0"/>
            <a:t>結果</a:t>
          </a:r>
        </a:p>
      </dgm:t>
    </dgm:pt>
    <dgm:pt modelId="{90EFC6E0-E373-49C2-A2D6-EFA056E5EA4A}" type="parTrans" cxnId="{8E84CC95-D0E6-419B-ABFF-81EF41EC28CA}">
      <dgm:prSet/>
      <dgm:spPr/>
      <dgm:t>
        <a:bodyPr/>
        <a:lstStyle/>
        <a:p>
          <a:endParaRPr lang="zh-TW" altLang="en-US"/>
        </a:p>
      </dgm:t>
    </dgm:pt>
    <dgm:pt modelId="{5F6A7D14-C208-42F6-B558-215FBC26BC06}" type="sibTrans" cxnId="{8E84CC95-D0E6-419B-ABFF-81EF41EC28CA}">
      <dgm:prSet/>
      <dgm:spPr/>
      <dgm:t>
        <a:bodyPr/>
        <a:lstStyle/>
        <a:p>
          <a:endParaRPr lang="zh-TW" altLang="en-US"/>
        </a:p>
      </dgm:t>
    </dgm:pt>
    <dgm:pt modelId="{AA604A7B-15F5-4286-BC28-30F56879ED1D}" type="pres">
      <dgm:prSet presAssocID="{89EE5BD9-379C-4A6D-9B5B-5FE8C0C1D71E}" presName="Name0" presStyleCnt="0">
        <dgm:presLayoutVars>
          <dgm:dir/>
          <dgm:animLvl val="lvl"/>
          <dgm:resizeHandles val="exact"/>
        </dgm:presLayoutVars>
      </dgm:prSet>
      <dgm:spPr/>
    </dgm:pt>
    <dgm:pt modelId="{914191AA-E579-4637-A162-6EA965AF927A}" type="pres">
      <dgm:prSet presAssocID="{139ED7E1-80DE-46D5-9C08-04DC86BABF66}" presName="parTxOnly" presStyleLbl="node1" presStyleIdx="0" presStyleCnt="9">
        <dgm:presLayoutVars>
          <dgm:chMax val="0"/>
          <dgm:chPref val="0"/>
          <dgm:bulletEnabled val="1"/>
        </dgm:presLayoutVars>
      </dgm:prSet>
      <dgm:spPr/>
    </dgm:pt>
    <dgm:pt modelId="{F868289A-E627-4690-8CAA-CC98C4D90C90}" type="pres">
      <dgm:prSet presAssocID="{FC75BE4C-1F8E-4ADD-9D4D-4CA4F75000E7}" presName="parTxOnlySpace" presStyleCnt="0"/>
      <dgm:spPr/>
    </dgm:pt>
    <dgm:pt modelId="{C6DB58CE-AFF0-4A74-ACB3-99530E7E31F5}" type="pres">
      <dgm:prSet presAssocID="{8EEC0CE0-3E0C-40AA-BC43-0CACB75650A6}" presName="parTxOnly" presStyleLbl="node1" presStyleIdx="1" presStyleCnt="9">
        <dgm:presLayoutVars>
          <dgm:chMax val="0"/>
          <dgm:chPref val="0"/>
          <dgm:bulletEnabled val="1"/>
        </dgm:presLayoutVars>
      </dgm:prSet>
      <dgm:spPr/>
    </dgm:pt>
    <dgm:pt modelId="{75042B28-3334-4058-878E-8E46A270E78B}" type="pres">
      <dgm:prSet presAssocID="{87130D3E-B70B-4754-BEBF-589650C22229}" presName="parTxOnlySpace" presStyleCnt="0"/>
      <dgm:spPr/>
    </dgm:pt>
    <dgm:pt modelId="{816E6BDF-0AEB-4564-BC22-B2E48BAF5464}" type="pres">
      <dgm:prSet presAssocID="{AF7244D5-699B-41E3-B552-4B0FE2505BB3}" presName="parTxOnly" presStyleLbl="node1" presStyleIdx="2" presStyleCnt="9">
        <dgm:presLayoutVars>
          <dgm:chMax val="0"/>
          <dgm:chPref val="0"/>
          <dgm:bulletEnabled val="1"/>
        </dgm:presLayoutVars>
      </dgm:prSet>
      <dgm:spPr/>
    </dgm:pt>
    <dgm:pt modelId="{CA8A7359-67E2-49EE-BA47-785835584555}" type="pres">
      <dgm:prSet presAssocID="{03933E72-6665-4DCF-9EF8-3842F945C938}" presName="parTxOnlySpace" presStyleCnt="0"/>
      <dgm:spPr/>
    </dgm:pt>
    <dgm:pt modelId="{8294AD81-06F3-4FCB-BE73-18DA247D22D2}" type="pres">
      <dgm:prSet presAssocID="{9E9A4566-C4C7-4295-879A-98FA0F0C0B6A}" presName="parTxOnly" presStyleLbl="node1" presStyleIdx="3" presStyleCnt="9">
        <dgm:presLayoutVars>
          <dgm:chMax val="0"/>
          <dgm:chPref val="0"/>
          <dgm:bulletEnabled val="1"/>
        </dgm:presLayoutVars>
      </dgm:prSet>
      <dgm:spPr/>
    </dgm:pt>
    <dgm:pt modelId="{7358DB89-FF50-4AB8-A6C5-1146B429158F}" type="pres">
      <dgm:prSet presAssocID="{613E605F-26AD-4F0A-A619-7AE1560B8B4B}" presName="parTxOnlySpace" presStyleCnt="0"/>
      <dgm:spPr/>
    </dgm:pt>
    <dgm:pt modelId="{EAC0CF2B-1FBF-40CA-ABDC-CEE1EE4F248A}" type="pres">
      <dgm:prSet presAssocID="{160A1D33-E658-418E-8036-C4AB63B20C1A}" presName="parTxOnly" presStyleLbl="node1" presStyleIdx="4" presStyleCnt="9">
        <dgm:presLayoutVars>
          <dgm:chMax val="0"/>
          <dgm:chPref val="0"/>
          <dgm:bulletEnabled val="1"/>
        </dgm:presLayoutVars>
      </dgm:prSet>
      <dgm:spPr/>
    </dgm:pt>
    <dgm:pt modelId="{C619A701-542D-4069-B3EE-48F2F907915A}" type="pres">
      <dgm:prSet presAssocID="{A537A6EC-5A51-4FDB-9059-C694E197B2B0}" presName="parTxOnlySpace" presStyleCnt="0"/>
      <dgm:spPr/>
    </dgm:pt>
    <dgm:pt modelId="{2E9A4EAE-1198-4E49-A7B2-F73CA3FBCC84}" type="pres">
      <dgm:prSet presAssocID="{5C7D3CE4-ABDE-41A7-90C3-70E5C7BB467B}" presName="parTxOnly" presStyleLbl="node1" presStyleIdx="5" presStyleCnt="9">
        <dgm:presLayoutVars>
          <dgm:chMax val="0"/>
          <dgm:chPref val="0"/>
          <dgm:bulletEnabled val="1"/>
        </dgm:presLayoutVars>
      </dgm:prSet>
      <dgm:spPr/>
    </dgm:pt>
    <dgm:pt modelId="{0826F368-019C-492A-89B4-3BF70D8D6AA2}" type="pres">
      <dgm:prSet presAssocID="{049C9476-7F43-4E8F-8DD5-040390399220}" presName="parTxOnlySpace" presStyleCnt="0"/>
      <dgm:spPr/>
    </dgm:pt>
    <dgm:pt modelId="{EE7F8039-0CE1-4E24-8E1E-B62E2D35CB28}" type="pres">
      <dgm:prSet presAssocID="{DFF03899-C159-445D-9571-2E50827A2D49}" presName="parTxOnly" presStyleLbl="node1" presStyleIdx="6" presStyleCnt="9">
        <dgm:presLayoutVars>
          <dgm:chMax val="0"/>
          <dgm:chPref val="0"/>
          <dgm:bulletEnabled val="1"/>
        </dgm:presLayoutVars>
      </dgm:prSet>
      <dgm:spPr/>
    </dgm:pt>
    <dgm:pt modelId="{B754AE0E-3F1C-4BC3-A345-0FEA82A0B8C7}" type="pres">
      <dgm:prSet presAssocID="{55816338-2453-4980-BB21-94B4B3558D95}" presName="parTxOnlySpace" presStyleCnt="0"/>
      <dgm:spPr/>
    </dgm:pt>
    <dgm:pt modelId="{06E5E437-4722-4EF7-B3A7-7AD3DD309BC4}" type="pres">
      <dgm:prSet presAssocID="{A731B7DF-F419-4850-AE21-E575F7C4EFCF}" presName="parTxOnly" presStyleLbl="node1" presStyleIdx="7" presStyleCnt="9">
        <dgm:presLayoutVars>
          <dgm:chMax val="0"/>
          <dgm:chPref val="0"/>
          <dgm:bulletEnabled val="1"/>
        </dgm:presLayoutVars>
      </dgm:prSet>
      <dgm:spPr/>
    </dgm:pt>
    <dgm:pt modelId="{662C5D46-9063-4DFB-8C43-2EC75481B9AB}" type="pres">
      <dgm:prSet presAssocID="{BE42063E-144C-443B-BD76-EA23D882CF80}" presName="parTxOnlySpace" presStyleCnt="0"/>
      <dgm:spPr/>
    </dgm:pt>
    <dgm:pt modelId="{0E5BD989-60F0-4036-A0D2-ACB695C69815}" type="pres">
      <dgm:prSet presAssocID="{FB5FC1C0-15ED-4256-82B3-FEF6D43798B9}" presName="parTxOnly" presStyleLbl="node1" presStyleIdx="8" presStyleCnt="9">
        <dgm:presLayoutVars>
          <dgm:chMax val="0"/>
          <dgm:chPref val="0"/>
          <dgm:bulletEnabled val="1"/>
        </dgm:presLayoutVars>
      </dgm:prSet>
      <dgm:spPr/>
    </dgm:pt>
  </dgm:ptLst>
  <dgm:cxnLst>
    <dgm:cxn modelId="{07B3841E-55FA-4702-88A8-CBCA5B62D01F}" srcId="{89EE5BD9-379C-4A6D-9B5B-5FE8C0C1D71E}" destId="{139ED7E1-80DE-46D5-9C08-04DC86BABF66}" srcOrd="0" destOrd="0" parTransId="{1D04E3CC-1E43-46B1-A840-D144821765D8}" sibTransId="{FC75BE4C-1F8E-4ADD-9D4D-4CA4F75000E7}"/>
    <dgm:cxn modelId="{525E1722-1582-4CCD-AF4F-8DF36ADBBA4B}" srcId="{89EE5BD9-379C-4A6D-9B5B-5FE8C0C1D71E}" destId="{160A1D33-E658-418E-8036-C4AB63B20C1A}" srcOrd="4" destOrd="0" parTransId="{69116C48-78C5-4340-B244-B8CD9C973DF8}" sibTransId="{A537A6EC-5A51-4FDB-9059-C694E197B2B0}"/>
    <dgm:cxn modelId="{CA0EAB2A-03F3-444B-9F0D-1503273DB6E0}" srcId="{89EE5BD9-379C-4A6D-9B5B-5FE8C0C1D71E}" destId="{9E9A4566-C4C7-4295-879A-98FA0F0C0B6A}" srcOrd="3" destOrd="0" parTransId="{C2F97484-8C6A-4C3D-846C-AB07CBCB7BEF}" sibTransId="{613E605F-26AD-4F0A-A619-7AE1560B8B4B}"/>
    <dgm:cxn modelId="{6BA15D33-53E0-45B7-9E36-58027C9F62BA}" type="presOf" srcId="{139ED7E1-80DE-46D5-9C08-04DC86BABF66}" destId="{914191AA-E579-4637-A162-6EA965AF927A}" srcOrd="0" destOrd="0" presId="urn:microsoft.com/office/officeart/2005/8/layout/chevron1"/>
    <dgm:cxn modelId="{32A9746B-4420-4C3A-A98D-610BD1C97DAF}" type="presOf" srcId="{FB5FC1C0-15ED-4256-82B3-FEF6D43798B9}" destId="{0E5BD989-60F0-4036-A0D2-ACB695C69815}" srcOrd="0" destOrd="0" presId="urn:microsoft.com/office/officeart/2005/8/layout/chevron1"/>
    <dgm:cxn modelId="{79701377-6263-4AA8-B55A-A69E1DEBC560}" type="presOf" srcId="{9E9A4566-C4C7-4295-879A-98FA0F0C0B6A}" destId="{8294AD81-06F3-4FCB-BE73-18DA247D22D2}" srcOrd="0" destOrd="0" presId="urn:microsoft.com/office/officeart/2005/8/layout/chevron1"/>
    <dgm:cxn modelId="{838CB279-6F4D-4654-9F1B-E501A4B4BDF1}" srcId="{89EE5BD9-379C-4A6D-9B5B-5FE8C0C1D71E}" destId="{AF7244D5-699B-41E3-B552-4B0FE2505BB3}" srcOrd="2" destOrd="0" parTransId="{159D7896-E678-46FC-A1B6-45921BFC8900}" sibTransId="{03933E72-6665-4DCF-9EF8-3842F945C938}"/>
    <dgm:cxn modelId="{CE45C37A-6473-44B4-9075-9D8E05A628D3}" type="presOf" srcId="{8EEC0CE0-3E0C-40AA-BC43-0CACB75650A6}" destId="{C6DB58CE-AFF0-4A74-ACB3-99530E7E31F5}" srcOrd="0" destOrd="0" presId="urn:microsoft.com/office/officeart/2005/8/layout/chevron1"/>
    <dgm:cxn modelId="{8B6D8084-F0A6-4791-8F2D-1A210ED1DE90}" srcId="{89EE5BD9-379C-4A6D-9B5B-5FE8C0C1D71E}" destId="{5C7D3CE4-ABDE-41A7-90C3-70E5C7BB467B}" srcOrd="5" destOrd="0" parTransId="{BF6EDFD5-76D6-43D3-B03E-795B9CFD0EC5}" sibTransId="{049C9476-7F43-4E8F-8DD5-040390399220}"/>
    <dgm:cxn modelId="{8A2CDF93-5C35-4031-8F0F-653666331A45}" srcId="{89EE5BD9-379C-4A6D-9B5B-5FE8C0C1D71E}" destId="{DFF03899-C159-445D-9571-2E50827A2D49}" srcOrd="6" destOrd="0" parTransId="{06EE08EE-6A06-4DBB-B0E0-F2ABECD59FE5}" sibTransId="{55816338-2453-4980-BB21-94B4B3558D95}"/>
    <dgm:cxn modelId="{8E84CC95-D0E6-419B-ABFF-81EF41EC28CA}" srcId="{89EE5BD9-379C-4A6D-9B5B-5FE8C0C1D71E}" destId="{FB5FC1C0-15ED-4256-82B3-FEF6D43798B9}" srcOrd="8" destOrd="0" parTransId="{90EFC6E0-E373-49C2-A2D6-EFA056E5EA4A}" sibTransId="{5F6A7D14-C208-42F6-B558-215FBC26BC06}"/>
    <dgm:cxn modelId="{47B040A1-CC5B-4673-B19A-1FA13CD7C1C3}" type="presOf" srcId="{89EE5BD9-379C-4A6D-9B5B-5FE8C0C1D71E}" destId="{AA604A7B-15F5-4286-BC28-30F56879ED1D}" srcOrd="0" destOrd="0" presId="urn:microsoft.com/office/officeart/2005/8/layout/chevron1"/>
    <dgm:cxn modelId="{02FB08AA-3154-42D1-87EF-1DEF6B40AB44}" type="presOf" srcId="{160A1D33-E658-418E-8036-C4AB63B20C1A}" destId="{EAC0CF2B-1FBF-40CA-ABDC-CEE1EE4F248A}" srcOrd="0" destOrd="0" presId="urn:microsoft.com/office/officeart/2005/8/layout/chevron1"/>
    <dgm:cxn modelId="{CA36B8BB-EA72-427B-A057-A1A41F5D221F}" srcId="{89EE5BD9-379C-4A6D-9B5B-5FE8C0C1D71E}" destId="{8EEC0CE0-3E0C-40AA-BC43-0CACB75650A6}" srcOrd="1" destOrd="0" parTransId="{D470A32D-8AF6-485B-96E4-AEA0AA15C4C2}" sibTransId="{87130D3E-B70B-4754-BEBF-589650C22229}"/>
    <dgm:cxn modelId="{F3DE2FC9-D11E-4361-8E20-CCB014AAB7CB}" srcId="{89EE5BD9-379C-4A6D-9B5B-5FE8C0C1D71E}" destId="{A731B7DF-F419-4850-AE21-E575F7C4EFCF}" srcOrd="7" destOrd="0" parTransId="{75B5ACF9-06E2-4BEC-A606-9C2C9C35F5B0}" sibTransId="{BE42063E-144C-443B-BD76-EA23D882CF80}"/>
    <dgm:cxn modelId="{1EEA4DD1-F66F-41B3-9636-6CAA7D1640DD}" type="presOf" srcId="{5C7D3CE4-ABDE-41A7-90C3-70E5C7BB467B}" destId="{2E9A4EAE-1198-4E49-A7B2-F73CA3FBCC84}" srcOrd="0" destOrd="0" presId="urn:microsoft.com/office/officeart/2005/8/layout/chevron1"/>
    <dgm:cxn modelId="{336D1ADB-4782-45EE-9DBC-DF1A82144AE5}" type="presOf" srcId="{A731B7DF-F419-4850-AE21-E575F7C4EFCF}" destId="{06E5E437-4722-4EF7-B3A7-7AD3DD309BC4}" srcOrd="0" destOrd="0" presId="urn:microsoft.com/office/officeart/2005/8/layout/chevron1"/>
    <dgm:cxn modelId="{6F872DDD-BCB3-46BD-99E2-E5178CD2AE60}" type="presOf" srcId="{DFF03899-C159-445D-9571-2E50827A2D49}" destId="{EE7F8039-0CE1-4E24-8E1E-B62E2D35CB28}" srcOrd="0" destOrd="0" presId="urn:microsoft.com/office/officeart/2005/8/layout/chevron1"/>
    <dgm:cxn modelId="{43CBABEF-71E5-4BCF-AFA9-D6186AAD7209}" type="presOf" srcId="{AF7244D5-699B-41E3-B552-4B0FE2505BB3}" destId="{816E6BDF-0AEB-4564-BC22-B2E48BAF5464}" srcOrd="0" destOrd="0" presId="urn:microsoft.com/office/officeart/2005/8/layout/chevron1"/>
    <dgm:cxn modelId="{FCAA45F7-869F-411C-976F-FCCACDB5103F}" type="presParOf" srcId="{AA604A7B-15F5-4286-BC28-30F56879ED1D}" destId="{914191AA-E579-4637-A162-6EA965AF927A}" srcOrd="0" destOrd="0" presId="urn:microsoft.com/office/officeart/2005/8/layout/chevron1"/>
    <dgm:cxn modelId="{FA5D75A8-D075-49AB-B33A-833B4C990414}" type="presParOf" srcId="{AA604A7B-15F5-4286-BC28-30F56879ED1D}" destId="{F868289A-E627-4690-8CAA-CC98C4D90C90}" srcOrd="1" destOrd="0" presId="urn:microsoft.com/office/officeart/2005/8/layout/chevron1"/>
    <dgm:cxn modelId="{C1F55893-ADA0-44A4-98DF-5642E8BCD8FA}" type="presParOf" srcId="{AA604A7B-15F5-4286-BC28-30F56879ED1D}" destId="{C6DB58CE-AFF0-4A74-ACB3-99530E7E31F5}" srcOrd="2" destOrd="0" presId="urn:microsoft.com/office/officeart/2005/8/layout/chevron1"/>
    <dgm:cxn modelId="{4CDE61A1-80ED-47DE-916E-CA544C8C45DB}" type="presParOf" srcId="{AA604A7B-15F5-4286-BC28-30F56879ED1D}" destId="{75042B28-3334-4058-878E-8E46A270E78B}" srcOrd="3" destOrd="0" presId="urn:microsoft.com/office/officeart/2005/8/layout/chevron1"/>
    <dgm:cxn modelId="{98DFE00E-8D27-4AD2-9F22-EEB6C936547A}" type="presParOf" srcId="{AA604A7B-15F5-4286-BC28-30F56879ED1D}" destId="{816E6BDF-0AEB-4564-BC22-B2E48BAF5464}" srcOrd="4" destOrd="0" presId="urn:microsoft.com/office/officeart/2005/8/layout/chevron1"/>
    <dgm:cxn modelId="{C67FC589-EBFC-471A-BB2E-45DE09BD2C6C}" type="presParOf" srcId="{AA604A7B-15F5-4286-BC28-30F56879ED1D}" destId="{CA8A7359-67E2-49EE-BA47-785835584555}" srcOrd="5" destOrd="0" presId="urn:microsoft.com/office/officeart/2005/8/layout/chevron1"/>
    <dgm:cxn modelId="{0BE3E005-BDA2-435C-B0E7-945416452345}" type="presParOf" srcId="{AA604A7B-15F5-4286-BC28-30F56879ED1D}" destId="{8294AD81-06F3-4FCB-BE73-18DA247D22D2}" srcOrd="6" destOrd="0" presId="urn:microsoft.com/office/officeart/2005/8/layout/chevron1"/>
    <dgm:cxn modelId="{3C333496-2DBE-40FA-805C-4AB2178951E3}" type="presParOf" srcId="{AA604A7B-15F5-4286-BC28-30F56879ED1D}" destId="{7358DB89-FF50-4AB8-A6C5-1146B429158F}" srcOrd="7" destOrd="0" presId="urn:microsoft.com/office/officeart/2005/8/layout/chevron1"/>
    <dgm:cxn modelId="{D3A5EDC4-4A37-4986-89BF-6585A4A397B0}" type="presParOf" srcId="{AA604A7B-15F5-4286-BC28-30F56879ED1D}" destId="{EAC0CF2B-1FBF-40CA-ABDC-CEE1EE4F248A}" srcOrd="8" destOrd="0" presId="urn:microsoft.com/office/officeart/2005/8/layout/chevron1"/>
    <dgm:cxn modelId="{5294F6B5-0915-4051-921C-21D6D35B2AC7}" type="presParOf" srcId="{AA604A7B-15F5-4286-BC28-30F56879ED1D}" destId="{C619A701-542D-4069-B3EE-48F2F907915A}" srcOrd="9" destOrd="0" presId="urn:microsoft.com/office/officeart/2005/8/layout/chevron1"/>
    <dgm:cxn modelId="{987B81EC-6B64-4245-A4FE-9A0C44AB7D80}" type="presParOf" srcId="{AA604A7B-15F5-4286-BC28-30F56879ED1D}" destId="{2E9A4EAE-1198-4E49-A7B2-F73CA3FBCC84}" srcOrd="10" destOrd="0" presId="urn:microsoft.com/office/officeart/2005/8/layout/chevron1"/>
    <dgm:cxn modelId="{659EF2DA-0298-438E-9684-D1BFF8EB0422}" type="presParOf" srcId="{AA604A7B-15F5-4286-BC28-30F56879ED1D}" destId="{0826F368-019C-492A-89B4-3BF70D8D6AA2}" srcOrd="11" destOrd="0" presId="urn:microsoft.com/office/officeart/2005/8/layout/chevron1"/>
    <dgm:cxn modelId="{94154976-511E-4C4B-B622-4FD807631952}" type="presParOf" srcId="{AA604A7B-15F5-4286-BC28-30F56879ED1D}" destId="{EE7F8039-0CE1-4E24-8E1E-B62E2D35CB28}" srcOrd="12" destOrd="0" presId="urn:microsoft.com/office/officeart/2005/8/layout/chevron1"/>
    <dgm:cxn modelId="{83D58338-DB6C-4BBC-AA60-A4951FE6B9E4}" type="presParOf" srcId="{AA604A7B-15F5-4286-BC28-30F56879ED1D}" destId="{B754AE0E-3F1C-4BC3-A345-0FEA82A0B8C7}" srcOrd="13" destOrd="0" presId="urn:microsoft.com/office/officeart/2005/8/layout/chevron1"/>
    <dgm:cxn modelId="{91F4E344-2351-4112-A576-9E1D1194CC0F}" type="presParOf" srcId="{AA604A7B-15F5-4286-BC28-30F56879ED1D}" destId="{06E5E437-4722-4EF7-B3A7-7AD3DD309BC4}" srcOrd="14" destOrd="0" presId="urn:microsoft.com/office/officeart/2005/8/layout/chevron1"/>
    <dgm:cxn modelId="{4E1264C3-777B-4D12-9693-D68A9C97D54E}" type="presParOf" srcId="{AA604A7B-15F5-4286-BC28-30F56879ED1D}" destId="{662C5D46-9063-4DFB-8C43-2EC75481B9AB}" srcOrd="15" destOrd="0" presId="urn:microsoft.com/office/officeart/2005/8/layout/chevron1"/>
    <dgm:cxn modelId="{11CF383C-11E3-4D63-88D7-C97A67160040}" type="presParOf" srcId="{AA604A7B-15F5-4286-BC28-30F56879ED1D}" destId="{0E5BD989-60F0-4036-A0D2-ACB695C69815}" srcOrd="16"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89EE5BD9-379C-4A6D-9B5B-5FE8C0C1D71E}" type="doc">
      <dgm:prSet loTypeId="urn:microsoft.com/office/officeart/2005/8/layout/chevron1" loCatId="process" qsTypeId="urn:microsoft.com/office/officeart/2005/8/quickstyle/simple1" qsCatId="simple" csTypeId="urn:microsoft.com/office/officeart/2005/8/colors/accent1_2" csCatId="accent1" phldr="1"/>
      <dgm:spPr/>
    </dgm:pt>
    <dgm:pt modelId="{139ED7E1-80DE-46D5-9C08-04DC86BABF66}">
      <dgm:prSet phldrT="[文字]"/>
      <dgm:spPr/>
      <dgm:t>
        <a:bodyPr/>
        <a:lstStyle/>
        <a:p>
          <a:r>
            <a:rPr lang="zh-TW" altLang="en-US" dirty="0"/>
            <a:t>資料蒐集</a:t>
          </a:r>
        </a:p>
      </dgm:t>
    </dgm:pt>
    <dgm:pt modelId="{1D04E3CC-1E43-46B1-A840-D144821765D8}" type="parTrans" cxnId="{07B3841E-55FA-4702-88A8-CBCA5B62D01F}">
      <dgm:prSet/>
      <dgm:spPr/>
      <dgm:t>
        <a:bodyPr/>
        <a:lstStyle/>
        <a:p>
          <a:endParaRPr lang="zh-TW" altLang="en-US"/>
        </a:p>
      </dgm:t>
    </dgm:pt>
    <dgm:pt modelId="{FC75BE4C-1F8E-4ADD-9D4D-4CA4F75000E7}" type="sibTrans" cxnId="{07B3841E-55FA-4702-88A8-CBCA5B62D01F}">
      <dgm:prSet/>
      <dgm:spPr/>
      <dgm:t>
        <a:bodyPr/>
        <a:lstStyle/>
        <a:p>
          <a:endParaRPr lang="zh-TW" altLang="en-US"/>
        </a:p>
      </dgm:t>
    </dgm:pt>
    <dgm:pt modelId="{8EEC0CE0-3E0C-40AA-BC43-0CACB75650A6}">
      <dgm:prSet phldrT="[文字]"/>
      <dgm:spPr/>
      <dgm:t>
        <a:bodyPr/>
        <a:lstStyle/>
        <a:p>
          <a:r>
            <a:rPr lang="zh-TW" altLang="en-US" dirty="0"/>
            <a:t>案件篩選</a:t>
          </a:r>
        </a:p>
      </dgm:t>
    </dgm:pt>
    <dgm:pt modelId="{D470A32D-8AF6-485B-96E4-AEA0AA15C4C2}" type="parTrans" cxnId="{CA36B8BB-EA72-427B-A057-A1A41F5D221F}">
      <dgm:prSet/>
      <dgm:spPr/>
      <dgm:t>
        <a:bodyPr/>
        <a:lstStyle/>
        <a:p>
          <a:endParaRPr lang="zh-TW" altLang="en-US"/>
        </a:p>
      </dgm:t>
    </dgm:pt>
    <dgm:pt modelId="{87130D3E-B70B-4754-BEBF-589650C22229}" type="sibTrans" cxnId="{CA36B8BB-EA72-427B-A057-A1A41F5D221F}">
      <dgm:prSet/>
      <dgm:spPr/>
      <dgm:t>
        <a:bodyPr/>
        <a:lstStyle/>
        <a:p>
          <a:endParaRPr lang="zh-TW" altLang="en-US"/>
        </a:p>
      </dgm:t>
    </dgm:pt>
    <dgm:pt modelId="{AF7244D5-699B-41E3-B552-4B0FE2505BB3}">
      <dgm:prSet phldrT="[文字]"/>
      <dgm:spPr/>
      <dgm:t>
        <a:bodyPr/>
        <a:lstStyle/>
        <a:p>
          <a:r>
            <a:rPr lang="zh-TW" altLang="en-US" dirty="0"/>
            <a:t>標籤整理</a:t>
          </a:r>
        </a:p>
      </dgm:t>
    </dgm:pt>
    <dgm:pt modelId="{159D7896-E678-46FC-A1B6-45921BFC8900}" type="parTrans" cxnId="{838CB279-6F4D-4654-9F1B-E501A4B4BDF1}">
      <dgm:prSet/>
      <dgm:spPr/>
      <dgm:t>
        <a:bodyPr/>
        <a:lstStyle/>
        <a:p>
          <a:endParaRPr lang="zh-TW" altLang="en-US"/>
        </a:p>
      </dgm:t>
    </dgm:pt>
    <dgm:pt modelId="{03933E72-6665-4DCF-9EF8-3842F945C938}" type="sibTrans" cxnId="{838CB279-6F4D-4654-9F1B-E501A4B4BDF1}">
      <dgm:prSet/>
      <dgm:spPr/>
      <dgm:t>
        <a:bodyPr/>
        <a:lstStyle/>
        <a:p>
          <a:endParaRPr lang="zh-TW" altLang="en-US"/>
        </a:p>
      </dgm:t>
    </dgm:pt>
    <dgm:pt modelId="{9E9A4566-C4C7-4295-879A-98FA0F0C0B6A}">
      <dgm:prSet phldrT="[文字]"/>
      <dgm:spPr/>
      <dgm:t>
        <a:bodyPr/>
        <a:lstStyle/>
        <a:p>
          <a:r>
            <a:rPr lang="zh-TW" altLang="en-US" dirty="0"/>
            <a:t>文本前處理</a:t>
          </a:r>
        </a:p>
      </dgm:t>
    </dgm:pt>
    <dgm:pt modelId="{C2F97484-8C6A-4C3D-846C-AB07CBCB7BEF}" type="parTrans" cxnId="{CA0EAB2A-03F3-444B-9F0D-1503273DB6E0}">
      <dgm:prSet/>
      <dgm:spPr/>
      <dgm:t>
        <a:bodyPr/>
        <a:lstStyle/>
        <a:p>
          <a:endParaRPr lang="zh-TW" altLang="en-US"/>
        </a:p>
      </dgm:t>
    </dgm:pt>
    <dgm:pt modelId="{613E605F-26AD-4F0A-A619-7AE1560B8B4B}" type="sibTrans" cxnId="{CA0EAB2A-03F3-444B-9F0D-1503273DB6E0}">
      <dgm:prSet/>
      <dgm:spPr/>
      <dgm:t>
        <a:bodyPr/>
        <a:lstStyle/>
        <a:p>
          <a:endParaRPr lang="zh-TW" altLang="en-US"/>
        </a:p>
      </dgm:t>
    </dgm:pt>
    <dgm:pt modelId="{160A1D33-E658-418E-8036-C4AB63B20C1A}">
      <dgm:prSet phldrT="[文字]"/>
      <dgm:spPr/>
      <dgm:t>
        <a:bodyPr/>
        <a:lstStyle/>
        <a:p>
          <a:r>
            <a:rPr lang="zh-TW" altLang="en-US" dirty="0"/>
            <a:t>特徵建構</a:t>
          </a:r>
        </a:p>
      </dgm:t>
    </dgm:pt>
    <dgm:pt modelId="{69116C48-78C5-4340-B244-B8CD9C973DF8}" type="parTrans" cxnId="{525E1722-1582-4CCD-AF4F-8DF36ADBBA4B}">
      <dgm:prSet/>
      <dgm:spPr/>
      <dgm:t>
        <a:bodyPr/>
        <a:lstStyle/>
        <a:p>
          <a:endParaRPr lang="zh-TW" altLang="en-US"/>
        </a:p>
      </dgm:t>
    </dgm:pt>
    <dgm:pt modelId="{A537A6EC-5A51-4FDB-9059-C694E197B2B0}" type="sibTrans" cxnId="{525E1722-1582-4CCD-AF4F-8DF36ADBBA4B}">
      <dgm:prSet/>
      <dgm:spPr/>
      <dgm:t>
        <a:bodyPr/>
        <a:lstStyle/>
        <a:p>
          <a:endParaRPr lang="zh-TW" altLang="en-US"/>
        </a:p>
      </dgm:t>
    </dgm:pt>
    <dgm:pt modelId="{5C7D3CE4-ABDE-41A7-90C3-70E5C7BB467B}">
      <dgm:prSet phldrT="[文字]"/>
      <dgm:spPr/>
      <dgm:t>
        <a:bodyPr/>
        <a:lstStyle/>
        <a:p>
          <a:r>
            <a:rPr lang="zh-TW" altLang="en-US" dirty="0"/>
            <a:t>特徵選擇</a:t>
          </a:r>
        </a:p>
      </dgm:t>
    </dgm:pt>
    <dgm:pt modelId="{BF6EDFD5-76D6-43D3-B03E-795B9CFD0EC5}" type="parTrans" cxnId="{8B6D8084-F0A6-4791-8F2D-1A210ED1DE90}">
      <dgm:prSet/>
      <dgm:spPr/>
      <dgm:t>
        <a:bodyPr/>
        <a:lstStyle/>
        <a:p>
          <a:endParaRPr lang="zh-TW" altLang="en-US"/>
        </a:p>
      </dgm:t>
    </dgm:pt>
    <dgm:pt modelId="{049C9476-7F43-4E8F-8DD5-040390399220}" type="sibTrans" cxnId="{8B6D8084-F0A6-4791-8F2D-1A210ED1DE90}">
      <dgm:prSet/>
      <dgm:spPr/>
      <dgm:t>
        <a:bodyPr/>
        <a:lstStyle/>
        <a:p>
          <a:endParaRPr lang="zh-TW" altLang="en-US"/>
        </a:p>
      </dgm:t>
    </dgm:pt>
    <dgm:pt modelId="{DFF03899-C159-445D-9571-2E50827A2D49}">
      <dgm:prSet phldrT="[文字]"/>
      <dgm:spPr/>
      <dgm:t>
        <a:bodyPr/>
        <a:lstStyle/>
        <a:p>
          <a:r>
            <a:rPr lang="zh-TW" altLang="en-US" dirty="0"/>
            <a:t>模型訓練</a:t>
          </a:r>
        </a:p>
      </dgm:t>
    </dgm:pt>
    <dgm:pt modelId="{06EE08EE-6A06-4DBB-B0E0-F2ABECD59FE5}" type="parTrans" cxnId="{8A2CDF93-5C35-4031-8F0F-653666331A45}">
      <dgm:prSet/>
      <dgm:spPr/>
      <dgm:t>
        <a:bodyPr/>
        <a:lstStyle/>
        <a:p>
          <a:endParaRPr lang="zh-TW" altLang="en-US"/>
        </a:p>
      </dgm:t>
    </dgm:pt>
    <dgm:pt modelId="{55816338-2453-4980-BB21-94B4B3558D95}" type="sibTrans" cxnId="{8A2CDF93-5C35-4031-8F0F-653666331A45}">
      <dgm:prSet/>
      <dgm:spPr/>
      <dgm:t>
        <a:bodyPr/>
        <a:lstStyle/>
        <a:p>
          <a:endParaRPr lang="zh-TW" altLang="en-US"/>
        </a:p>
      </dgm:t>
    </dgm:pt>
    <dgm:pt modelId="{A731B7DF-F419-4850-AE21-E575F7C4EFCF}">
      <dgm:prSet phldrT="[文字]"/>
      <dgm:spPr/>
      <dgm:t>
        <a:bodyPr/>
        <a:lstStyle/>
        <a:p>
          <a:r>
            <a:rPr lang="zh-TW" altLang="en-US" dirty="0"/>
            <a:t>模型評估</a:t>
          </a:r>
        </a:p>
      </dgm:t>
    </dgm:pt>
    <dgm:pt modelId="{75B5ACF9-06E2-4BEC-A606-9C2C9C35F5B0}" type="parTrans" cxnId="{F3DE2FC9-D11E-4361-8E20-CCB014AAB7CB}">
      <dgm:prSet/>
      <dgm:spPr/>
      <dgm:t>
        <a:bodyPr/>
        <a:lstStyle/>
        <a:p>
          <a:endParaRPr lang="zh-TW" altLang="en-US"/>
        </a:p>
      </dgm:t>
    </dgm:pt>
    <dgm:pt modelId="{BE42063E-144C-443B-BD76-EA23D882CF80}" type="sibTrans" cxnId="{F3DE2FC9-D11E-4361-8E20-CCB014AAB7CB}">
      <dgm:prSet/>
      <dgm:spPr/>
      <dgm:t>
        <a:bodyPr/>
        <a:lstStyle/>
        <a:p>
          <a:endParaRPr lang="zh-TW" altLang="en-US"/>
        </a:p>
      </dgm:t>
    </dgm:pt>
    <dgm:pt modelId="{FB5FC1C0-15ED-4256-82B3-FEF6D43798B9}">
      <dgm:prSet phldrT="[文字]"/>
      <dgm:spPr/>
      <dgm:t>
        <a:bodyPr/>
        <a:lstStyle/>
        <a:p>
          <a:r>
            <a:rPr lang="zh-TW" altLang="en-US" dirty="0"/>
            <a:t>結果</a:t>
          </a:r>
        </a:p>
      </dgm:t>
    </dgm:pt>
    <dgm:pt modelId="{90EFC6E0-E373-49C2-A2D6-EFA056E5EA4A}" type="parTrans" cxnId="{8E84CC95-D0E6-419B-ABFF-81EF41EC28CA}">
      <dgm:prSet/>
      <dgm:spPr/>
      <dgm:t>
        <a:bodyPr/>
        <a:lstStyle/>
        <a:p>
          <a:endParaRPr lang="zh-TW" altLang="en-US"/>
        </a:p>
      </dgm:t>
    </dgm:pt>
    <dgm:pt modelId="{5F6A7D14-C208-42F6-B558-215FBC26BC06}" type="sibTrans" cxnId="{8E84CC95-D0E6-419B-ABFF-81EF41EC28CA}">
      <dgm:prSet/>
      <dgm:spPr/>
      <dgm:t>
        <a:bodyPr/>
        <a:lstStyle/>
        <a:p>
          <a:endParaRPr lang="zh-TW" altLang="en-US"/>
        </a:p>
      </dgm:t>
    </dgm:pt>
    <dgm:pt modelId="{AA604A7B-15F5-4286-BC28-30F56879ED1D}" type="pres">
      <dgm:prSet presAssocID="{89EE5BD9-379C-4A6D-9B5B-5FE8C0C1D71E}" presName="Name0" presStyleCnt="0">
        <dgm:presLayoutVars>
          <dgm:dir/>
          <dgm:animLvl val="lvl"/>
          <dgm:resizeHandles val="exact"/>
        </dgm:presLayoutVars>
      </dgm:prSet>
      <dgm:spPr/>
    </dgm:pt>
    <dgm:pt modelId="{914191AA-E579-4637-A162-6EA965AF927A}" type="pres">
      <dgm:prSet presAssocID="{139ED7E1-80DE-46D5-9C08-04DC86BABF66}" presName="parTxOnly" presStyleLbl="node1" presStyleIdx="0" presStyleCnt="9">
        <dgm:presLayoutVars>
          <dgm:chMax val="0"/>
          <dgm:chPref val="0"/>
          <dgm:bulletEnabled val="1"/>
        </dgm:presLayoutVars>
      </dgm:prSet>
      <dgm:spPr/>
    </dgm:pt>
    <dgm:pt modelId="{F868289A-E627-4690-8CAA-CC98C4D90C90}" type="pres">
      <dgm:prSet presAssocID="{FC75BE4C-1F8E-4ADD-9D4D-4CA4F75000E7}" presName="parTxOnlySpace" presStyleCnt="0"/>
      <dgm:spPr/>
    </dgm:pt>
    <dgm:pt modelId="{C6DB58CE-AFF0-4A74-ACB3-99530E7E31F5}" type="pres">
      <dgm:prSet presAssocID="{8EEC0CE0-3E0C-40AA-BC43-0CACB75650A6}" presName="parTxOnly" presStyleLbl="node1" presStyleIdx="1" presStyleCnt="9">
        <dgm:presLayoutVars>
          <dgm:chMax val="0"/>
          <dgm:chPref val="0"/>
          <dgm:bulletEnabled val="1"/>
        </dgm:presLayoutVars>
      </dgm:prSet>
      <dgm:spPr/>
    </dgm:pt>
    <dgm:pt modelId="{75042B28-3334-4058-878E-8E46A270E78B}" type="pres">
      <dgm:prSet presAssocID="{87130D3E-B70B-4754-BEBF-589650C22229}" presName="parTxOnlySpace" presStyleCnt="0"/>
      <dgm:spPr/>
    </dgm:pt>
    <dgm:pt modelId="{816E6BDF-0AEB-4564-BC22-B2E48BAF5464}" type="pres">
      <dgm:prSet presAssocID="{AF7244D5-699B-41E3-B552-4B0FE2505BB3}" presName="parTxOnly" presStyleLbl="node1" presStyleIdx="2" presStyleCnt="9">
        <dgm:presLayoutVars>
          <dgm:chMax val="0"/>
          <dgm:chPref val="0"/>
          <dgm:bulletEnabled val="1"/>
        </dgm:presLayoutVars>
      </dgm:prSet>
      <dgm:spPr/>
    </dgm:pt>
    <dgm:pt modelId="{CA8A7359-67E2-49EE-BA47-785835584555}" type="pres">
      <dgm:prSet presAssocID="{03933E72-6665-4DCF-9EF8-3842F945C938}" presName="parTxOnlySpace" presStyleCnt="0"/>
      <dgm:spPr/>
    </dgm:pt>
    <dgm:pt modelId="{8294AD81-06F3-4FCB-BE73-18DA247D22D2}" type="pres">
      <dgm:prSet presAssocID="{9E9A4566-C4C7-4295-879A-98FA0F0C0B6A}" presName="parTxOnly" presStyleLbl="node1" presStyleIdx="3" presStyleCnt="9">
        <dgm:presLayoutVars>
          <dgm:chMax val="0"/>
          <dgm:chPref val="0"/>
          <dgm:bulletEnabled val="1"/>
        </dgm:presLayoutVars>
      </dgm:prSet>
      <dgm:spPr/>
    </dgm:pt>
    <dgm:pt modelId="{7358DB89-FF50-4AB8-A6C5-1146B429158F}" type="pres">
      <dgm:prSet presAssocID="{613E605F-26AD-4F0A-A619-7AE1560B8B4B}" presName="parTxOnlySpace" presStyleCnt="0"/>
      <dgm:spPr/>
    </dgm:pt>
    <dgm:pt modelId="{EAC0CF2B-1FBF-40CA-ABDC-CEE1EE4F248A}" type="pres">
      <dgm:prSet presAssocID="{160A1D33-E658-418E-8036-C4AB63B20C1A}" presName="parTxOnly" presStyleLbl="node1" presStyleIdx="4" presStyleCnt="9">
        <dgm:presLayoutVars>
          <dgm:chMax val="0"/>
          <dgm:chPref val="0"/>
          <dgm:bulletEnabled val="1"/>
        </dgm:presLayoutVars>
      </dgm:prSet>
      <dgm:spPr/>
    </dgm:pt>
    <dgm:pt modelId="{C619A701-542D-4069-B3EE-48F2F907915A}" type="pres">
      <dgm:prSet presAssocID="{A537A6EC-5A51-4FDB-9059-C694E197B2B0}" presName="parTxOnlySpace" presStyleCnt="0"/>
      <dgm:spPr/>
    </dgm:pt>
    <dgm:pt modelId="{2E9A4EAE-1198-4E49-A7B2-F73CA3FBCC84}" type="pres">
      <dgm:prSet presAssocID="{5C7D3CE4-ABDE-41A7-90C3-70E5C7BB467B}" presName="parTxOnly" presStyleLbl="node1" presStyleIdx="5" presStyleCnt="9">
        <dgm:presLayoutVars>
          <dgm:chMax val="0"/>
          <dgm:chPref val="0"/>
          <dgm:bulletEnabled val="1"/>
        </dgm:presLayoutVars>
      </dgm:prSet>
      <dgm:spPr/>
    </dgm:pt>
    <dgm:pt modelId="{0826F368-019C-492A-89B4-3BF70D8D6AA2}" type="pres">
      <dgm:prSet presAssocID="{049C9476-7F43-4E8F-8DD5-040390399220}" presName="parTxOnlySpace" presStyleCnt="0"/>
      <dgm:spPr/>
    </dgm:pt>
    <dgm:pt modelId="{EE7F8039-0CE1-4E24-8E1E-B62E2D35CB28}" type="pres">
      <dgm:prSet presAssocID="{DFF03899-C159-445D-9571-2E50827A2D49}" presName="parTxOnly" presStyleLbl="node1" presStyleIdx="6" presStyleCnt="9">
        <dgm:presLayoutVars>
          <dgm:chMax val="0"/>
          <dgm:chPref val="0"/>
          <dgm:bulletEnabled val="1"/>
        </dgm:presLayoutVars>
      </dgm:prSet>
      <dgm:spPr/>
    </dgm:pt>
    <dgm:pt modelId="{B754AE0E-3F1C-4BC3-A345-0FEA82A0B8C7}" type="pres">
      <dgm:prSet presAssocID="{55816338-2453-4980-BB21-94B4B3558D95}" presName="parTxOnlySpace" presStyleCnt="0"/>
      <dgm:spPr/>
    </dgm:pt>
    <dgm:pt modelId="{06E5E437-4722-4EF7-B3A7-7AD3DD309BC4}" type="pres">
      <dgm:prSet presAssocID="{A731B7DF-F419-4850-AE21-E575F7C4EFCF}" presName="parTxOnly" presStyleLbl="node1" presStyleIdx="7" presStyleCnt="9">
        <dgm:presLayoutVars>
          <dgm:chMax val="0"/>
          <dgm:chPref val="0"/>
          <dgm:bulletEnabled val="1"/>
        </dgm:presLayoutVars>
      </dgm:prSet>
      <dgm:spPr/>
    </dgm:pt>
    <dgm:pt modelId="{662C5D46-9063-4DFB-8C43-2EC75481B9AB}" type="pres">
      <dgm:prSet presAssocID="{BE42063E-144C-443B-BD76-EA23D882CF80}" presName="parTxOnlySpace" presStyleCnt="0"/>
      <dgm:spPr/>
    </dgm:pt>
    <dgm:pt modelId="{0E5BD989-60F0-4036-A0D2-ACB695C69815}" type="pres">
      <dgm:prSet presAssocID="{FB5FC1C0-15ED-4256-82B3-FEF6D43798B9}" presName="parTxOnly" presStyleLbl="node1" presStyleIdx="8" presStyleCnt="9">
        <dgm:presLayoutVars>
          <dgm:chMax val="0"/>
          <dgm:chPref val="0"/>
          <dgm:bulletEnabled val="1"/>
        </dgm:presLayoutVars>
      </dgm:prSet>
      <dgm:spPr/>
    </dgm:pt>
  </dgm:ptLst>
  <dgm:cxnLst>
    <dgm:cxn modelId="{07B3841E-55FA-4702-88A8-CBCA5B62D01F}" srcId="{89EE5BD9-379C-4A6D-9B5B-5FE8C0C1D71E}" destId="{139ED7E1-80DE-46D5-9C08-04DC86BABF66}" srcOrd="0" destOrd="0" parTransId="{1D04E3CC-1E43-46B1-A840-D144821765D8}" sibTransId="{FC75BE4C-1F8E-4ADD-9D4D-4CA4F75000E7}"/>
    <dgm:cxn modelId="{525E1722-1582-4CCD-AF4F-8DF36ADBBA4B}" srcId="{89EE5BD9-379C-4A6D-9B5B-5FE8C0C1D71E}" destId="{160A1D33-E658-418E-8036-C4AB63B20C1A}" srcOrd="4" destOrd="0" parTransId="{69116C48-78C5-4340-B244-B8CD9C973DF8}" sibTransId="{A537A6EC-5A51-4FDB-9059-C694E197B2B0}"/>
    <dgm:cxn modelId="{CA0EAB2A-03F3-444B-9F0D-1503273DB6E0}" srcId="{89EE5BD9-379C-4A6D-9B5B-5FE8C0C1D71E}" destId="{9E9A4566-C4C7-4295-879A-98FA0F0C0B6A}" srcOrd="3" destOrd="0" parTransId="{C2F97484-8C6A-4C3D-846C-AB07CBCB7BEF}" sibTransId="{613E605F-26AD-4F0A-A619-7AE1560B8B4B}"/>
    <dgm:cxn modelId="{6BA15D33-53E0-45B7-9E36-58027C9F62BA}" type="presOf" srcId="{139ED7E1-80DE-46D5-9C08-04DC86BABF66}" destId="{914191AA-E579-4637-A162-6EA965AF927A}" srcOrd="0" destOrd="0" presId="urn:microsoft.com/office/officeart/2005/8/layout/chevron1"/>
    <dgm:cxn modelId="{32A9746B-4420-4C3A-A98D-610BD1C97DAF}" type="presOf" srcId="{FB5FC1C0-15ED-4256-82B3-FEF6D43798B9}" destId="{0E5BD989-60F0-4036-A0D2-ACB695C69815}" srcOrd="0" destOrd="0" presId="urn:microsoft.com/office/officeart/2005/8/layout/chevron1"/>
    <dgm:cxn modelId="{79701377-6263-4AA8-B55A-A69E1DEBC560}" type="presOf" srcId="{9E9A4566-C4C7-4295-879A-98FA0F0C0B6A}" destId="{8294AD81-06F3-4FCB-BE73-18DA247D22D2}" srcOrd="0" destOrd="0" presId="urn:microsoft.com/office/officeart/2005/8/layout/chevron1"/>
    <dgm:cxn modelId="{838CB279-6F4D-4654-9F1B-E501A4B4BDF1}" srcId="{89EE5BD9-379C-4A6D-9B5B-5FE8C0C1D71E}" destId="{AF7244D5-699B-41E3-B552-4B0FE2505BB3}" srcOrd="2" destOrd="0" parTransId="{159D7896-E678-46FC-A1B6-45921BFC8900}" sibTransId="{03933E72-6665-4DCF-9EF8-3842F945C938}"/>
    <dgm:cxn modelId="{CE45C37A-6473-44B4-9075-9D8E05A628D3}" type="presOf" srcId="{8EEC0CE0-3E0C-40AA-BC43-0CACB75650A6}" destId="{C6DB58CE-AFF0-4A74-ACB3-99530E7E31F5}" srcOrd="0" destOrd="0" presId="urn:microsoft.com/office/officeart/2005/8/layout/chevron1"/>
    <dgm:cxn modelId="{8B6D8084-F0A6-4791-8F2D-1A210ED1DE90}" srcId="{89EE5BD9-379C-4A6D-9B5B-5FE8C0C1D71E}" destId="{5C7D3CE4-ABDE-41A7-90C3-70E5C7BB467B}" srcOrd="5" destOrd="0" parTransId="{BF6EDFD5-76D6-43D3-B03E-795B9CFD0EC5}" sibTransId="{049C9476-7F43-4E8F-8DD5-040390399220}"/>
    <dgm:cxn modelId="{8A2CDF93-5C35-4031-8F0F-653666331A45}" srcId="{89EE5BD9-379C-4A6D-9B5B-5FE8C0C1D71E}" destId="{DFF03899-C159-445D-9571-2E50827A2D49}" srcOrd="6" destOrd="0" parTransId="{06EE08EE-6A06-4DBB-B0E0-F2ABECD59FE5}" sibTransId="{55816338-2453-4980-BB21-94B4B3558D95}"/>
    <dgm:cxn modelId="{8E84CC95-D0E6-419B-ABFF-81EF41EC28CA}" srcId="{89EE5BD9-379C-4A6D-9B5B-5FE8C0C1D71E}" destId="{FB5FC1C0-15ED-4256-82B3-FEF6D43798B9}" srcOrd="8" destOrd="0" parTransId="{90EFC6E0-E373-49C2-A2D6-EFA056E5EA4A}" sibTransId="{5F6A7D14-C208-42F6-B558-215FBC26BC06}"/>
    <dgm:cxn modelId="{47B040A1-CC5B-4673-B19A-1FA13CD7C1C3}" type="presOf" srcId="{89EE5BD9-379C-4A6D-9B5B-5FE8C0C1D71E}" destId="{AA604A7B-15F5-4286-BC28-30F56879ED1D}" srcOrd="0" destOrd="0" presId="urn:microsoft.com/office/officeart/2005/8/layout/chevron1"/>
    <dgm:cxn modelId="{02FB08AA-3154-42D1-87EF-1DEF6B40AB44}" type="presOf" srcId="{160A1D33-E658-418E-8036-C4AB63B20C1A}" destId="{EAC0CF2B-1FBF-40CA-ABDC-CEE1EE4F248A}" srcOrd="0" destOrd="0" presId="urn:microsoft.com/office/officeart/2005/8/layout/chevron1"/>
    <dgm:cxn modelId="{CA36B8BB-EA72-427B-A057-A1A41F5D221F}" srcId="{89EE5BD9-379C-4A6D-9B5B-5FE8C0C1D71E}" destId="{8EEC0CE0-3E0C-40AA-BC43-0CACB75650A6}" srcOrd="1" destOrd="0" parTransId="{D470A32D-8AF6-485B-96E4-AEA0AA15C4C2}" sibTransId="{87130D3E-B70B-4754-BEBF-589650C22229}"/>
    <dgm:cxn modelId="{F3DE2FC9-D11E-4361-8E20-CCB014AAB7CB}" srcId="{89EE5BD9-379C-4A6D-9B5B-5FE8C0C1D71E}" destId="{A731B7DF-F419-4850-AE21-E575F7C4EFCF}" srcOrd="7" destOrd="0" parTransId="{75B5ACF9-06E2-4BEC-A606-9C2C9C35F5B0}" sibTransId="{BE42063E-144C-443B-BD76-EA23D882CF80}"/>
    <dgm:cxn modelId="{1EEA4DD1-F66F-41B3-9636-6CAA7D1640DD}" type="presOf" srcId="{5C7D3CE4-ABDE-41A7-90C3-70E5C7BB467B}" destId="{2E9A4EAE-1198-4E49-A7B2-F73CA3FBCC84}" srcOrd="0" destOrd="0" presId="urn:microsoft.com/office/officeart/2005/8/layout/chevron1"/>
    <dgm:cxn modelId="{336D1ADB-4782-45EE-9DBC-DF1A82144AE5}" type="presOf" srcId="{A731B7DF-F419-4850-AE21-E575F7C4EFCF}" destId="{06E5E437-4722-4EF7-B3A7-7AD3DD309BC4}" srcOrd="0" destOrd="0" presId="urn:microsoft.com/office/officeart/2005/8/layout/chevron1"/>
    <dgm:cxn modelId="{6F872DDD-BCB3-46BD-99E2-E5178CD2AE60}" type="presOf" srcId="{DFF03899-C159-445D-9571-2E50827A2D49}" destId="{EE7F8039-0CE1-4E24-8E1E-B62E2D35CB28}" srcOrd="0" destOrd="0" presId="urn:microsoft.com/office/officeart/2005/8/layout/chevron1"/>
    <dgm:cxn modelId="{43CBABEF-71E5-4BCF-AFA9-D6186AAD7209}" type="presOf" srcId="{AF7244D5-699B-41E3-B552-4B0FE2505BB3}" destId="{816E6BDF-0AEB-4564-BC22-B2E48BAF5464}" srcOrd="0" destOrd="0" presId="urn:microsoft.com/office/officeart/2005/8/layout/chevron1"/>
    <dgm:cxn modelId="{FCAA45F7-869F-411C-976F-FCCACDB5103F}" type="presParOf" srcId="{AA604A7B-15F5-4286-BC28-30F56879ED1D}" destId="{914191AA-E579-4637-A162-6EA965AF927A}" srcOrd="0" destOrd="0" presId="urn:microsoft.com/office/officeart/2005/8/layout/chevron1"/>
    <dgm:cxn modelId="{FA5D75A8-D075-49AB-B33A-833B4C990414}" type="presParOf" srcId="{AA604A7B-15F5-4286-BC28-30F56879ED1D}" destId="{F868289A-E627-4690-8CAA-CC98C4D90C90}" srcOrd="1" destOrd="0" presId="urn:microsoft.com/office/officeart/2005/8/layout/chevron1"/>
    <dgm:cxn modelId="{C1F55893-ADA0-44A4-98DF-5642E8BCD8FA}" type="presParOf" srcId="{AA604A7B-15F5-4286-BC28-30F56879ED1D}" destId="{C6DB58CE-AFF0-4A74-ACB3-99530E7E31F5}" srcOrd="2" destOrd="0" presId="urn:microsoft.com/office/officeart/2005/8/layout/chevron1"/>
    <dgm:cxn modelId="{4CDE61A1-80ED-47DE-916E-CA544C8C45DB}" type="presParOf" srcId="{AA604A7B-15F5-4286-BC28-30F56879ED1D}" destId="{75042B28-3334-4058-878E-8E46A270E78B}" srcOrd="3" destOrd="0" presId="urn:microsoft.com/office/officeart/2005/8/layout/chevron1"/>
    <dgm:cxn modelId="{98DFE00E-8D27-4AD2-9F22-EEB6C936547A}" type="presParOf" srcId="{AA604A7B-15F5-4286-BC28-30F56879ED1D}" destId="{816E6BDF-0AEB-4564-BC22-B2E48BAF5464}" srcOrd="4" destOrd="0" presId="urn:microsoft.com/office/officeart/2005/8/layout/chevron1"/>
    <dgm:cxn modelId="{C67FC589-EBFC-471A-BB2E-45DE09BD2C6C}" type="presParOf" srcId="{AA604A7B-15F5-4286-BC28-30F56879ED1D}" destId="{CA8A7359-67E2-49EE-BA47-785835584555}" srcOrd="5" destOrd="0" presId="urn:microsoft.com/office/officeart/2005/8/layout/chevron1"/>
    <dgm:cxn modelId="{0BE3E005-BDA2-435C-B0E7-945416452345}" type="presParOf" srcId="{AA604A7B-15F5-4286-BC28-30F56879ED1D}" destId="{8294AD81-06F3-4FCB-BE73-18DA247D22D2}" srcOrd="6" destOrd="0" presId="urn:microsoft.com/office/officeart/2005/8/layout/chevron1"/>
    <dgm:cxn modelId="{3C333496-2DBE-40FA-805C-4AB2178951E3}" type="presParOf" srcId="{AA604A7B-15F5-4286-BC28-30F56879ED1D}" destId="{7358DB89-FF50-4AB8-A6C5-1146B429158F}" srcOrd="7" destOrd="0" presId="urn:microsoft.com/office/officeart/2005/8/layout/chevron1"/>
    <dgm:cxn modelId="{D3A5EDC4-4A37-4986-89BF-6585A4A397B0}" type="presParOf" srcId="{AA604A7B-15F5-4286-BC28-30F56879ED1D}" destId="{EAC0CF2B-1FBF-40CA-ABDC-CEE1EE4F248A}" srcOrd="8" destOrd="0" presId="urn:microsoft.com/office/officeart/2005/8/layout/chevron1"/>
    <dgm:cxn modelId="{5294F6B5-0915-4051-921C-21D6D35B2AC7}" type="presParOf" srcId="{AA604A7B-15F5-4286-BC28-30F56879ED1D}" destId="{C619A701-542D-4069-B3EE-48F2F907915A}" srcOrd="9" destOrd="0" presId="urn:microsoft.com/office/officeart/2005/8/layout/chevron1"/>
    <dgm:cxn modelId="{987B81EC-6B64-4245-A4FE-9A0C44AB7D80}" type="presParOf" srcId="{AA604A7B-15F5-4286-BC28-30F56879ED1D}" destId="{2E9A4EAE-1198-4E49-A7B2-F73CA3FBCC84}" srcOrd="10" destOrd="0" presId="urn:microsoft.com/office/officeart/2005/8/layout/chevron1"/>
    <dgm:cxn modelId="{659EF2DA-0298-438E-9684-D1BFF8EB0422}" type="presParOf" srcId="{AA604A7B-15F5-4286-BC28-30F56879ED1D}" destId="{0826F368-019C-492A-89B4-3BF70D8D6AA2}" srcOrd="11" destOrd="0" presId="urn:microsoft.com/office/officeart/2005/8/layout/chevron1"/>
    <dgm:cxn modelId="{94154976-511E-4C4B-B622-4FD807631952}" type="presParOf" srcId="{AA604A7B-15F5-4286-BC28-30F56879ED1D}" destId="{EE7F8039-0CE1-4E24-8E1E-B62E2D35CB28}" srcOrd="12" destOrd="0" presId="urn:microsoft.com/office/officeart/2005/8/layout/chevron1"/>
    <dgm:cxn modelId="{83D58338-DB6C-4BBC-AA60-A4951FE6B9E4}" type="presParOf" srcId="{AA604A7B-15F5-4286-BC28-30F56879ED1D}" destId="{B754AE0E-3F1C-4BC3-A345-0FEA82A0B8C7}" srcOrd="13" destOrd="0" presId="urn:microsoft.com/office/officeart/2005/8/layout/chevron1"/>
    <dgm:cxn modelId="{91F4E344-2351-4112-A576-9E1D1194CC0F}" type="presParOf" srcId="{AA604A7B-15F5-4286-BC28-30F56879ED1D}" destId="{06E5E437-4722-4EF7-B3A7-7AD3DD309BC4}" srcOrd="14" destOrd="0" presId="urn:microsoft.com/office/officeart/2005/8/layout/chevron1"/>
    <dgm:cxn modelId="{4E1264C3-777B-4D12-9693-D68A9C97D54E}" type="presParOf" srcId="{AA604A7B-15F5-4286-BC28-30F56879ED1D}" destId="{662C5D46-9063-4DFB-8C43-2EC75481B9AB}" srcOrd="15" destOrd="0" presId="urn:microsoft.com/office/officeart/2005/8/layout/chevron1"/>
    <dgm:cxn modelId="{11CF383C-11E3-4D63-88D7-C97A67160040}" type="presParOf" srcId="{AA604A7B-15F5-4286-BC28-30F56879ED1D}" destId="{0E5BD989-60F0-4036-A0D2-ACB695C69815}" srcOrd="16"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31D44DD0-A359-4E30-A999-660DD98FFCC5}" type="doc">
      <dgm:prSet loTypeId="urn:microsoft.com/office/officeart/2005/8/layout/radial4" loCatId="relationship" qsTypeId="urn:microsoft.com/office/officeart/2005/8/quickstyle/simple1" qsCatId="simple" csTypeId="urn:microsoft.com/office/officeart/2005/8/colors/accent1_2" csCatId="accent1" phldr="1"/>
      <dgm:spPr/>
      <dgm:t>
        <a:bodyPr/>
        <a:lstStyle/>
        <a:p>
          <a:endParaRPr lang="zh-TW" altLang="en-US"/>
        </a:p>
      </dgm:t>
    </dgm:pt>
    <dgm:pt modelId="{B261CE9E-99FA-41CE-99FF-CA4171D44AFF}">
      <dgm:prSet phldrT="[文字]"/>
      <dgm:spPr/>
      <dgm:t>
        <a:bodyPr/>
        <a:lstStyle/>
        <a:p>
          <a:pPr>
            <a:buNone/>
          </a:pPr>
          <a:r>
            <a:rPr lang="zh-TW" b="1" dirty="0"/>
            <a:t>1. 模型是否偏向 Lose？</a:t>
          </a:r>
          <a:br>
            <a:rPr lang="zh-TW" dirty="0"/>
          </a:br>
          <a:r>
            <a:rPr lang="zh-TW" dirty="0"/>
            <a:t>Mixed / Win 是否大量被預測為 Lose？</a:t>
          </a:r>
          <a:endParaRPr lang="en-US" altLang="zh-TW" dirty="0"/>
        </a:p>
        <a:p>
          <a:pPr>
            <a:buNone/>
          </a:pPr>
          <a:r>
            <a:rPr lang="zh-TW" b="1" dirty="0"/>
            <a:t>2. 少數類別 F1 是否偏低？</a:t>
          </a:r>
          <a:br>
            <a:rPr lang="zh-TW" dirty="0"/>
          </a:br>
          <a:r>
            <a:rPr lang="zh-TW" dirty="0"/>
            <a:t>Win 與 Mixed 的 Precision / Recall / F1 是否明顯低於 Lose？</a:t>
          </a:r>
          <a:endParaRPr lang="en-US" altLang="zh-TW" dirty="0"/>
        </a:p>
        <a:p>
          <a:pPr>
            <a:buNone/>
          </a:pPr>
          <a:r>
            <a:rPr lang="zh-TW" b="1" dirty="0"/>
            <a:t>3. 問題是否只出現在單一案件類型？</a:t>
          </a:r>
          <a:br>
            <a:rPr lang="zh-TW" dirty="0"/>
          </a:br>
          <a:r>
            <a:rPr lang="zh-TW" dirty="0"/>
            <a:t>四類案件中，各類別 F1 是否都呈現差異？</a:t>
          </a:r>
          <a:endParaRPr lang="zh-TW" altLang="en-US" dirty="0"/>
        </a:p>
      </dgm:t>
    </dgm:pt>
    <dgm:pt modelId="{796EFBCC-0677-4517-9EA7-ECD66BD44058}" type="parTrans" cxnId="{CF6248EA-C77C-417C-B3E3-0411CCF55696}">
      <dgm:prSet/>
      <dgm:spPr/>
      <dgm:t>
        <a:bodyPr/>
        <a:lstStyle/>
        <a:p>
          <a:endParaRPr lang="zh-TW" altLang="en-US"/>
        </a:p>
      </dgm:t>
    </dgm:pt>
    <dgm:pt modelId="{19E46853-7747-43A6-9113-248E675FB7DE}" type="sibTrans" cxnId="{CF6248EA-C77C-417C-B3E3-0411CCF55696}">
      <dgm:prSet/>
      <dgm:spPr/>
      <dgm:t>
        <a:bodyPr/>
        <a:lstStyle/>
        <a:p>
          <a:endParaRPr lang="zh-TW" altLang="en-US"/>
        </a:p>
      </dgm:t>
    </dgm:pt>
    <dgm:pt modelId="{847FB20A-59F3-4371-B026-C41BF77E3BAB}">
      <dgm:prSet phldrT="[文字]"/>
      <dgm:spPr/>
      <dgm:t>
        <a:bodyPr/>
        <a:lstStyle/>
        <a:p>
          <a:pPr>
            <a:buNone/>
          </a:pPr>
          <a:r>
            <a:rPr lang="zh-TW" dirty="0"/>
            <a:t>Lose：樣本多、辨識較穩定</a:t>
          </a:r>
          <a:endParaRPr lang="zh-TW" altLang="en-US" dirty="0"/>
        </a:p>
      </dgm:t>
    </dgm:pt>
    <dgm:pt modelId="{862114DE-E9C0-4BC3-83E8-A59F88F95D0D}" type="parTrans" cxnId="{0B6FC294-73BB-4D86-BBC3-CB8394A1C68B}">
      <dgm:prSet/>
      <dgm:spPr/>
      <dgm:t>
        <a:bodyPr/>
        <a:lstStyle/>
        <a:p>
          <a:endParaRPr lang="zh-TW" altLang="en-US"/>
        </a:p>
      </dgm:t>
    </dgm:pt>
    <dgm:pt modelId="{5C22ADBD-8320-431C-99D8-1BAF8010EAA1}" type="sibTrans" cxnId="{0B6FC294-73BB-4D86-BBC3-CB8394A1C68B}">
      <dgm:prSet/>
      <dgm:spPr/>
      <dgm:t>
        <a:bodyPr/>
        <a:lstStyle/>
        <a:p>
          <a:endParaRPr lang="zh-TW" altLang="en-US"/>
        </a:p>
      </dgm:t>
    </dgm:pt>
    <dgm:pt modelId="{C5C8FDB6-6827-43F1-A4EF-1F52ECB2AD95}">
      <dgm:prSet phldrT="[文字]"/>
      <dgm:spPr/>
      <dgm:t>
        <a:bodyPr/>
        <a:lstStyle/>
        <a:p>
          <a:pPr>
            <a:buNone/>
          </a:pPr>
          <a:r>
            <a:rPr lang="zh-TW" dirty="0"/>
            <a:t>Mixed：樣本少、容易流向 Lose</a:t>
          </a:r>
          <a:endParaRPr lang="zh-TW" altLang="en-US" dirty="0"/>
        </a:p>
      </dgm:t>
    </dgm:pt>
    <dgm:pt modelId="{B449956D-06FC-42C8-B775-F4CB1C354991}" type="parTrans" cxnId="{2F479692-50A9-43EB-A76C-0929B933B81E}">
      <dgm:prSet/>
      <dgm:spPr/>
      <dgm:t>
        <a:bodyPr/>
        <a:lstStyle/>
        <a:p>
          <a:endParaRPr lang="zh-TW" altLang="en-US"/>
        </a:p>
      </dgm:t>
    </dgm:pt>
    <dgm:pt modelId="{8E4CB9ED-3F9F-4330-81D1-111D8F90F7F5}" type="sibTrans" cxnId="{2F479692-50A9-43EB-A76C-0929B933B81E}">
      <dgm:prSet/>
      <dgm:spPr/>
      <dgm:t>
        <a:bodyPr/>
        <a:lstStyle/>
        <a:p>
          <a:endParaRPr lang="zh-TW" altLang="en-US"/>
        </a:p>
      </dgm:t>
    </dgm:pt>
    <dgm:pt modelId="{A198247D-F559-4420-99C3-F357E6D7C5CD}">
      <dgm:prSet phldrT="[文字]"/>
      <dgm:spPr/>
      <dgm:t>
        <a:bodyPr/>
        <a:lstStyle/>
        <a:p>
          <a:pPr>
            <a:buFont typeface="Arial" panose="020B0604020202020204" pitchFamily="34" charset="0"/>
            <a:buChar char="•"/>
          </a:pPr>
          <a:r>
            <a:rPr lang="zh-TW"/>
            <a:t>Win：樣本少、最容易被忽略</a:t>
          </a:r>
          <a:endParaRPr lang="zh-TW" altLang="en-US" dirty="0"/>
        </a:p>
      </dgm:t>
    </dgm:pt>
    <dgm:pt modelId="{2564E22E-404A-4C0C-BB5E-9494AD500397}" type="parTrans" cxnId="{C96942E0-E4EF-43FC-A9F8-20B5238E9053}">
      <dgm:prSet/>
      <dgm:spPr/>
      <dgm:t>
        <a:bodyPr/>
        <a:lstStyle/>
        <a:p>
          <a:endParaRPr lang="zh-TW" altLang="en-US"/>
        </a:p>
      </dgm:t>
    </dgm:pt>
    <dgm:pt modelId="{F332DC1B-DBF6-4603-A3D5-4FD5A7327131}" type="sibTrans" cxnId="{C96942E0-E4EF-43FC-A9F8-20B5238E9053}">
      <dgm:prSet/>
      <dgm:spPr/>
      <dgm:t>
        <a:bodyPr/>
        <a:lstStyle/>
        <a:p>
          <a:endParaRPr lang="zh-TW" altLang="en-US"/>
        </a:p>
      </dgm:t>
    </dgm:pt>
    <dgm:pt modelId="{3601D91C-DE0A-46F4-9684-B99370C782AF}" type="pres">
      <dgm:prSet presAssocID="{31D44DD0-A359-4E30-A999-660DD98FFCC5}" presName="cycle" presStyleCnt="0">
        <dgm:presLayoutVars>
          <dgm:chMax val="1"/>
          <dgm:dir/>
          <dgm:animLvl val="ctr"/>
          <dgm:resizeHandles val="exact"/>
        </dgm:presLayoutVars>
      </dgm:prSet>
      <dgm:spPr/>
    </dgm:pt>
    <dgm:pt modelId="{7647A8A0-2EBD-4EC7-8090-541AF8252590}" type="pres">
      <dgm:prSet presAssocID="{B261CE9E-99FA-41CE-99FF-CA4171D44AFF}" presName="centerShape" presStyleLbl="node0" presStyleIdx="0" presStyleCnt="1" custLinFactNeighborX="70906" custLinFactNeighborY="-16125"/>
      <dgm:spPr>
        <a:prstGeom prst="roundRect">
          <a:avLst/>
        </a:prstGeom>
      </dgm:spPr>
    </dgm:pt>
    <dgm:pt modelId="{5871BD33-9B03-41FD-9DAE-63B8C4F17B73}" type="pres">
      <dgm:prSet presAssocID="{862114DE-E9C0-4BC3-83E8-A59F88F95D0D}" presName="parTrans" presStyleLbl="bgSibTrans2D1" presStyleIdx="0" presStyleCnt="3"/>
      <dgm:spPr/>
    </dgm:pt>
    <dgm:pt modelId="{6AEDA08D-A734-4D84-AAC3-16180D22B6B7}" type="pres">
      <dgm:prSet presAssocID="{847FB20A-59F3-4371-B026-C41BF77E3BAB}" presName="node" presStyleLbl="node1" presStyleIdx="0" presStyleCnt="3">
        <dgm:presLayoutVars>
          <dgm:bulletEnabled val="1"/>
        </dgm:presLayoutVars>
      </dgm:prSet>
      <dgm:spPr/>
    </dgm:pt>
    <dgm:pt modelId="{4369FEDE-A6E9-4898-986E-918094C76D67}" type="pres">
      <dgm:prSet presAssocID="{B449956D-06FC-42C8-B775-F4CB1C354991}" presName="parTrans" presStyleLbl="bgSibTrans2D1" presStyleIdx="1" presStyleCnt="3"/>
      <dgm:spPr/>
    </dgm:pt>
    <dgm:pt modelId="{7B485E49-4DFC-46EF-8C9A-F797B987FA8B}" type="pres">
      <dgm:prSet presAssocID="{C5C8FDB6-6827-43F1-A4EF-1F52ECB2AD95}" presName="node" presStyleLbl="node1" presStyleIdx="1" presStyleCnt="3" custRadScaleRad="81456" custRadScaleInc="-168538">
        <dgm:presLayoutVars>
          <dgm:bulletEnabled val="1"/>
        </dgm:presLayoutVars>
      </dgm:prSet>
      <dgm:spPr/>
    </dgm:pt>
    <dgm:pt modelId="{F59EB09B-F085-4A64-9CA3-CD5744F69E42}" type="pres">
      <dgm:prSet presAssocID="{2564E22E-404A-4C0C-BB5E-9494AD500397}" presName="parTrans" presStyleLbl="bgSibTrans2D1" presStyleIdx="2" presStyleCnt="3"/>
      <dgm:spPr/>
    </dgm:pt>
    <dgm:pt modelId="{9D148E05-C35D-407F-B968-AC5EBD3A9D7E}" type="pres">
      <dgm:prSet presAssocID="{A198247D-F559-4420-99C3-F357E6D7C5CD}" presName="node" presStyleLbl="node1" presStyleIdx="2" presStyleCnt="3" custRadScaleRad="147048" custRadScaleInc="-150286">
        <dgm:presLayoutVars>
          <dgm:bulletEnabled val="1"/>
        </dgm:presLayoutVars>
      </dgm:prSet>
      <dgm:spPr/>
    </dgm:pt>
  </dgm:ptLst>
  <dgm:cxnLst>
    <dgm:cxn modelId="{D8CA081C-BE2B-4A12-942D-1469FD29FD85}" type="presOf" srcId="{2564E22E-404A-4C0C-BB5E-9494AD500397}" destId="{F59EB09B-F085-4A64-9CA3-CD5744F69E42}" srcOrd="0" destOrd="0" presId="urn:microsoft.com/office/officeart/2005/8/layout/radial4"/>
    <dgm:cxn modelId="{70A8CB68-363C-4F8C-9058-21E3EC9DC8B5}" type="presOf" srcId="{862114DE-E9C0-4BC3-83E8-A59F88F95D0D}" destId="{5871BD33-9B03-41FD-9DAE-63B8C4F17B73}" srcOrd="0" destOrd="0" presId="urn:microsoft.com/office/officeart/2005/8/layout/radial4"/>
    <dgm:cxn modelId="{FC29158B-96CB-41B6-BB78-55A16AF93E60}" type="presOf" srcId="{B261CE9E-99FA-41CE-99FF-CA4171D44AFF}" destId="{7647A8A0-2EBD-4EC7-8090-541AF8252590}" srcOrd="0" destOrd="0" presId="urn:microsoft.com/office/officeart/2005/8/layout/radial4"/>
    <dgm:cxn modelId="{CC41998E-17FD-44F2-B3B0-1DBE2D280D44}" type="presOf" srcId="{847FB20A-59F3-4371-B026-C41BF77E3BAB}" destId="{6AEDA08D-A734-4D84-AAC3-16180D22B6B7}" srcOrd="0" destOrd="0" presId="urn:microsoft.com/office/officeart/2005/8/layout/radial4"/>
    <dgm:cxn modelId="{2F479692-50A9-43EB-A76C-0929B933B81E}" srcId="{B261CE9E-99FA-41CE-99FF-CA4171D44AFF}" destId="{C5C8FDB6-6827-43F1-A4EF-1F52ECB2AD95}" srcOrd="1" destOrd="0" parTransId="{B449956D-06FC-42C8-B775-F4CB1C354991}" sibTransId="{8E4CB9ED-3F9F-4330-81D1-111D8F90F7F5}"/>
    <dgm:cxn modelId="{466F4C94-41FB-4ADE-9695-4369D0AB205D}" type="presOf" srcId="{B449956D-06FC-42C8-B775-F4CB1C354991}" destId="{4369FEDE-A6E9-4898-986E-918094C76D67}" srcOrd="0" destOrd="0" presId="urn:microsoft.com/office/officeart/2005/8/layout/radial4"/>
    <dgm:cxn modelId="{0B6FC294-73BB-4D86-BBC3-CB8394A1C68B}" srcId="{B261CE9E-99FA-41CE-99FF-CA4171D44AFF}" destId="{847FB20A-59F3-4371-B026-C41BF77E3BAB}" srcOrd="0" destOrd="0" parTransId="{862114DE-E9C0-4BC3-83E8-A59F88F95D0D}" sibTransId="{5C22ADBD-8320-431C-99D8-1BAF8010EAA1}"/>
    <dgm:cxn modelId="{522B549C-4018-4124-B642-8DDCD69BBD3F}" type="presOf" srcId="{C5C8FDB6-6827-43F1-A4EF-1F52ECB2AD95}" destId="{7B485E49-4DFC-46EF-8C9A-F797B987FA8B}" srcOrd="0" destOrd="0" presId="urn:microsoft.com/office/officeart/2005/8/layout/radial4"/>
    <dgm:cxn modelId="{2A977EB5-DE7A-497F-A683-B26FD22160D5}" type="presOf" srcId="{A198247D-F559-4420-99C3-F357E6D7C5CD}" destId="{9D148E05-C35D-407F-B968-AC5EBD3A9D7E}" srcOrd="0" destOrd="0" presId="urn:microsoft.com/office/officeart/2005/8/layout/radial4"/>
    <dgm:cxn modelId="{C96942E0-E4EF-43FC-A9F8-20B5238E9053}" srcId="{B261CE9E-99FA-41CE-99FF-CA4171D44AFF}" destId="{A198247D-F559-4420-99C3-F357E6D7C5CD}" srcOrd="2" destOrd="0" parTransId="{2564E22E-404A-4C0C-BB5E-9494AD500397}" sibTransId="{F332DC1B-DBF6-4603-A3D5-4FD5A7327131}"/>
    <dgm:cxn modelId="{CF6248EA-C77C-417C-B3E3-0411CCF55696}" srcId="{31D44DD0-A359-4E30-A999-660DD98FFCC5}" destId="{B261CE9E-99FA-41CE-99FF-CA4171D44AFF}" srcOrd="0" destOrd="0" parTransId="{796EFBCC-0677-4517-9EA7-ECD66BD44058}" sibTransId="{19E46853-7747-43A6-9113-248E675FB7DE}"/>
    <dgm:cxn modelId="{BAA264F7-4E87-4A03-8C54-1A43136B1644}" type="presOf" srcId="{31D44DD0-A359-4E30-A999-660DD98FFCC5}" destId="{3601D91C-DE0A-46F4-9684-B99370C782AF}" srcOrd="0" destOrd="0" presId="urn:microsoft.com/office/officeart/2005/8/layout/radial4"/>
    <dgm:cxn modelId="{09924273-3406-40C3-8D1D-B0C47D13AD11}" type="presParOf" srcId="{3601D91C-DE0A-46F4-9684-B99370C782AF}" destId="{7647A8A0-2EBD-4EC7-8090-541AF8252590}" srcOrd="0" destOrd="0" presId="urn:microsoft.com/office/officeart/2005/8/layout/radial4"/>
    <dgm:cxn modelId="{BD22723C-F231-4673-B02E-4FB7F8F2F23B}" type="presParOf" srcId="{3601D91C-DE0A-46F4-9684-B99370C782AF}" destId="{5871BD33-9B03-41FD-9DAE-63B8C4F17B73}" srcOrd="1" destOrd="0" presId="urn:microsoft.com/office/officeart/2005/8/layout/radial4"/>
    <dgm:cxn modelId="{E0A09384-FB6A-4B63-B13E-07D734EEB683}" type="presParOf" srcId="{3601D91C-DE0A-46F4-9684-B99370C782AF}" destId="{6AEDA08D-A734-4D84-AAC3-16180D22B6B7}" srcOrd="2" destOrd="0" presId="urn:microsoft.com/office/officeart/2005/8/layout/radial4"/>
    <dgm:cxn modelId="{1CF2A0CA-32FC-44FF-B7AC-0E2364E85167}" type="presParOf" srcId="{3601D91C-DE0A-46F4-9684-B99370C782AF}" destId="{4369FEDE-A6E9-4898-986E-918094C76D67}" srcOrd="3" destOrd="0" presId="urn:microsoft.com/office/officeart/2005/8/layout/radial4"/>
    <dgm:cxn modelId="{A1ED877D-E512-4034-8DBD-65432B0BBCB7}" type="presParOf" srcId="{3601D91C-DE0A-46F4-9684-B99370C782AF}" destId="{7B485E49-4DFC-46EF-8C9A-F797B987FA8B}" srcOrd="4" destOrd="0" presId="urn:microsoft.com/office/officeart/2005/8/layout/radial4"/>
    <dgm:cxn modelId="{0C4E694C-19D8-42D9-B3C5-7F708ECC5846}" type="presParOf" srcId="{3601D91C-DE0A-46F4-9684-B99370C782AF}" destId="{F59EB09B-F085-4A64-9CA3-CD5744F69E42}" srcOrd="5" destOrd="0" presId="urn:microsoft.com/office/officeart/2005/8/layout/radial4"/>
    <dgm:cxn modelId="{849F3E9A-F07A-437E-8CE7-42AAA16ED107}" type="presParOf" srcId="{3601D91C-DE0A-46F4-9684-B99370C782AF}" destId="{9D148E05-C35D-407F-B968-AC5EBD3A9D7E}" srcOrd="6" destOrd="0" presId="urn:microsoft.com/office/officeart/2005/8/layout/radial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CA50974E-7717-49A7-A21F-9B81DEC9B0F1}"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zh-TW" altLang="en-US"/>
        </a:p>
      </dgm:t>
    </dgm:pt>
    <dgm:pt modelId="{3D1C1595-63BB-47C2-A3F1-E949F41842DF}">
      <dgm:prSet phldrT="[文字]"/>
      <dgm:spPr/>
      <dgm:t>
        <a:bodyPr/>
        <a:lstStyle/>
        <a:p>
          <a:pPr>
            <a:buNone/>
          </a:pPr>
          <a:r>
            <a:rPr lang="zh-TW" dirty="0"/>
            <a:t>非 Lose 類別訊號較不穩定</a:t>
          </a:r>
          <a:endParaRPr lang="zh-TW" altLang="en-US" dirty="0"/>
        </a:p>
      </dgm:t>
    </dgm:pt>
    <dgm:pt modelId="{CEE9E0AD-F348-4CBB-83BC-10ED1380580E}" type="parTrans" cxnId="{D95441AD-E451-4D0E-9618-46E70F066721}">
      <dgm:prSet/>
      <dgm:spPr/>
      <dgm:t>
        <a:bodyPr/>
        <a:lstStyle/>
        <a:p>
          <a:endParaRPr lang="zh-TW" altLang="en-US"/>
        </a:p>
      </dgm:t>
    </dgm:pt>
    <dgm:pt modelId="{B31B65FE-30BF-4A1A-A3AD-36941DE0FAEE}" type="sibTrans" cxnId="{D95441AD-E451-4D0E-9618-46E70F066721}">
      <dgm:prSet/>
      <dgm:spPr/>
      <dgm:t>
        <a:bodyPr/>
        <a:lstStyle/>
        <a:p>
          <a:endParaRPr lang="zh-TW" altLang="en-US"/>
        </a:p>
      </dgm:t>
    </dgm:pt>
    <dgm:pt modelId="{DA3CEF67-D79A-41A1-8902-3767CFD986FC}">
      <dgm:prSet phldrT="[文字]"/>
      <dgm:spPr/>
      <dgm:t>
        <a:bodyPr/>
        <a:lstStyle/>
        <a:p>
          <a:pPr>
            <a:buNone/>
          </a:pPr>
          <a:r>
            <a:rPr lang="zh-TW" dirty="0"/>
            <a:t>Mixed / Win 不一定有一致的文字訊號，容易被模型吸收到 </a:t>
          </a:r>
          <a:r>
            <a:rPr lang="zh-TW"/>
            <a:t>Lose。</a:t>
          </a:r>
          <a:endParaRPr lang="zh-TW" altLang="en-US" dirty="0"/>
        </a:p>
      </dgm:t>
    </dgm:pt>
    <dgm:pt modelId="{5DC03BBF-4477-49A8-826A-DFA296F3FC45}" type="parTrans" cxnId="{6AA2C8E7-86FA-48D6-89A7-E975763F171F}">
      <dgm:prSet/>
      <dgm:spPr/>
      <dgm:t>
        <a:bodyPr/>
        <a:lstStyle/>
        <a:p>
          <a:endParaRPr lang="zh-TW" altLang="en-US"/>
        </a:p>
      </dgm:t>
    </dgm:pt>
    <dgm:pt modelId="{8FF09E07-D400-4DF8-BC2F-44D2551BBEB8}" type="sibTrans" cxnId="{6AA2C8E7-86FA-48D6-89A7-E975763F171F}">
      <dgm:prSet/>
      <dgm:spPr/>
      <dgm:t>
        <a:bodyPr/>
        <a:lstStyle/>
        <a:p>
          <a:endParaRPr lang="zh-TW" altLang="en-US"/>
        </a:p>
      </dgm:t>
    </dgm:pt>
    <dgm:pt modelId="{5EFF6897-C0C6-4B9D-9286-C8B2058A03E7}">
      <dgm:prSet phldrT="[文字]"/>
      <dgm:spPr/>
      <dgm:t>
        <a:bodyPr/>
        <a:lstStyle/>
        <a:p>
          <a:pPr>
            <a:buNone/>
          </a:pPr>
          <a:r>
            <a:rPr lang="zh-TW" dirty="0"/>
            <a:t>Mixed 是複合結果</a:t>
          </a:r>
          <a:endParaRPr lang="zh-TW" altLang="en-US" dirty="0"/>
        </a:p>
      </dgm:t>
    </dgm:pt>
    <dgm:pt modelId="{CE9717BC-B587-44AF-8033-9330F23E60E9}" type="parTrans" cxnId="{29250BE7-8043-4619-9F99-A84C5D45F334}">
      <dgm:prSet/>
      <dgm:spPr/>
      <dgm:t>
        <a:bodyPr/>
        <a:lstStyle/>
        <a:p>
          <a:endParaRPr lang="zh-TW" altLang="en-US"/>
        </a:p>
      </dgm:t>
    </dgm:pt>
    <dgm:pt modelId="{7B3A68AB-D409-4986-88E5-0E2D8FFEF5EC}" type="sibTrans" cxnId="{29250BE7-8043-4619-9F99-A84C5D45F334}">
      <dgm:prSet/>
      <dgm:spPr/>
      <dgm:t>
        <a:bodyPr/>
        <a:lstStyle/>
        <a:p>
          <a:endParaRPr lang="zh-TW" altLang="en-US"/>
        </a:p>
      </dgm:t>
    </dgm:pt>
    <dgm:pt modelId="{4F175B36-F907-479F-9571-AA014BF07224}">
      <dgm:prSet phldrT="[文字]"/>
      <dgm:spPr/>
      <dgm:t>
        <a:bodyPr/>
        <a:lstStyle/>
        <a:p>
          <a:pPr>
            <a:buNone/>
          </a:pPr>
          <a:r>
            <a:rPr lang="zh-TW" dirty="0"/>
            <a:t>部分勝訴可能同時包含勝與敗的理由，文本特徵可能與 Lose / Win </a:t>
          </a:r>
          <a:r>
            <a:rPr lang="zh-TW"/>
            <a:t>重疊。</a:t>
          </a:r>
          <a:endParaRPr lang="zh-TW" altLang="en-US" dirty="0"/>
        </a:p>
      </dgm:t>
    </dgm:pt>
    <dgm:pt modelId="{F4EA87DD-E81F-4732-8280-1C22D0F670E3}" type="parTrans" cxnId="{1CD1F778-1453-4313-9B0D-D276661ABEBB}">
      <dgm:prSet/>
      <dgm:spPr/>
      <dgm:t>
        <a:bodyPr/>
        <a:lstStyle/>
        <a:p>
          <a:endParaRPr lang="zh-TW" altLang="en-US"/>
        </a:p>
      </dgm:t>
    </dgm:pt>
    <dgm:pt modelId="{D41D3E34-A673-495D-AC7B-6DBCA533E5E5}" type="sibTrans" cxnId="{1CD1F778-1453-4313-9B0D-D276661ABEBB}">
      <dgm:prSet/>
      <dgm:spPr/>
      <dgm:t>
        <a:bodyPr/>
        <a:lstStyle/>
        <a:p>
          <a:endParaRPr lang="zh-TW" altLang="en-US"/>
        </a:p>
      </dgm:t>
    </dgm:pt>
    <dgm:pt modelId="{79F5073D-6D84-4884-89F0-2B7F3C5409B4}">
      <dgm:prSet phldrT="[文字]"/>
      <dgm:spPr/>
      <dgm:t>
        <a:bodyPr/>
        <a:lstStyle/>
        <a:p>
          <a:pPr>
            <a:buNone/>
          </a:pPr>
          <a:r>
            <a:rPr lang="zh-TW" dirty="0"/>
            <a:t>Win 樣本少且邊界不清</a:t>
          </a:r>
          <a:endParaRPr lang="zh-TW" altLang="en-US" dirty="0"/>
        </a:p>
      </dgm:t>
    </dgm:pt>
    <dgm:pt modelId="{D3265A7E-D18D-4085-B286-F7008267EEDE}" type="parTrans" cxnId="{5AF6D747-A6A6-47E9-8BFB-F1440D76A0E5}">
      <dgm:prSet/>
      <dgm:spPr/>
      <dgm:t>
        <a:bodyPr/>
        <a:lstStyle/>
        <a:p>
          <a:endParaRPr lang="zh-TW" altLang="en-US"/>
        </a:p>
      </dgm:t>
    </dgm:pt>
    <dgm:pt modelId="{4773087C-E81D-4AE5-8399-9F192CE938BF}" type="sibTrans" cxnId="{5AF6D747-A6A6-47E9-8BFB-F1440D76A0E5}">
      <dgm:prSet/>
      <dgm:spPr/>
      <dgm:t>
        <a:bodyPr/>
        <a:lstStyle/>
        <a:p>
          <a:endParaRPr lang="zh-TW" altLang="en-US"/>
        </a:p>
      </dgm:t>
    </dgm:pt>
    <dgm:pt modelId="{D07C4B1E-089A-4B0B-9795-DF2C56887524}">
      <dgm:prSet phldrT="[文字]"/>
      <dgm:spPr/>
      <dgm:t>
        <a:bodyPr/>
        <a:lstStyle/>
        <a:p>
          <a:pPr>
            <a:buNone/>
          </a:pPr>
          <a:r>
            <a:rPr lang="zh-TW" dirty="0"/>
            <a:t>Win 的樣本數較少，且在不同案件類型中表現不穩定，模型較難學到穩定分類</a:t>
          </a:r>
          <a:r>
            <a:rPr lang="zh-TW"/>
            <a:t>邊界。</a:t>
          </a:r>
          <a:endParaRPr lang="zh-TW" altLang="en-US" dirty="0"/>
        </a:p>
      </dgm:t>
    </dgm:pt>
    <dgm:pt modelId="{D1423417-0955-4DB4-83DB-8B1DDE2152DD}" type="parTrans" cxnId="{637CA227-B6B0-491E-87D7-1834F558617F}">
      <dgm:prSet/>
      <dgm:spPr/>
      <dgm:t>
        <a:bodyPr/>
        <a:lstStyle/>
        <a:p>
          <a:endParaRPr lang="zh-TW" altLang="en-US"/>
        </a:p>
      </dgm:t>
    </dgm:pt>
    <dgm:pt modelId="{AEDB2382-20B4-4E0B-B07C-F972A08B6E7C}" type="sibTrans" cxnId="{637CA227-B6B0-491E-87D7-1834F558617F}">
      <dgm:prSet/>
      <dgm:spPr/>
      <dgm:t>
        <a:bodyPr/>
        <a:lstStyle/>
        <a:p>
          <a:endParaRPr lang="zh-TW" altLang="en-US"/>
        </a:p>
      </dgm:t>
    </dgm:pt>
    <dgm:pt modelId="{99C80931-1F8E-44D4-91DD-2201A7AFA40C}" type="pres">
      <dgm:prSet presAssocID="{CA50974E-7717-49A7-A21F-9B81DEC9B0F1}" presName="Name0" presStyleCnt="0">
        <dgm:presLayoutVars>
          <dgm:dir/>
          <dgm:animLvl val="lvl"/>
          <dgm:resizeHandles val="exact"/>
        </dgm:presLayoutVars>
      </dgm:prSet>
      <dgm:spPr/>
    </dgm:pt>
    <dgm:pt modelId="{05D8FBD0-1614-478B-B9EB-05445F56139D}" type="pres">
      <dgm:prSet presAssocID="{3D1C1595-63BB-47C2-A3F1-E949F41842DF}" presName="composite" presStyleCnt="0"/>
      <dgm:spPr/>
    </dgm:pt>
    <dgm:pt modelId="{46DF5896-75EE-40F8-91CA-730FB9FEB271}" type="pres">
      <dgm:prSet presAssocID="{3D1C1595-63BB-47C2-A3F1-E949F41842DF}" presName="parTx" presStyleLbl="alignNode1" presStyleIdx="0" presStyleCnt="3">
        <dgm:presLayoutVars>
          <dgm:chMax val="0"/>
          <dgm:chPref val="0"/>
          <dgm:bulletEnabled val="1"/>
        </dgm:presLayoutVars>
      </dgm:prSet>
      <dgm:spPr/>
    </dgm:pt>
    <dgm:pt modelId="{E7092FC6-450D-4906-86A8-4B145054C9D4}" type="pres">
      <dgm:prSet presAssocID="{3D1C1595-63BB-47C2-A3F1-E949F41842DF}" presName="desTx" presStyleLbl="alignAccFollowNode1" presStyleIdx="0" presStyleCnt="3">
        <dgm:presLayoutVars>
          <dgm:bulletEnabled val="1"/>
        </dgm:presLayoutVars>
      </dgm:prSet>
      <dgm:spPr/>
    </dgm:pt>
    <dgm:pt modelId="{A009CE3A-4551-4560-9A76-03A3DAE03A10}" type="pres">
      <dgm:prSet presAssocID="{B31B65FE-30BF-4A1A-A3AD-36941DE0FAEE}" presName="space" presStyleCnt="0"/>
      <dgm:spPr/>
    </dgm:pt>
    <dgm:pt modelId="{23CC4C42-B60D-44F1-BC32-14CE078CEA9F}" type="pres">
      <dgm:prSet presAssocID="{5EFF6897-C0C6-4B9D-9286-C8B2058A03E7}" presName="composite" presStyleCnt="0"/>
      <dgm:spPr/>
    </dgm:pt>
    <dgm:pt modelId="{84923BC2-35A2-46DC-B519-DD77EF188E64}" type="pres">
      <dgm:prSet presAssocID="{5EFF6897-C0C6-4B9D-9286-C8B2058A03E7}" presName="parTx" presStyleLbl="alignNode1" presStyleIdx="1" presStyleCnt="3">
        <dgm:presLayoutVars>
          <dgm:chMax val="0"/>
          <dgm:chPref val="0"/>
          <dgm:bulletEnabled val="1"/>
        </dgm:presLayoutVars>
      </dgm:prSet>
      <dgm:spPr/>
    </dgm:pt>
    <dgm:pt modelId="{574202B3-8C07-4F0A-91E1-0DFD2CD8D151}" type="pres">
      <dgm:prSet presAssocID="{5EFF6897-C0C6-4B9D-9286-C8B2058A03E7}" presName="desTx" presStyleLbl="alignAccFollowNode1" presStyleIdx="1" presStyleCnt="3">
        <dgm:presLayoutVars>
          <dgm:bulletEnabled val="1"/>
        </dgm:presLayoutVars>
      </dgm:prSet>
      <dgm:spPr/>
    </dgm:pt>
    <dgm:pt modelId="{9A106D88-A139-4ED9-AE68-38ED1771BE26}" type="pres">
      <dgm:prSet presAssocID="{7B3A68AB-D409-4986-88E5-0E2D8FFEF5EC}" presName="space" presStyleCnt="0"/>
      <dgm:spPr/>
    </dgm:pt>
    <dgm:pt modelId="{7F0DCCF9-87CF-4CF4-8013-401D1DE35478}" type="pres">
      <dgm:prSet presAssocID="{79F5073D-6D84-4884-89F0-2B7F3C5409B4}" presName="composite" presStyleCnt="0"/>
      <dgm:spPr/>
    </dgm:pt>
    <dgm:pt modelId="{1B958CBA-FF85-40FD-BF9B-478783B4AADA}" type="pres">
      <dgm:prSet presAssocID="{79F5073D-6D84-4884-89F0-2B7F3C5409B4}" presName="parTx" presStyleLbl="alignNode1" presStyleIdx="2" presStyleCnt="3">
        <dgm:presLayoutVars>
          <dgm:chMax val="0"/>
          <dgm:chPref val="0"/>
          <dgm:bulletEnabled val="1"/>
        </dgm:presLayoutVars>
      </dgm:prSet>
      <dgm:spPr/>
    </dgm:pt>
    <dgm:pt modelId="{D255D4DB-1D17-4972-A885-CD0CFEB5844C}" type="pres">
      <dgm:prSet presAssocID="{79F5073D-6D84-4884-89F0-2B7F3C5409B4}" presName="desTx" presStyleLbl="alignAccFollowNode1" presStyleIdx="2" presStyleCnt="3">
        <dgm:presLayoutVars>
          <dgm:bulletEnabled val="1"/>
        </dgm:presLayoutVars>
      </dgm:prSet>
      <dgm:spPr/>
    </dgm:pt>
  </dgm:ptLst>
  <dgm:cxnLst>
    <dgm:cxn modelId="{CE49421D-65BA-47FB-B05D-6113B28FC5A2}" type="presOf" srcId="{DA3CEF67-D79A-41A1-8902-3767CFD986FC}" destId="{E7092FC6-450D-4906-86A8-4B145054C9D4}" srcOrd="0" destOrd="0" presId="urn:microsoft.com/office/officeart/2005/8/layout/hList1"/>
    <dgm:cxn modelId="{C07F2D24-82E9-4FB7-B238-D72B63022176}" type="presOf" srcId="{79F5073D-6D84-4884-89F0-2B7F3C5409B4}" destId="{1B958CBA-FF85-40FD-BF9B-478783B4AADA}" srcOrd="0" destOrd="0" presId="urn:microsoft.com/office/officeart/2005/8/layout/hList1"/>
    <dgm:cxn modelId="{637CA227-B6B0-491E-87D7-1834F558617F}" srcId="{79F5073D-6D84-4884-89F0-2B7F3C5409B4}" destId="{D07C4B1E-089A-4B0B-9795-DF2C56887524}" srcOrd="0" destOrd="0" parTransId="{D1423417-0955-4DB4-83DB-8B1DDE2152DD}" sibTransId="{AEDB2382-20B4-4E0B-B07C-F972A08B6E7C}"/>
    <dgm:cxn modelId="{13B1E42F-EC58-459A-8175-4942995CB3FC}" type="presOf" srcId="{4F175B36-F907-479F-9571-AA014BF07224}" destId="{574202B3-8C07-4F0A-91E1-0DFD2CD8D151}" srcOrd="0" destOrd="0" presId="urn:microsoft.com/office/officeart/2005/8/layout/hList1"/>
    <dgm:cxn modelId="{DB3FF442-35BC-458E-AFF4-A52A6C7121C4}" type="presOf" srcId="{5EFF6897-C0C6-4B9D-9286-C8B2058A03E7}" destId="{84923BC2-35A2-46DC-B519-DD77EF188E64}" srcOrd="0" destOrd="0" presId="urn:microsoft.com/office/officeart/2005/8/layout/hList1"/>
    <dgm:cxn modelId="{5AF6D747-A6A6-47E9-8BFB-F1440D76A0E5}" srcId="{CA50974E-7717-49A7-A21F-9B81DEC9B0F1}" destId="{79F5073D-6D84-4884-89F0-2B7F3C5409B4}" srcOrd="2" destOrd="0" parTransId="{D3265A7E-D18D-4085-B286-F7008267EEDE}" sibTransId="{4773087C-E81D-4AE5-8399-9F192CE938BF}"/>
    <dgm:cxn modelId="{8D73E76C-929E-499C-A77C-A47913C3CB39}" type="presOf" srcId="{CA50974E-7717-49A7-A21F-9B81DEC9B0F1}" destId="{99C80931-1F8E-44D4-91DD-2201A7AFA40C}" srcOrd="0" destOrd="0" presId="urn:microsoft.com/office/officeart/2005/8/layout/hList1"/>
    <dgm:cxn modelId="{1CD1F778-1453-4313-9B0D-D276661ABEBB}" srcId="{5EFF6897-C0C6-4B9D-9286-C8B2058A03E7}" destId="{4F175B36-F907-479F-9571-AA014BF07224}" srcOrd="0" destOrd="0" parTransId="{F4EA87DD-E81F-4732-8280-1C22D0F670E3}" sibTransId="{D41D3E34-A673-495D-AC7B-6DBCA533E5E5}"/>
    <dgm:cxn modelId="{997E93AB-559B-4BBA-987B-6BFAE6AD6356}" type="presOf" srcId="{D07C4B1E-089A-4B0B-9795-DF2C56887524}" destId="{D255D4DB-1D17-4972-A885-CD0CFEB5844C}" srcOrd="0" destOrd="0" presId="urn:microsoft.com/office/officeart/2005/8/layout/hList1"/>
    <dgm:cxn modelId="{D95441AD-E451-4D0E-9618-46E70F066721}" srcId="{CA50974E-7717-49A7-A21F-9B81DEC9B0F1}" destId="{3D1C1595-63BB-47C2-A3F1-E949F41842DF}" srcOrd="0" destOrd="0" parTransId="{CEE9E0AD-F348-4CBB-83BC-10ED1380580E}" sibTransId="{B31B65FE-30BF-4A1A-A3AD-36941DE0FAEE}"/>
    <dgm:cxn modelId="{D2C9E7CE-4E5D-40EC-BB10-5F6C20998025}" type="presOf" srcId="{3D1C1595-63BB-47C2-A3F1-E949F41842DF}" destId="{46DF5896-75EE-40F8-91CA-730FB9FEB271}" srcOrd="0" destOrd="0" presId="urn:microsoft.com/office/officeart/2005/8/layout/hList1"/>
    <dgm:cxn modelId="{29250BE7-8043-4619-9F99-A84C5D45F334}" srcId="{CA50974E-7717-49A7-A21F-9B81DEC9B0F1}" destId="{5EFF6897-C0C6-4B9D-9286-C8B2058A03E7}" srcOrd="1" destOrd="0" parTransId="{CE9717BC-B587-44AF-8033-9330F23E60E9}" sibTransId="{7B3A68AB-D409-4986-88E5-0E2D8FFEF5EC}"/>
    <dgm:cxn modelId="{6AA2C8E7-86FA-48D6-89A7-E975763F171F}" srcId="{3D1C1595-63BB-47C2-A3F1-E949F41842DF}" destId="{DA3CEF67-D79A-41A1-8902-3767CFD986FC}" srcOrd="0" destOrd="0" parTransId="{5DC03BBF-4477-49A8-826A-DFA296F3FC45}" sibTransId="{8FF09E07-D400-4DF8-BC2F-44D2551BBEB8}"/>
    <dgm:cxn modelId="{872716F2-2991-4194-9F2A-04598F9EB6A1}" type="presParOf" srcId="{99C80931-1F8E-44D4-91DD-2201A7AFA40C}" destId="{05D8FBD0-1614-478B-B9EB-05445F56139D}" srcOrd="0" destOrd="0" presId="urn:microsoft.com/office/officeart/2005/8/layout/hList1"/>
    <dgm:cxn modelId="{E6242BB6-759C-4C1D-8C34-F49175D50C75}" type="presParOf" srcId="{05D8FBD0-1614-478B-B9EB-05445F56139D}" destId="{46DF5896-75EE-40F8-91CA-730FB9FEB271}" srcOrd="0" destOrd="0" presId="urn:microsoft.com/office/officeart/2005/8/layout/hList1"/>
    <dgm:cxn modelId="{F98E8FCD-B396-4D56-89C0-D65AE5AEF757}" type="presParOf" srcId="{05D8FBD0-1614-478B-B9EB-05445F56139D}" destId="{E7092FC6-450D-4906-86A8-4B145054C9D4}" srcOrd="1" destOrd="0" presId="urn:microsoft.com/office/officeart/2005/8/layout/hList1"/>
    <dgm:cxn modelId="{45E900AE-F780-4159-BECC-0A79886D0927}" type="presParOf" srcId="{99C80931-1F8E-44D4-91DD-2201A7AFA40C}" destId="{A009CE3A-4551-4560-9A76-03A3DAE03A10}" srcOrd="1" destOrd="0" presId="urn:microsoft.com/office/officeart/2005/8/layout/hList1"/>
    <dgm:cxn modelId="{D3DE1F7B-B32E-4D14-BA2A-FA5AA12ABF13}" type="presParOf" srcId="{99C80931-1F8E-44D4-91DD-2201A7AFA40C}" destId="{23CC4C42-B60D-44F1-BC32-14CE078CEA9F}" srcOrd="2" destOrd="0" presId="urn:microsoft.com/office/officeart/2005/8/layout/hList1"/>
    <dgm:cxn modelId="{517DBEFB-3CBB-4BA0-8A86-531665EEFF70}" type="presParOf" srcId="{23CC4C42-B60D-44F1-BC32-14CE078CEA9F}" destId="{84923BC2-35A2-46DC-B519-DD77EF188E64}" srcOrd="0" destOrd="0" presId="urn:microsoft.com/office/officeart/2005/8/layout/hList1"/>
    <dgm:cxn modelId="{C5751259-044F-4997-ADA6-D6487A58A451}" type="presParOf" srcId="{23CC4C42-B60D-44F1-BC32-14CE078CEA9F}" destId="{574202B3-8C07-4F0A-91E1-0DFD2CD8D151}" srcOrd="1" destOrd="0" presId="urn:microsoft.com/office/officeart/2005/8/layout/hList1"/>
    <dgm:cxn modelId="{880CC5AD-AE71-4CBC-B20C-292D48E75BA6}" type="presParOf" srcId="{99C80931-1F8E-44D4-91DD-2201A7AFA40C}" destId="{9A106D88-A139-4ED9-AE68-38ED1771BE26}" srcOrd="3" destOrd="0" presId="urn:microsoft.com/office/officeart/2005/8/layout/hList1"/>
    <dgm:cxn modelId="{807F0279-3859-4C4D-A008-7C288AEE24E3}" type="presParOf" srcId="{99C80931-1F8E-44D4-91DD-2201A7AFA40C}" destId="{7F0DCCF9-87CF-4CF4-8013-401D1DE35478}" srcOrd="4" destOrd="0" presId="urn:microsoft.com/office/officeart/2005/8/layout/hList1"/>
    <dgm:cxn modelId="{E638A054-1ED9-45C4-96BC-AAA341F51171}" type="presParOf" srcId="{7F0DCCF9-87CF-4CF4-8013-401D1DE35478}" destId="{1B958CBA-FF85-40FD-BF9B-478783B4AADA}" srcOrd="0" destOrd="0" presId="urn:microsoft.com/office/officeart/2005/8/layout/hList1"/>
    <dgm:cxn modelId="{B4CC738F-0345-4BCD-9E87-FDFDECF4D2D7}" type="presParOf" srcId="{7F0DCCF9-87CF-4CF4-8013-401D1DE35478}" destId="{D255D4DB-1D17-4972-A885-CD0CFEB5844C}"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A31255C5-67B3-44D5-AE83-8FCD8D307E2E}"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zh-TW" altLang="en-US"/>
        </a:p>
      </dgm:t>
    </dgm:pt>
    <dgm:pt modelId="{F8638BE1-30AD-4F68-AF7B-35311E455C97}">
      <dgm:prSet phldrT="[文字]"/>
      <dgm:spPr/>
      <dgm:t>
        <a:bodyPr/>
        <a:lstStyle/>
        <a:p>
          <a:pPr>
            <a:buNone/>
          </a:pPr>
          <a:r>
            <a:rPr lang="zh-TW"/>
            <a:t>建立臺灣智財判決分類任務</a:t>
          </a:r>
          <a:endParaRPr lang="zh-TW" altLang="en-US" dirty="0"/>
        </a:p>
      </dgm:t>
    </dgm:pt>
    <dgm:pt modelId="{C0A9232C-73E0-4D40-A09D-1AF094192BFF}" type="parTrans" cxnId="{D88B5000-FC66-43C4-B0EA-EB9E3E10EF73}">
      <dgm:prSet/>
      <dgm:spPr/>
      <dgm:t>
        <a:bodyPr/>
        <a:lstStyle/>
        <a:p>
          <a:endParaRPr lang="zh-TW" altLang="en-US"/>
        </a:p>
      </dgm:t>
    </dgm:pt>
    <dgm:pt modelId="{088D8509-CA79-4DFA-8C73-8A90B9A124D7}" type="sibTrans" cxnId="{D88B5000-FC66-43C4-B0EA-EB9E3E10EF73}">
      <dgm:prSet/>
      <dgm:spPr/>
      <dgm:t>
        <a:bodyPr/>
        <a:lstStyle/>
        <a:p>
          <a:endParaRPr lang="zh-TW" altLang="en-US"/>
        </a:p>
      </dgm:t>
    </dgm:pt>
    <dgm:pt modelId="{DF75A1C9-D63C-46D9-8CF6-698FB49A3A58}">
      <dgm:prSet phldrT="[文字]"/>
      <dgm:spPr/>
      <dgm:t>
        <a:bodyPr/>
        <a:lstStyle/>
        <a:p>
          <a:pPr>
            <a:buNone/>
          </a:pPr>
          <a:r>
            <a:rPr lang="zh-TW" dirty="0"/>
            <a:t>聚焦臺灣智慧財產權</a:t>
          </a:r>
          <a:endParaRPr lang="zh-TW" altLang="en-US" dirty="0"/>
        </a:p>
      </dgm:t>
    </dgm:pt>
    <dgm:pt modelId="{1D89F701-7C4F-4F5A-9A51-50857CAD7B5E}" type="parTrans" cxnId="{99834892-7997-42F1-BF06-9D7F40004BC8}">
      <dgm:prSet/>
      <dgm:spPr/>
      <dgm:t>
        <a:bodyPr/>
        <a:lstStyle/>
        <a:p>
          <a:endParaRPr lang="zh-TW" altLang="en-US"/>
        </a:p>
      </dgm:t>
    </dgm:pt>
    <dgm:pt modelId="{90286DC1-A5D6-4B02-88DF-2C663E663B42}" type="sibTrans" cxnId="{99834892-7997-42F1-BF06-9D7F40004BC8}">
      <dgm:prSet/>
      <dgm:spPr/>
      <dgm:t>
        <a:bodyPr/>
        <a:lstStyle/>
        <a:p>
          <a:endParaRPr lang="zh-TW" altLang="en-US"/>
        </a:p>
      </dgm:t>
    </dgm:pt>
    <dgm:pt modelId="{756F2D61-EE5B-4F6E-A0D8-9DD8F13CD0A0}">
      <dgm:prSet phldrT="[文字]"/>
      <dgm:spPr/>
      <dgm:t>
        <a:bodyPr/>
        <a:lstStyle/>
        <a:p>
          <a:pPr>
            <a:buNone/>
          </a:pPr>
          <a:r>
            <a:rPr lang="zh-TW" b="1" dirty="0"/>
            <a:t>系統比較文字特徵與模型流程</a:t>
          </a:r>
          <a:endParaRPr lang="zh-TW" altLang="en-US" dirty="0"/>
        </a:p>
      </dgm:t>
    </dgm:pt>
    <dgm:pt modelId="{30ECC03B-5CBE-4DBA-9194-4756E3328703}" type="parTrans" cxnId="{084BDEFE-B90E-4805-A712-FA7E95A68993}">
      <dgm:prSet/>
      <dgm:spPr/>
      <dgm:t>
        <a:bodyPr/>
        <a:lstStyle/>
        <a:p>
          <a:endParaRPr lang="zh-TW" altLang="en-US"/>
        </a:p>
      </dgm:t>
    </dgm:pt>
    <dgm:pt modelId="{D6F9F775-2BD1-45B5-BFAE-A1D7491EA657}" type="sibTrans" cxnId="{084BDEFE-B90E-4805-A712-FA7E95A68993}">
      <dgm:prSet/>
      <dgm:spPr/>
      <dgm:t>
        <a:bodyPr/>
        <a:lstStyle/>
        <a:p>
          <a:endParaRPr lang="zh-TW" altLang="en-US"/>
        </a:p>
      </dgm:t>
    </dgm:pt>
    <dgm:pt modelId="{3EF7812A-DA39-4C12-9EAB-316D84B24D76}">
      <dgm:prSet phldrT="[文字]"/>
      <dgm:spPr/>
      <dgm:t>
        <a:bodyPr/>
        <a:lstStyle/>
        <a:p>
          <a:pPr>
            <a:buNone/>
          </a:pPr>
          <a:r>
            <a:rPr lang="zh-TW" dirty="0"/>
            <a:t>比較 BoW、TF、TF-IDF</a:t>
          </a:r>
          <a:endParaRPr lang="zh-TW" altLang="en-US" dirty="0"/>
        </a:p>
      </dgm:t>
    </dgm:pt>
    <dgm:pt modelId="{A92A17CA-690C-48CC-AEB5-7870A73754BA}" type="parTrans" cxnId="{7CE3AF80-0393-436F-9556-2D9DC05FDE42}">
      <dgm:prSet/>
      <dgm:spPr/>
      <dgm:t>
        <a:bodyPr/>
        <a:lstStyle/>
        <a:p>
          <a:endParaRPr lang="zh-TW" altLang="en-US"/>
        </a:p>
      </dgm:t>
    </dgm:pt>
    <dgm:pt modelId="{34607B60-65BF-42F7-82B6-2ED1679F8CF4}" type="sibTrans" cxnId="{7CE3AF80-0393-436F-9556-2D9DC05FDE42}">
      <dgm:prSet/>
      <dgm:spPr/>
      <dgm:t>
        <a:bodyPr/>
        <a:lstStyle/>
        <a:p>
          <a:endParaRPr lang="zh-TW" altLang="en-US"/>
        </a:p>
      </dgm:t>
    </dgm:pt>
    <dgm:pt modelId="{3274E91E-A413-490F-BDC2-39EC3B163EAC}">
      <dgm:prSet phldrT="[文字]"/>
      <dgm:spPr/>
      <dgm:t>
        <a:bodyPr/>
        <a:lstStyle/>
        <a:p>
          <a:pPr>
            <a:buNone/>
          </a:pPr>
          <a:r>
            <a:rPr lang="zh-TW" b="1" dirty="0"/>
            <a:t>指出少數裁判結果辨識限制</a:t>
          </a:r>
          <a:endParaRPr lang="zh-TW" altLang="en-US" dirty="0"/>
        </a:p>
      </dgm:t>
    </dgm:pt>
    <dgm:pt modelId="{9E9F121D-3696-4335-A95E-433FEF902F6B}" type="parTrans" cxnId="{643C4410-67C9-4C2D-B961-7C904D5E5EE6}">
      <dgm:prSet/>
      <dgm:spPr/>
      <dgm:t>
        <a:bodyPr/>
        <a:lstStyle/>
        <a:p>
          <a:endParaRPr lang="zh-TW" altLang="en-US"/>
        </a:p>
      </dgm:t>
    </dgm:pt>
    <dgm:pt modelId="{E2481A58-09B5-4514-ABEA-27981410F1A1}" type="sibTrans" cxnId="{643C4410-67C9-4C2D-B961-7C904D5E5EE6}">
      <dgm:prSet/>
      <dgm:spPr/>
      <dgm:t>
        <a:bodyPr/>
        <a:lstStyle/>
        <a:p>
          <a:endParaRPr lang="zh-TW" altLang="en-US"/>
        </a:p>
      </dgm:t>
    </dgm:pt>
    <dgm:pt modelId="{CC0583FA-8974-4AF3-AEFC-5C6EC0FD6556}">
      <dgm:prSet phldrT="[文字]"/>
      <dgm:spPr/>
      <dgm:t>
        <a:bodyPr/>
        <a:lstStyle/>
        <a:p>
          <a:pPr>
            <a:buNone/>
          </a:pPr>
          <a:r>
            <a:rPr lang="zh-TW"/>
            <a:t>Mixed / Win 辨識不穩定</a:t>
          </a:r>
          <a:endParaRPr lang="zh-TW" altLang="en-US" dirty="0"/>
        </a:p>
      </dgm:t>
    </dgm:pt>
    <dgm:pt modelId="{545C9448-7DF6-4030-B9DF-CFBB711E02CE}" type="parTrans" cxnId="{2D4F1E54-5251-4A0E-B8D9-F8B716E6FB03}">
      <dgm:prSet/>
      <dgm:spPr/>
      <dgm:t>
        <a:bodyPr/>
        <a:lstStyle/>
        <a:p>
          <a:endParaRPr lang="zh-TW" altLang="en-US"/>
        </a:p>
      </dgm:t>
    </dgm:pt>
    <dgm:pt modelId="{9AC7FF0B-E980-4E62-897F-2416CDAA7F8E}" type="sibTrans" cxnId="{2D4F1E54-5251-4A0E-B8D9-F8B716E6FB03}">
      <dgm:prSet/>
      <dgm:spPr/>
      <dgm:t>
        <a:bodyPr/>
        <a:lstStyle/>
        <a:p>
          <a:endParaRPr lang="zh-TW" altLang="en-US"/>
        </a:p>
      </dgm:t>
    </dgm:pt>
    <dgm:pt modelId="{AB0011C2-704D-499D-9758-393B170DA99D}">
      <dgm:prSet phldrT="[文字]"/>
      <dgm:spPr/>
      <dgm:t>
        <a:bodyPr/>
        <a:lstStyle/>
        <a:p>
          <a:pPr>
            <a:buNone/>
          </a:pPr>
          <a:r>
            <a:rPr lang="zh-TW"/>
            <a:t>判決區分四類案件</a:t>
          </a:r>
          <a:endParaRPr lang="zh-TW" altLang="en-US" dirty="0"/>
        </a:p>
      </dgm:t>
    </dgm:pt>
    <dgm:pt modelId="{CC42138A-698C-421B-A308-574AD6D46F8E}" type="parTrans" cxnId="{D8D24720-D4AD-43F8-887D-AC273795FC87}">
      <dgm:prSet/>
      <dgm:spPr/>
    </dgm:pt>
    <dgm:pt modelId="{6E809DC4-F080-4878-8137-02E78AAEF652}" type="sibTrans" cxnId="{D8D24720-D4AD-43F8-887D-AC273795FC87}">
      <dgm:prSet/>
      <dgm:spPr/>
    </dgm:pt>
    <dgm:pt modelId="{80C2A627-FE43-4E77-86DC-F7E601926390}">
      <dgm:prSet phldrT="[文字]"/>
      <dgm:spPr/>
      <dgm:t>
        <a:bodyPr/>
        <a:lstStyle/>
        <a:p>
          <a:pPr>
            <a:buNone/>
          </a:pPr>
          <a:r>
            <a:rPr lang="zh-TW" dirty="0"/>
            <a:t>將裁判結果整理為 Lose / Mixed / Win</a:t>
          </a:r>
          <a:endParaRPr lang="zh-TW" altLang="en-US" dirty="0"/>
        </a:p>
      </dgm:t>
    </dgm:pt>
    <dgm:pt modelId="{02C39E90-C7D5-43C9-989E-17C211C53393}" type="parTrans" cxnId="{84046AB7-9BC7-483B-87FB-CC950850F6CC}">
      <dgm:prSet/>
      <dgm:spPr/>
    </dgm:pt>
    <dgm:pt modelId="{192478AC-DDDF-4ADD-9447-DB2B71EBDAFF}" type="sibTrans" cxnId="{84046AB7-9BC7-483B-87FB-CC950850F6CC}">
      <dgm:prSet/>
      <dgm:spPr/>
    </dgm:pt>
    <dgm:pt modelId="{5A46132A-DC32-4D63-9AB3-D737EE5954EE}">
      <dgm:prSet phldrT="[文字]"/>
      <dgm:spPr/>
      <dgm:t>
        <a:bodyPr/>
        <a:lstStyle/>
        <a:p>
          <a:pPr>
            <a:buNone/>
          </a:pPr>
          <a:r>
            <a:rPr lang="zh-TW" dirty="0"/>
            <a:t>比較 MNIR + SVM 與 Direct SVM</a:t>
          </a:r>
          <a:endParaRPr lang="zh-TW" altLang="en-US" dirty="0"/>
        </a:p>
      </dgm:t>
    </dgm:pt>
    <dgm:pt modelId="{171BDFE4-F5F1-4028-8B05-F90E6CA04674}" type="parTrans" cxnId="{D95CEBB3-7A5C-4B09-854C-27C9361B009B}">
      <dgm:prSet/>
      <dgm:spPr/>
    </dgm:pt>
    <dgm:pt modelId="{B1935DD8-9598-41AE-A0F5-F0F6BB741C90}" type="sibTrans" cxnId="{D95CEBB3-7A5C-4B09-854C-27C9361B009B}">
      <dgm:prSet/>
      <dgm:spPr/>
    </dgm:pt>
    <dgm:pt modelId="{A625A6F0-E41F-4241-AFCB-A3781A24B52D}">
      <dgm:prSet phldrT="[文字]"/>
      <dgm:spPr/>
      <dgm:t>
        <a:bodyPr/>
        <a:lstStyle/>
        <a:p>
          <a:pPr>
            <a:buNone/>
          </a:pPr>
          <a:r>
            <a:rPr lang="zh-TW" dirty="0"/>
            <a:t>提供傳統稀疏文本模型的基準結果</a:t>
          </a:r>
          <a:endParaRPr lang="zh-TW" altLang="en-US" dirty="0"/>
        </a:p>
      </dgm:t>
    </dgm:pt>
    <dgm:pt modelId="{C76BF4E7-1C90-4402-9B4E-B223600D3797}" type="parTrans" cxnId="{47630D04-D144-4405-A5E1-32D219CAF65F}">
      <dgm:prSet/>
      <dgm:spPr/>
    </dgm:pt>
    <dgm:pt modelId="{77191874-7ED6-412C-91EC-6D84175287EC}" type="sibTrans" cxnId="{47630D04-D144-4405-A5E1-32D219CAF65F}">
      <dgm:prSet/>
      <dgm:spPr/>
    </dgm:pt>
    <dgm:pt modelId="{87CDA651-BA7E-4169-8D53-A39474E93308}">
      <dgm:prSet phldrT="[文字]"/>
      <dgm:spPr/>
      <dgm:t>
        <a:bodyPr/>
        <a:lstStyle/>
        <a:p>
          <a:pPr>
            <a:buNone/>
          </a:pPr>
          <a:r>
            <a:rPr lang="zh-TW" dirty="0"/>
            <a:t>類別不平衡影響模型學習</a:t>
          </a:r>
          <a:endParaRPr lang="zh-TW" altLang="en-US" dirty="0"/>
        </a:p>
      </dgm:t>
    </dgm:pt>
    <dgm:pt modelId="{4A9A1B65-CA1B-4368-ACD6-3483FD5CC85C}" type="parTrans" cxnId="{683147F4-BF06-4469-8F64-CE49846FDCF8}">
      <dgm:prSet/>
      <dgm:spPr/>
    </dgm:pt>
    <dgm:pt modelId="{FEDABCCF-A9C5-4EC3-93F9-BCC33B815B4C}" type="sibTrans" cxnId="{683147F4-BF06-4469-8F64-CE49846FDCF8}">
      <dgm:prSet/>
      <dgm:spPr/>
    </dgm:pt>
    <dgm:pt modelId="{B97449FC-82C3-4C5D-9F4E-186811E09529}">
      <dgm:prSet phldrT="[文字]"/>
      <dgm:spPr/>
      <dgm:t>
        <a:bodyPr/>
        <a:lstStyle/>
        <a:p>
          <a:pPr>
            <a:buNone/>
          </a:pPr>
          <a:r>
            <a:rPr lang="zh-TW" dirty="0"/>
            <a:t>裁判結果標籤本身具有語意複雜度</a:t>
          </a:r>
          <a:endParaRPr lang="zh-TW" altLang="en-US" dirty="0"/>
        </a:p>
      </dgm:t>
    </dgm:pt>
    <dgm:pt modelId="{0C2A28F9-9849-40BE-85AD-3A0D6C96F792}" type="parTrans" cxnId="{ABD9ED8D-DDC5-4BED-B291-446A353AA1D7}">
      <dgm:prSet/>
      <dgm:spPr/>
    </dgm:pt>
    <dgm:pt modelId="{DD55AA23-497F-4371-B304-7575DD9FCAB2}" type="sibTrans" cxnId="{ABD9ED8D-DDC5-4BED-B291-446A353AA1D7}">
      <dgm:prSet/>
      <dgm:spPr/>
    </dgm:pt>
    <dgm:pt modelId="{0D11EC9A-6AC7-440E-9CA5-4DB4170FC002}" type="pres">
      <dgm:prSet presAssocID="{A31255C5-67B3-44D5-AE83-8FCD8D307E2E}" presName="Name0" presStyleCnt="0">
        <dgm:presLayoutVars>
          <dgm:dir/>
          <dgm:animLvl val="lvl"/>
          <dgm:resizeHandles val="exact"/>
        </dgm:presLayoutVars>
      </dgm:prSet>
      <dgm:spPr/>
    </dgm:pt>
    <dgm:pt modelId="{BCFBA928-61FB-4E48-9C10-4865EDD82EB5}" type="pres">
      <dgm:prSet presAssocID="{F8638BE1-30AD-4F68-AF7B-35311E455C97}" presName="composite" presStyleCnt="0"/>
      <dgm:spPr/>
    </dgm:pt>
    <dgm:pt modelId="{EF6410CF-8280-4855-866D-2B63882DF562}" type="pres">
      <dgm:prSet presAssocID="{F8638BE1-30AD-4F68-AF7B-35311E455C97}" presName="parTx" presStyleLbl="alignNode1" presStyleIdx="0" presStyleCnt="3">
        <dgm:presLayoutVars>
          <dgm:chMax val="0"/>
          <dgm:chPref val="0"/>
          <dgm:bulletEnabled val="1"/>
        </dgm:presLayoutVars>
      </dgm:prSet>
      <dgm:spPr/>
    </dgm:pt>
    <dgm:pt modelId="{20BC77CF-BF45-4952-9277-C56B192D22AA}" type="pres">
      <dgm:prSet presAssocID="{F8638BE1-30AD-4F68-AF7B-35311E455C97}" presName="desTx" presStyleLbl="alignAccFollowNode1" presStyleIdx="0" presStyleCnt="3">
        <dgm:presLayoutVars>
          <dgm:bulletEnabled val="1"/>
        </dgm:presLayoutVars>
      </dgm:prSet>
      <dgm:spPr/>
    </dgm:pt>
    <dgm:pt modelId="{8A4B8C1B-3871-4396-A56E-5ECF8ABF9BC3}" type="pres">
      <dgm:prSet presAssocID="{088D8509-CA79-4DFA-8C73-8A90B9A124D7}" presName="space" presStyleCnt="0"/>
      <dgm:spPr/>
    </dgm:pt>
    <dgm:pt modelId="{D497F452-5311-4EA7-9590-E94C143A85EE}" type="pres">
      <dgm:prSet presAssocID="{756F2D61-EE5B-4F6E-A0D8-9DD8F13CD0A0}" presName="composite" presStyleCnt="0"/>
      <dgm:spPr/>
    </dgm:pt>
    <dgm:pt modelId="{FDCCB9B5-9732-45BF-BDEF-3E148E280F62}" type="pres">
      <dgm:prSet presAssocID="{756F2D61-EE5B-4F6E-A0D8-9DD8F13CD0A0}" presName="parTx" presStyleLbl="alignNode1" presStyleIdx="1" presStyleCnt="3">
        <dgm:presLayoutVars>
          <dgm:chMax val="0"/>
          <dgm:chPref val="0"/>
          <dgm:bulletEnabled val="1"/>
        </dgm:presLayoutVars>
      </dgm:prSet>
      <dgm:spPr/>
    </dgm:pt>
    <dgm:pt modelId="{963CDCD9-0B63-4B97-8B24-7B47DFA851E7}" type="pres">
      <dgm:prSet presAssocID="{756F2D61-EE5B-4F6E-A0D8-9DD8F13CD0A0}" presName="desTx" presStyleLbl="alignAccFollowNode1" presStyleIdx="1" presStyleCnt="3">
        <dgm:presLayoutVars>
          <dgm:bulletEnabled val="1"/>
        </dgm:presLayoutVars>
      </dgm:prSet>
      <dgm:spPr/>
    </dgm:pt>
    <dgm:pt modelId="{49A1465E-148E-4D57-BC04-8210B772B4E3}" type="pres">
      <dgm:prSet presAssocID="{D6F9F775-2BD1-45B5-BFAE-A1D7491EA657}" presName="space" presStyleCnt="0"/>
      <dgm:spPr/>
    </dgm:pt>
    <dgm:pt modelId="{60308667-A994-4DE5-B490-E77AF5D7E2D3}" type="pres">
      <dgm:prSet presAssocID="{3274E91E-A413-490F-BDC2-39EC3B163EAC}" presName="composite" presStyleCnt="0"/>
      <dgm:spPr/>
    </dgm:pt>
    <dgm:pt modelId="{99D3A3D1-C1BF-4AA8-9BE8-E0EE2A08D233}" type="pres">
      <dgm:prSet presAssocID="{3274E91E-A413-490F-BDC2-39EC3B163EAC}" presName="parTx" presStyleLbl="alignNode1" presStyleIdx="2" presStyleCnt="3">
        <dgm:presLayoutVars>
          <dgm:chMax val="0"/>
          <dgm:chPref val="0"/>
          <dgm:bulletEnabled val="1"/>
        </dgm:presLayoutVars>
      </dgm:prSet>
      <dgm:spPr/>
    </dgm:pt>
    <dgm:pt modelId="{5B96CA20-AB07-4214-B23D-AD28F7663676}" type="pres">
      <dgm:prSet presAssocID="{3274E91E-A413-490F-BDC2-39EC3B163EAC}" presName="desTx" presStyleLbl="alignAccFollowNode1" presStyleIdx="2" presStyleCnt="3">
        <dgm:presLayoutVars>
          <dgm:bulletEnabled val="1"/>
        </dgm:presLayoutVars>
      </dgm:prSet>
      <dgm:spPr/>
    </dgm:pt>
  </dgm:ptLst>
  <dgm:cxnLst>
    <dgm:cxn modelId="{D88B5000-FC66-43C4-B0EA-EB9E3E10EF73}" srcId="{A31255C5-67B3-44D5-AE83-8FCD8D307E2E}" destId="{F8638BE1-30AD-4F68-AF7B-35311E455C97}" srcOrd="0" destOrd="0" parTransId="{C0A9232C-73E0-4D40-A09D-1AF094192BFF}" sibTransId="{088D8509-CA79-4DFA-8C73-8A90B9A124D7}"/>
    <dgm:cxn modelId="{47630D04-D144-4405-A5E1-32D219CAF65F}" srcId="{756F2D61-EE5B-4F6E-A0D8-9DD8F13CD0A0}" destId="{A625A6F0-E41F-4241-AFCB-A3781A24B52D}" srcOrd="2" destOrd="0" parTransId="{C76BF4E7-1C90-4402-9B4E-B223600D3797}" sibTransId="{77191874-7ED6-412C-91EC-6D84175287EC}"/>
    <dgm:cxn modelId="{66165A04-C5F1-4AB5-BF26-4C55552B926F}" type="presOf" srcId="{DF75A1C9-D63C-46D9-8CF6-698FB49A3A58}" destId="{20BC77CF-BF45-4952-9277-C56B192D22AA}" srcOrd="0" destOrd="0" presId="urn:microsoft.com/office/officeart/2005/8/layout/hList1"/>
    <dgm:cxn modelId="{643C4410-67C9-4C2D-B961-7C904D5E5EE6}" srcId="{A31255C5-67B3-44D5-AE83-8FCD8D307E2E}" destId="{3274E91E-A413-490F-BDC2-39EC3B163EAC}" srcOrd="2" destOrd="0" parTransId="{9E9F121D-3696-4335-A95E-433FEF902F6B}" sibTransId="{E2481A58-09B5-4514-ABEA-27981410F1A1}"/>
    <dgm:cxn modelId="{08ED2C1F-FD95-4613-A01A-CFBB36D8BBCB}" type="presOf" srcId="{A625A6F0-E41F-4241-AFCB-A3781A24B52D}" destId="{963CDCD9-0B63-4B97-8B24-7B47DFA851E7}" srcOrd="0" destOrd="2" presId="urn:microsoft.com/office/officeart/2005/8/layout/hList1"/>
    <dgm:cxn modelId="{D8D24720-D4AD-43F8-887D-AC273795FC87}" srcId="{F8638BE1-30AD-4F68-AF7B-35311E455C97}" destId="{AB0011C2-704D-499D-9758-393B170DA99D}" srcOrd="1" destOrd="0" parTransId="{CC42138A-698C-421B-A308-574AD6D46F8E}" sibTransId="{6E809DC4-F080-4878-8137-02E78AAEF652}"/>
    <dgm:cxn modelId="{33110E21-BE57-47B1-88B3-CCF38C391F50}" type="presOf" srcId="{A31255C5-67B3-44D5-AE83-8FCD8D307E2E}" destId="{0D11EC9A-6AC7-440E-9CA5-4DB4170FC002}" srcOrd="0" destOrd="0" presId="urn:microsoft.com/office/officeart/2005/8/layout/hList1"/>
    <dgm:cxn modelId="{C1171224-12A3-4716-9D2C-FF8F628304C9}" type="presOf" srcId="{AB0011C2-704D-499D-9758-393B170DA99D}" destId="{20BC77CF-BF45-4952-9277-C56B192D22AA}" srcOrd="0" destOrd="1" presId="urn:microsoft.com/office/officeart/2005/8/layout/hList1"/>
    <dgm:cxn modelId="{2B6AA835-EFE6-4F52-B0B2-E5F7F101F189}" type="presOf" srcId="{3274E91E-A413-490F-BDC2-39EC3B163EAC}" destId="{99D3A3D1-C1BF-4AA8-9BE8-E0EE2A08D233}" srcOrd="0" destOrd="0" presId="urn:microsoft.com/office/officeart/2005/8/layout/hList1"/>
    <dgm:cxn modelId="{554A4848-7968-4D45-9A27-2030F042548A}" type="presOf" srcId="{756F2D61-EE5B-4F6E-A0D8-9DD8F13CD0A0}" destId="{FDCCB9B5-9732-45BF-BDEF-3E148E280F62}" srcOrd="0" destOrd="0" presId="urn:microsoft.com/office/officeart/2005/8/layout/hList1"/>
    <dgm:cxn modelId="{BDD1CF6B-DDCA-4CD9-893C-7FADA7B5351B}" type="presOf" srcId="{F8638BE1-30AD-4F68-AF7B-35311E455C97}" destId="{EF6410CF-8280-4855-866D-2B63882DF562}" srcOrd="0" destOrd="0" presId="urn:microsoft.com/office/officeart/2005/8/layout/hList1"/>
    <dgm:cxn modelId="{7F604552-A37A-4AFE-B35B-74C95B691B00}" type="presOf" srcId="{80C2A627-FE43-4E77-86DC-F7E601926390}" destId="{20BC77CF-BF45-4952-9277-C56B192D22AA}" srcOrd="0" destOrd="2" presId="urn:microsoft.com/office/officeart/2005/8/layout/hList1"/>
    <dgm:cxn modelId="{3F70E973-229B-40B2-9D09-C9877402B151}" type="presOf" srcId="{5A46132A-DC32-4D63-9AB3-D737EE5954EE}" destId="{963CDCD9-0B63-4B97-8B24-7B47DFA851E7}" srcOrd="0" destOrd="1" presId="urn:microsoft.com/office/officeart/2005/8/layout/hList1"/>
    <dgm:cxn modelId="{2D4F1E54-5251-4A0E-B8D9-F8B716E6FB03}" srcId="{3274E91E-A413-490F-BDC2-39EC3B163EAC}" destId="{CC0583FA-8974-4AF3-AEFC-5C6EC0FD6556}" srcOrd="0" destOrd="0" parTransId="{545C9448-7DF6-4030-B9DF-CFBB711E02CE}" sibTransId="{9AC7FF0B-E980-4E62-897F-2416CDAA7F8E}"/>
    <dgm:cxn modelId="{A184C375-A8F1-4469-B220-31B72FA965B6}" type="presOf" srcId="{CC0583FA-8974-4AF3-AEFC-5C6EC0FD6556}" destId="{5B96CA20-AB07-4214-B23D-AD28F7663676}" srcOrd="0" destOrd="0" presId="urn:microsoft.com/office/officeart/2005/8/layout/hList1"/>
    <dgm:cxn modelId="{7CE3AF80-0393-436F-9556-2D9DC05FDE42}" srcId="{756F2D61-EE5B-4F6E-A0D8-9DD8F13CD0A0}" destId="{3EF7812A-DA39-4C12-9EAB-316D84B24D76}" srcOrd="0" destOrd="0" parTransId="{A92A17CA-690C-48CC-AEB5-7870A73754BA}" sibTransId="{34607B60-65BF-42F7-82B6-2ED1679F8CF4}"/>
    <dgm:cxn modelId="{D3AF7483-554B-41FF-AE14-21E9203238DA}" type="presOf" srcId="{87CDA651-BA7E-4169-8D53-A39474E93308}" destId="{5B96CA20-AB07-4214-B23D-AD28F7663676}" srcOrd="0" destOrd="1" presId="urn:microsoft.com/office/officeart/2005/8/layout/hList1"/>
    <dgm:cxn modelId="{ABD9ED8D-DDC5-4BED-B291-446A353AA1D7}" srcId="{3274E91E-A413-490F-BDC2-39EC3B163EAC}" destId="{B97449FC-82C3-4C5D-9F4E-186811E09529}" srcOrd="2" destOrd="0" parTransId="{0C2A28F9-9849-40BE-85AD-3A0D6C96F792}" sibTransId="{DD55AA23-497F-4371-B304-7575DD9FCAB2}"/>
    <dgm:cxn modelId="{99834892-7997-42F1-BF06-9D7F40004BC8}" srcId="{F8638BE1-30AD-4F68-AF7B-35311E455C97}" destId="{DF75A1C9-D63C-46D9-8CF6-698FB49A3A58}" srcOrd="0" destOrd="0" parTransId="{1D89F701-7C4F-4F5A-9A51-50857CAD7B5E}" sibTransId="{90286DC1-A5D6-4B02-88DF-2C663E663B42}"/>
    <dgm:cxn modelId="{D95CEBB3-7A5C-4B09-854C-27C9361B009B}" srcId="{756F2D61-EE5B-4F6E-A0D8-9DD8F13CD0A0}" destId="{5A46132A-DC32-4D63-9AB3-D737EE5954EE}" srcOrd="1" destOrd="0" parTransId="{171BDFE4-F5F1-4028-8B05-F90E6CA04674}" sibTransId="{B1935DD8-9598-41AE-A0F5-F0F6BB741C90}"/>
    <dgm:cxn modelId="{84046AB7-9BC7-483B-87FB-CC950850F6CC}" srcId="{F8638BE1-30AD-4F68-AF7B-35311E455C97}" destId="{80C2A627-FE43-4E77-86DC-F7E601926390}" srcOrd="2" destOrd="0" parTransId="{02C39E90-C7D5-43C9-989E-17C211C53393}" sibTransId="{192478AC-DDDF-4ADD-9447-DB2B71EBDAFF}"/>
    <dgm:cxn modelId="{EEC1A3C2-8251-495D-A7D3-82590A018A90}" type="presOf" srcId="{B97449FC-82C3-4C5D-9F4E-186811E09529}" destId="{5B96CA20-AB07-4214-B23D-AD28F7663676}" srcOrd="0" destOrd="2" presId="urn:microsoft.com/office/officeart/2005/8/layout/hList1"/>
    <dgm:cxn modelId="{683147F4-BF06-4469-8F64-CE49846FDCF8}" srcId="{3274E91E-A413-490F-BDC2-39EC3B163EAC}" destId="{87CDA651-BA7E-4169-8D53-A39474E93308}" srcOrd="1" destOrd="0" parTransId="{4A9A1B65-CA1B-4368-ACD6-3483FD5CC85C}" sibTransId="{FEDABCCF-A9C5-4EC3-93F9-BCC33B815B4C}"/>
    <dgm:cxn modelId="{9C403CF9-7DDD-4C01-BD55-494C4A95899C}" type="presOf" srcId="{3EF7812A-DA39-4C12-9EAB-316D84B24D76}" destId="{963CDCD9-0B63-4B97-8B24-7B47DFA851E7}" srcOrd="0" destOrd="0" presId="urn:microsoft.com/office/officeart/2005/8/layout/hList1"/>
    <dgm:cxn modelId="{084BDEFE-B90E-4805-A712-FA7E95A68993}" srcId="{A31255C5-67B3-44D5-AE83-8FCD8D307E2E}" destId="{756F2D61-EE5B-4F6E-A0D8-9DD8F13CD0A0}" srcOrd="1" destOrd="0" parTransId="{30ECC03B-5CBE-4DBA-9194-4756E3328703}" sibTransId="{D6F9F775-2BD1-45B5-BFAE-A1D7491EA657}"/>
    <dgm:cxn modelId="{98071723-6C8A-4791-B0AB-F2B5883C641A}" type="presParOf" srcId="{0D11EC9A-6AC7-440E-9CA5-4DB4170FC002}" destId="{BCFBA928-61FB-4E48-9C10-4865EDD82EB5}" srcOrd="0" destOrd="0" presId="urn:microsoft.com/office/officeart/2005/8/layout/hList1"/>
    <dgm:cxn modelId="{B49DA28C-DF0C-4078-800D-5D6DBAF199C9}" type="presParOf" srcId="{BCFBA928-61FB-4E48-9C10-4865EDD82EB5}" destId="{EF6410CF-8280-4855-866D-2B63882DF562}" srcOrd="0" destOrd="0" presId="urn:microsoft.com/office/officeart/2005/8/layout/hList1"/>
    <dgm:cxn modelId="{9FB098C6-709B-49DC-A4B1-35C981D91DE5}" type="presParOf" srcId="{BCFBA928-61FB-4E48-9C10-4865EDD82EB5}" destId="{20BC77CF-BF45-4952-9277-C56B192D22AA}" srcOrd="1" destOrd="0" presId="urn:microsoft.com/office/officeart/2005/8/layout/hList1"/>
    <dgm:cxn modelId="{BB227A96-EACB-4395-BC11-62A77A6F2F07}" type="presParOf" srcId="{0D11EC9A-6AC7-440E-9CA5-4DB4170FC002}" destId="{8A4B8C1B-3871-4396-A56E-5ECF8ABF9BC3}" srcOrd="1" destOrd="0" presId="urn:microsoft.com/office/officeart/2005/8/layout/hList1"/>
    <dgm:cxn modelId="{7FC85856-E890-4405-BDE6-2314E5BB6C91}" type="presParOf" srcId="{0D11EC9A-6AC7-440E-9CA5-4DB4170FC002}" destId="{D497F452-5311-4EA7-9590-E94C143A85EE}" srcOrd="2" destOrd="0" presId="urn:microsoft.com/office/officeart/2005/8/layout/hList1"/>
    <dgm:cxn modelId="{474B5A54-E296-48A6-859A-F4FE0A66CE69}" type="presParOf" srcId="{D497F452-5311-4EA7-9590-E94C143A85EE}" destId="{FDCCB9B5-9732-45BF-BDEF-3E148E280F62}" srcOrd="0" destOrd="0" presId="urn:microsoft.com/office/officeart/2005/8/layout/hList1"/>
    <dgm:cxn modelId="{A804D0E8-1756-4D05-B7D2-088B4AD20B2C}" type="presParOf" srcId="{D497F452-5311-4EA7-9590-E94C143A85EE}" destId="{963CDCD9-0B63-4B97-8B24-7B47DFA851E7}" srcOrd="1" destOrd="0" presId="urn:microsoft.com/office/officeart/2005/8/layout/hList1"/>
    <dgm:cxn modelId="{386DF69A-D04F-4D74-8DCB-D7BD0E668D90}" type="presParOf" srcId="{0D11EC9A-6AC7-440E-9CA5-4DB4170FC002}" destId="{49A1465E-148E-4D57-BC04-8210B772B4E3}" srcOrd="3" destOrd="0" presId="urn:microsoft.com/office/officeart/2005/8/layout/hList1"/>
    <dgm:cxn modelId="{DE1663C0-51B7-4D9B-B612-38A399D8D209}" type="presParOf" srcId="{0D11EC9A-6AC7-440E-9CA5-4DB4170FC002}" destId="{60308667-A994-4DE5-B490-E77AF5D7E2D3}" srcOrd="4" destOrd="0" presId="urn:microsoft.com/office/officeart/2005/8/layout/hList1"/>
    <dgm:cxn modelId="{9A880D34-E72E-43A6-A0BE-B94E5AB38D1D}" type="presParOf" srcId="{60308667-A994-4DE5-B490-E77AF5D7E2D3}" destId="{99D3A3D1-C1BF-4AA8-9BE8-E0EE2A08D233}" srcOrd="0" destOrd="0" presId="urn:microsoft.com/office/officeart/2005/8/layout/hList1"/>
    <dgm:cxn modelId="{4DAF7AC1-6ED0-4CA3-998D-C6974A70A618}" type="presParOf" srcId="{60308667-A994-4DE5-B490-E77AF5D7E2D3}" destId="{5B96CA20-AB07-4214-B23D-AD28F7663676}"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D06BC8-3305-4ADF-80E7-18B59D81B12F}">
      <dsp:nvSpPr>
        <dsp:cNvPr id="0" name=""/>
        <dsp:cNvSpPr/>
      </dsp:nvSpPr>
      <dsp:spPr>
        <a:xfrm>
          <a:off x="6382" y="0"/>
          <a:ext cx="1907717" cy="81597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zh-TW" altLang="en-US" sz="1400" kern="1200" dirty="0"/>
            <a:t>裁判書文本</a:t>
          </a:r>
        </a:p>
        <a:p>
          <a:pPr marL="57150" lvl="1" indent="-57150" algn="l" defTabSz="488950">
            <a:lnSpc>
              <a:spcPct val="90000"/>
            </a:lnSpc>
            <a:spcBef>
              <a:spcPct val="0"/>
            </a:spcBef>
            <a:spcAft>
              <a:spcPct val="15000"/>
            </a:spcAft>
            <a:buChar char="•"/>
          </a:pPr>
          <a:r>
            <a:rPr lang="zh-TW" altLang="en-US" sz="1100" kern="1200" dirty="0"/>
            <a:t>智慧財產權裁判書</a:t>
          </a:r>
        </a:p>
      </dsp:txBody>
      <dsp:txXfrm>
        <a:off x="30281" y="23899"/>
        <a:ext cx="1859919" cy="768177"/>
      </dsp:txXfrm>
    </dsp:sp>
    <dsp:sp modelId="{22D0D296-467C-4F31-9BDA-72D432AC1153}">
      <dsp:nvSpPr>
        <dsp:cNvPr id="0" name=""/>
        <dsp:cNvSpPr/>
      </dsp:nvSpPr>
      <dsp:spPr>
        <a:xfrm>
          <a:off x="2104871" y="171430"/>
          <a:ext cx="404436" cy="47311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zh-TW" altLang="en-US" sz="1100" kern="1200"/>
        </a:p>
      </dsp:txBody>
      <dsp:txXfrm>
        <a:off x="2104871" y="266053"/>
        <a:ext cx="283105" cy="283867"/>
      </dsp:txXfrm>
    </dsp:sp>
    <dsp:sp modelId="{FDB244AB-9A70-4648-9CF8-CF7FEFB240A6}">
      <dsp:nvSpPr>
        <dsp:cNvPr id="0" name=""/>
        <dsp:cNvSpPr/>
      </dsp:nvSpPr>
      <dsp:spPr>
        <a:xfrm>
          <a:off x="2677186" y="0"/>
          <a:ext cx="1907717" cy="81597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zh-TW" altLang="en-US" sz="1400" kern="1200" dirty="0"/>
            <a:t>機器學習</a:t>
          </a:r>
        </a:p>
        <a:p>
          <a:pPr marL="57150" lvl="1" indent="-57150" algn="l" defTabSz="488950">
            <a:lnSpc>
              <a:spcPct val="90000"/>
            </a:lnSpc>
            <a:spcBef>
              <a:spcPct val="0"/>
            </a:spcBef>
            <a:spcAft>
              <a:spcPct val="15000"/>
            </a:spcAft>
            <a:buChar char="•"/>
          </a:pPr>
          <a:r>
            <a:rPr lang="zh-TW" altLang="en-US" sz="1100" kern="1200" dirty="0"/>
            <a:t>卡方 </a:t>
          </a:r>
          <a:r>
            <a:rPr lang="en-US" altLang="zh-TW" sz="1100" kern="1200" dirty="0"/>
            <a:t>+</a:t>
          </a:r>
          <a:r>
            <a:rPr lang="zh-TW" altLang="en-US" sz="1100" kern="1200" dirty="0"/>
            <a:t> </a:t>
          </a:r>
          <a:r>
            <a:rPr lang="en-US" altLang="zh-TW" sz="1100" kern="1200" dirty="0"/>
            <a:t>MNIR</a:t>
          </a:r>
          <a:r>
            <a:rPr lang="zh-TW" altLang="en-US" sz="1100" kern="1200" dirty="0"/>
            <a:t> </a:t>
          </a:r>
          <a:r>
            <a:rPr lang="en-US" altLang="zh-TW" sz="1100" kern="1200" dirty="0"/>
            <a:t>+</a:t>
          </a:r>
          <a:r>
            <a:rPr lang="zh-TW" altLang="en-US" sz="1100" kern="1200" dirty="0"/>
            <a:t> </a:t>
          </a:r>
          <a:r>
            <a:rPr lang="en-US" altLang="zh-TW" sz="1100" kern="1200" dirty="0"/>
            <a:t>SVM</a:t>
          </a:r>
          <a:endParaRPr lang="zh-TW" altLang="en-US" sz="1100" kern="1200" dirty="0"/>
        </a:p>
        <a:p>
          <a:pPr marL="57150" lvl="1" indent="-57150" algn="l" defTabSz="488950">
            <a:lnSpc>
              <a:spcPct val="90000"/>
            </a:lnSpc>
            <a:spcBef>
              <a:spcPct val="0"/>
            </a:spcBef>
            <a:spcAft>
              <a:spcPct val="15000"/>
            </a:spcAft>
            <a:buChar char="•"/>
          </a:pPr>
          <a:r>
            <a:rPr lang="zh-TW" altLang="en-US" sz="1100" kern="1200" dirty="0"/>
            <a:t>卡方 </a:t>
          </a:r>
          <a:r>
            <a:rPr lang="en-US" altLang="zh-TW" sz="1100" kern="1200" dirty="0"/>
            <a:t>+ SVM</a:t>
          </a:r>
          <a:endParaRPr lang="zh-TW" altLang="en-US" sz="1100" kern="1200" dirty="0"/>
        </a:p>
      </dsp:txBody>
      <dsp:txXfrm>
        <a:off x="2701085" y="23899"/>
        <a:ext cx="1859919" cy="768177"/>
      </dsp:txXfrm>
    </dsp:sp>
    <dsp:sp modelId="{4C2186F0-D86E-4861-B78E-22C45633197D}">
      <dsp:nvSpPr>
        <dsp:cNvPr id="0" name=""/>
        <dsp:cNvSpPr/>
      </dsp:nvSpPr>
      <dsp:spPr>
        <a:xfrm>
          <a:off x="4775675" y="171430"/>
          <a:ext cx="404436" cy="47311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zh-TW" altLang="en-US" sz="1100" kern="1200"/>
        </a:p>
      </dsp:txBody>
      <dsp:txXfrm>
        <a:off x="4775675" y="266053"/>
        <a:ext cx="283105" cy="283867"/>
      </dsp:txXfrm>
    </dsp:sp>
    <dsp:sp modelId="{6F90567E-3D07-4050-8C69-4EB7218A8FD8}">
      <dsp:nvSpPr>
        <dsp:cNvPr id="0" name=""/>
        <dsp:cNvSpPr/>
      </dsp:nvSpPr>
      <dsp:spPr>
        <a:xfrm>
          <a:off x="5347991" y="0"/>
          <a:ext cx="1907717" cy="81597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zh-TW" altLang="en-US" sz="1400" kern="1200" dirty="0"/>
            <a:t>裁判結果</a:t>
          </a:r>
        </a:p>
        <a:p>
          <a:pPr marL="57150" lvl="1" indent="-57150" algn="l" defTabSz="488950">
            <a:lnSpc>
              <a:spcPct val="90000"/>
            </a:lnSpc>
            <a:spcBef>
              <a:spcPct val="0"/>
            </a:spcBef>
            <a:spcAft>
              <a:spcPct val="15000"/>
            </a:spcAft>
            <a:buChar char="•"/>
          </a:pPr>
          <a:r>
            <a:rPr lang="zh-TW" altLang="en-US" sz="1100" kern="1200" dirty="0"/>
            <a:t>勝訴 </a:t>
          </a:r>
          <a:r>
            <a:rPr lang="en-US" altLang="zh-TW" sz="1100" kern="1200" dirty="0"/>
            <a:t>/ </a:t>
          </a:r>
          <a:r>
            <a:rPr lang="zh-TW" altLang="en-US" sz="1100" kern="1200" dirty="0"/>
            <a:t>敗訴 </a:t>
          </a:r>
          <a:r>
            <a:rPr lang="en-US" altLang="zh-TW" sz="1100" kern="1200" dirty="0"/>
            <a:t>/ </a:t>
          </a:r>
          <a:r>
            <a:rPr lang="zh-TW" altLang="en-US" sz="1100" kern="1200" dirty="0"/>
            <a:t>部分勝訴</a:t>
          </a:r>
        </a:p>
      </dsp:txBody>
      <dsp:txXfrm>
        <a:off x="5371890" y="23899"/>
        <a:ext cx="1859919" cy="76817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25E76F-F5C6-4837-9277-A7D414ECDB5D}">
      <dsp:nvSpPr>
        <dsp:cNvPr id="0" name=""/>
        <dsp:cNvSpPr/>
      </dsp:nvSpPr>
      <dsp:spPr>
        <a:xfrm>
          <a:off x="5755647" y="243411"/>
          <a:ext cx="843107" cy="56207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zh-TW" altLang="en-US" sz="1100" kern="1200" dirty="0"/>
            <a:t>結論</a:t>
          </a:r>
        </a:p>
      </dsp:txBody>
      <dsp:txXfrm>
        <a:off x="5772109" y="259873"/>
        <a:ext cx="810183" cy="529147"/>
      </dsp:txXfrm>
    </dsp:sp>
    <dsp:sp modelId="{719B400F-B4C6-446A-8A53-6BD10ABD5024}">
      <dsp:nvSpPr>
        <dsp:cNvPr id="0" name=""/>
        <dsp:cNvSpPr/>
      </dsp:nvSpPr>
      <dsp:spPr>
        <a:xfrm>
          <a:off x="2067053" y="805482"/>
          <a:ext cx="4110147" cy="224828"/>
        </a:xfrm>
        <a:custGeom>
          <a:avLst/>
          <a:gdLst/>
          <a:ahLst/>
          <a:cxnLst/>
          <a:rect l="0" t="0" r="0" b="0"/>
          <a:pathLst>
            <a:path>
              <a:moveTo>
                <a:pt x="4110147" y="0"/>
              </a:moveTo>
              <a:lnTo>
                <a:pt x="4110147" y="112414"/>
              </a:lnTo>
              <a:lnTo>
                <a:pt x="0" y="112414"/>
              </a:lnTo>
              <a:lnTo>
                <a:pt x="0" y="224828"/>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591AE69-92A0-4FE1-BF2C-CBE39DE0011B}">
      <dsp:nvSpPr>
        <dsp:cNvPr id="0" name=""/>
        <dsp:cNvSpPr/>
      </dsp:nvSpPr>
      <dsp:spPr>
        <a:xfrm>
          <a:off x="1645500" y="1030311"/>
          <a:ext cx="843107" cy="56207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zh-TW" altLang="en-US" sz="1100" kern="1200" dirty="0"/>
            <a:t>研究問題成立</a:t>
          </a:r>
        </a:p>
      </dsp:txBody>
      <dsp:txXfrm>
        <a:off x="1661962" y="1046773"/>
        <a:ext cx="810183" cy="529147"/>
      </dsp:txXfrm>
    </dsp:sp>
    <dsp:sp modelId="{75743E61-E5F3-4C07-A38E-85FACF6DBB46}">
      <dsp:nvSpPr>
        <dsp:cNvPr id="0" name=""/>
        <dsp:cNvSpPr/>
      </dsp:nvSpPr>
      <dsp:spPr>
        <a:xfrm>
          <a:off x="422994" y="1592382"/>
          <a:ext cx="1644059" cy="224828"/>
        </a:xfrm>
        <a:custGeom>
          <a:avLst/>
          <a:gdLst/>
          <a:ahLst/>
          <a:cxnLst/>
          <a:rect l="0" t="0" r="0" b="0"/>
          <a:pathLst>
            <a:path>
              <a:moveTo>
                <a:pt x="1644059" y="0"/>
              </a:moveTo>
              <a:lnTo>
                <a:pt x="1644059" y="112414"/>
              </a:lnTo>
              <a:lnTo>
                <a:pt x="0" y="112414"/>
              </a:lnTo>
              <a:lnTo>
                <a:pt x="0" y="224828"/>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B3D50CD-BDED-45BC-A782-D5645A8D239F}">
      <dsp:nvSpPr>
        <dsp:cNvPr id="0" name=""/>
        <dsp:cNvSpPr/>
      </dsp:nvSpPr>
      <dsp:spPr>
        <a:xfrm>
          <a:off x="1441" y="1817211"/>
          <a:ext cx="843107" cy="56207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zh-TW" altLang="en-US" sz="1100" kern="1200" dirty="0"/>
            <a:t>背景與動機</a:t>
          </a:r>
        </a:p>
      </dsp:txBody>
      <dsp:txXfrm>
        <a:off x="17903" y="1833673"/>
        <a:ext cx="810183" cy="529147"/>
      </dsp:txXfrm>
    </dsp:sp>
    <dsp:sp modelId="{86018806-A041-4251-89F2-45A32DE72AA5}">
      <dsp:nvSpPr>
        <dsp:cNvPr id="0" name=""/>
        <dsp:cNvSpPr/>
      </dsp:nvSpPr>
      <dsp:spPr>
        <a:xfrm>
          <a:off x="1519034" y="1592382"/>
          <a:ext cx="548019" cy="224828"/>
        </a:xfrm>
        <a:custGeom>
          <a:avLst/>
          <a:gdLst/>
          <a:ahLst/>
          <a:cxnLst/>
          <a:rect l="0" t="0" r="0" b="0"/>
          <a:pathLst>
            <a:path>
              <a:moveTo>
                <a:pt x="548019" y="0"/>
              </a:moveTo>
              <a:lnTo>
                <a:pt x="548019" y="112414"/>
              </a:lnTo>
              <a:lnTo>
                <a:pt x="0" y="112414"/>
              </a:lnTo>
              <a:lnTo>
                <a:pt x="0" y="224828"/>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BF7B003-5052-466E-8FE4-A4E1692AD762}">
      <dsp:nvSpPr>
        <dsp:cNvPr id="0" name=""/>
        <dsp:cNvSpPr/>
      </dsp:nvSpPr>
      <dsp:spPr>
        <a:xfrm>
          <a:off x="1097480" y="1817211"/>
          <a:ext cx="843107" cy="56207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zh-TW" altLang="en-US" sz="1100" kern="1200" dirty="0"/>
            <a:t>智財案件特性</a:t>
          </a:r>
        </a:p>
      </dsp:txBody>
      <dsp:txXfrm>
        <a:off x="1113942" y="1833673"/>
        <a:ext cx="810183" cy="529147"/>
      </dsp:txXfrm>
    </dsp:sp>
    <dsp:sp modelId="{EA1BDE9C-A409-4925-96F8-3216EB443E7D}">
      <dsp:nvSpPr>
        <dsp:cNvPr id="0" name=""/>
        <dsp:cNvSpPr/>
      </dsp:nvSpPr>
      <dsp:spPr>
        <a:xfrm>
          <a:off x="2067053" y="1592382"/>
          <a:ext cx="548019" cy="224828"/>
        </a:xfrm>
        <a:custGeom>
          <a:avLst/>
          <a:gdLst/>
          <a:ahLst/>
          <a:cxnLst/>
          <a:rect l="0" t="0" r="0" b="0"/>
          <a:pathLst>
            <a:path>
              <a:moveTo>
                <a:pt x="0" y="0"/>
              </a:moveTo>
              <a:lnTo>
                <a:pt x="0" y="112414"/>
              </a:lnTo>
              <a:lnTo>
                <a:pt x="548019" y="112414"/>
              </a:lnTo>
              <a:lnTo>
                <a:pt x="548019" y="224828"/>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C73861D-C88F-497B-9E69-4D23030EC2BA}">
      <dsp:nvSpPr>
        <dsp:cNvPr id="0" name=""/>
        <dsp:cNvSpPr/>
      </dsp:nvSpPr>
      <dsp:spPr>
        <a:xfrm>
          <a:off x="2193519" y="1817211"/>
          <a:ext cx="843107" cy="56207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zh-TW" altLang="en-US" sz="1100" kern="1200" dirty="0"/>
            <a:t>類別不平衡</a:t>
          </a:r>
        </a:p>
      </dsp:txBody>
      <dsp:txXfrm>
        <a:off x="2209981" y="1833673"/>
        <a:ext cx="810183" cy="529147"/>
      </dsp:txXfrm>
    </dsp:sp>
    <dsp:sp modelId="{7A8E5DF0-74D7-4FA5-99B7-648B1FE070D5}">
      <dsp:nvSpPr>
        <dsp:cNvPr id="0" name=""/>
        <dsp:cNvSpPr/>
      </dsp:nvSpPr>
      <dsp:spPr>
        <a:xfrm>
          <a:off x="2067053" y="1592382"/>
          <a:ext cx="1644059" cy="224828"/>
        </a:xfrm>
        <a:custGeom>
          <a:avLst/>
          <a:gdLst/>
          <a:ahLst/>
          <a:cxnLst/>
          <a:rect l="0" t="0" r="0" b="0"/>
          <a:pathLst>
            <a:path>
              <a:moveTo>
                <a:pt x="0" y="0"/>
              </a:moveTo>
              <a:lnTo>
                <a:pt x="0" y="112414"/>
              </a:lnTo>
              <a:lnTo>
                <a:pt x="1644059" y="112414"/>
              </a:lnTo>
              <a:lnTo>
                <a:pt x="1644059" y="224828"/>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B63EF71-F9DC-4BA6-9132-92E0EF084944}">
      <dsp:nvSpPr>
        <dsp:cNvPr id="0" name=""/>
        <dsp:cNvSpPr/>
      </dsp:nvSpPr>
      <dsp:spPr>
        <a:xfrm>
          <a:off x="3289559" y="1817211"/>
          <a:ext cx="843107" cy="56207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zh-TW" altLang="en-US" sz="1100" kern="1200" dirty="0"/>
            <a:t>文獻回顧與缺口</a:t>
          </a:r>
        </a:p>
      </dsp:txBody>
      <dsp:txXfrm>
        <a:off x="3306021" y="1833673"/>
        <a:ext cx="810183" cy="529147"/>
      </dsp:txXfrm>
    </dsp:sp>
    <dsp:sp modelId="{0DC0D916-B284-4661-972B-2348BFC30618}">
      <dsp:nvSpPr>
        <dsp:cNvPr id="0" name=""/>
        <dsp:cNvSpPr/>
      </dsp:nvSpPr>
      <dsp:spPr>
        <a:xfrm>
          <a:off x="5903191" y="805482"/>
          <a:ext cx="274009" cy="239408"/>
        </a:xfrm>
        <a:custGeom>
          <a:avLst/>
          <a:gdLst/>
          <a:ahLst/>
          <a:cxnLst/>
          <a:rect l="0" t="0" r="0" b="0"/>
          <a:pathLst>
            <a:path>
              <a:moveTo>
                <a:pt x="274009" y="0"/>
              </a:moveTo>
              <a:lnTo>
                <a:pt x="274009" y="119704"/>
              </a:lnTo>
              <a:lnTo>
                <a:pt x="0" y="119704"/>
              </a:lnTo>
              <a:lnTo>
                <a:pt x="0" y="239408"/>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457F9BA-2E56-4FED-A9D9-FB9377AA033F}">
      <dsp:nvSpPr>
        <dsp:cNvPr id="0" name=""/>
        <dsp:cNvSpPr/>
      </dsp:nvSpPr>
      <dsp:spPr>
        <a:xfrm>
          <a:off x="5481637" y="1044891"/>
          <a:ext cx="843107" cy="56207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zh-TW" altLang="en-US" sz="1100" kern="1200" dirty="0"/>
            <a:t>研究設計驗證</a:t>
          </a:r>
        </a:p>
      </dsp:txBody>
      <dsp:txXfrm>
        <a:off x="5498099" y="1061353"/>
        <a:ext cx="810183" cy="529147"/>
      </dsp:txXfrm>
    </dsp:sp>
    <dsp:sp modelId="{91F20219-A234-4AED-B47D-4CE78160D9C0}">
      <dsp:nvSpPr>
        <dsp:cNvPr id="0" name=""/>
        <dsp:cNvSpPr/>
      </dsp:nvSpPr>
      <dsp:spPr>
        <a:xfrm>
          <a:off x="4807152" y="1606962"/>
          <a:ext cx="1096039" cy="210248"/>
        </a:xfrm>
        <a:custGeom>
          <a:avLst/>
          <a:gdLst/>
          <a:ahLst/>
          <a:cxnLst/>
          <a:rect l="0" t="0" r="0" b="0"/>
          <a:pathLst>
            <a:path>
              <a:moveTo>
                <a:pt x="1096039" y="0"/>
              </a:moveTo>
              <a:lnTo>
                <a:pt x="1096039" y="105124"/>
              </a:lnTo>
              <a:lnTo>
                <a:pt x="0" y="105124"/>
              </a:lnTo>
              <a:lnTo>
                <a:pt x="0" y="210248"/>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35E87F1-3D5A-417D-BBD3-FE6D6DE8CCE1}">
      <dsp:nvSpPr>
        <dsp:cNvPr id="0" name=""/>
        <dsp:cNvSpPr/>
      </dsp:nvSpPr>
      <dsp:spPr>
        <a:xfrm>
          <a:off x="4385598" y="1817211"/>
          <a:ext cx="843107" cy="56207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zh-TW" altLang="en-US" sz="1100" kern="1200" dirty="0"/>
            <a:t>分類建模</a:t>
          </a:r>
        </a:p>
      </dsp:txBody>
      <dsp:txXfrm>
        <a:off x="4402060" y="1833673"/>
        <a:ext cx="810183" cy="529147"/>
      </dsp:txXfrm>
    </dsp:sp>
    <dsp:sp modelId="{9DBF2107-EF4A-4A62-91E7-0444F8D8B58B}">
      <dsp:nvSpPr>
        <dsp:cNvPr id="0" name=""/>
        <dsp:cNvSpPr/>
      </dsp:nvSpPr>
      <dsp:spPr>
        <a:xfrm>
          <a:off x="5857471" y="1606962"/>
          <a:ext cx="91440" cy="210248"/>
        </a:xfrm>
        <a:custGeom>
          <a:avLst/>
          <a:gdLst/>
          <a:ahLst/>
          <a:cxnLst/>
          <a:rect l="0" t="0" r="0" b="0"/>
          <a:pathLst>
            <a:path>
              <a:moveTo>
                <a:pt x="45720" y="0"/>
              </a:moveTo>
              <a:lnTo>
                <a:pt x="45720" y="210248"/>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E439A6E-C539-4E84-A85E-4DD789224244}">
      <dsp:nvSpPr>
        <dsp:cNvPr id="0" name=""/>
        <dsp:cNvSpPr/>
      </dsp:nvSpPr>
      <dsp:spPr>
        <a:xfrm>
          <a:off x="5481637" y="1817211"/>
          <a:ext cx="843107" cy="56207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zh-TW" altLang="en-US" sz="1100" kern="1200" dirty="0"/>
            <a:t>資料與標籤</a:t>
          </a:r>
        </a:p>
      </dsp:txBody>
      <dsp:txXfrm>
        <a:off x="5498099" y="1833673"/>
        <a:ext cx="810183" cy="529147"/>
      </dsp:txXfrm>
    </dsp:sp>
    <dsp:sp modelId="{D001D0D9-53F3-41E4-AB77-1B00BA6A144C}">
      <dsp:nvSpPr>
        <dsp:cNvPr id="0" name=""/>
        <dsp:cNvSpPr/>
      </dsp:nvSpPr>
      <dsp:spPr>
        <a:xfrm>
          <a:off x="5903191" y="1606962"/>
          <a:ext cx="1096039" cy="210248"/>
        </a:xfrm>
        <a:custGeom>
          <a:avLst/>
          <a:gdLst/>
          <a:ahLst/>
          <a:cxnLst/>
          <a:rect l="0" t="0" r="0" b="0"/>
          <a:pathLst>
            <a:path>
              <a:moveTo>
                <a:pt x="0" y="0"/>
              </a:moveTo>
              <a:lnTo>
                <a:pt x="0" y="105124"/>
              </a:lnTo>
              <a:lnTo>
                <a:pt x="1096039" y="105124"/>
              </a:lnTo>
              <a:lnTo>
                <a:pt x="1096039" y="210248"/>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94260FC-95CC-41DE-91D9-015EA66F5704}">
      <dsp:nvSpPr>
        <dsp:cNvPr id="0" name=""/>
        <dsp:cNvSpPr/>
      </dsp:nvSpPr>
      <dsp:spPr>
        <a:xfrm>
          <a:off x="6577677" y="1817211"/>
          <a:ext cx="843107" cy="56207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zh-TW" altLang="en-US" sz="1100" kern="1200" dirty="0"/>
            <a:t>特徵與模型</a:t>
          </a:r>
        </a:p>
      </dsp:txBody>
      <dsp:txXfrm>
        <a:off x="6594139" y="1833673"/>
        <a:ext cx="810183" cy="529147"/>
      </dsp:txXfrm>
    </dsp:sp>
    <dsp:sp modelId="{07AFEE18-EBA3-4C0D-AAB0-6D9813E4411A}">
      <dsp:nvSpPr>
        <dsp:cNvPr id="0" name=""/>
        <dsp:cNvSpPr/>
      </dsp:nvSpPr>
      <dsp:spPr>
        <a:xfrm>
          <a:off x="5903191" y="1606962"/>
          <a:ext cx="2192078" cy="210248"/>
        </a:xfrm>
        <a:custGeom>
          <a:avLst/>
          <a:gdLst/>
          <a:ahLst/>
          <a:cxnLst/>
          <a:rect l="0" t="0" r="0" b="0"/>
          <a:pathLst>
            <a:path>
              <a:moveTo>
                <a:pt x="0" y="0"/>
              </a:moveTo>
              <a:lnTo>
                <a:pt x="0" y="105124"/>
              </a:lnTo>
              <a:lnTo>
                <a:pt x="2192078" y="105124"/>
              </a:lnTo>
              <a:lnTo>
                <a:pt x="2192078" y="210248"/>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3B5F9E6-6BFC-4383-B884-05245273C3C2}">
      <dsp:nvSpPr>
        <dsp:cNvPr id="0" name=""/>
        <dsp:cNvSpPr/>
      </dsp:nvSpPr>
      <dsp:spPr>
        <a:xfrm>
          <a:off x="7673716" y="1817211"/>
          <a:ext cx="843107" cy="56207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zh-TW" altLang="en-US" sz="1100" kern="1200" dirty="0"/>
            <a:t>評估指標</a:t>
          </a:r>
        </a:p>
      </dsp:txBody>
      <dsp:txXfrm>
        <a:off x="7690178" y="1833673"/>
        <a:ext cx="810183" cy="529147"/>
      </dsp:txXfrm>
    </dsp:sp>
    <dsp:sp modelId="{A9B92238-BC33-497B-A31E-FE30AA13444B}">
      <dsp:nvSpPr>
        <dsp:cNvPr id="0" name=""/>
        <dsp:cNvSpPr/>
      </dsp:nvSpPr>
      <dsp:spPr>
        <a:xfrm>
          <a:off x="6177201" y="805482"/>
          <a:ext cx="4110147" cy="224828"/>
        </a:xfrm>
        <a:custGeom>
          <a:avLst/>
          <a:gdLst/>
          <a:ahLst/>
          <a:cxnLst/>
          <a:rect l="0" t="0" r="0" b="0"/>
          <a:pathLst>
            <a:path>
              <a:moveTo>
                <a:pt x="0" y="0"/>
              </a:moveTo>
              <a:lnTo>
                <a:pt x="0" y="112414"/>
              </a:lnTo>
              <a:lnTo>
                <a:pt x="4110147" y="112414"/>
              </a:lnTo>
              <a:lnTo>
                <a:pt x="4110147" y="224828"/>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07149DB-5DC9-4AED-81E1-531846B74BA5}">
      <dsp:nvSpPr>
        <dsp:cNvPr id="0" name=""/>
        <dsp:cNvSpPr/>
      </dsp:nvSpPr>
      <dsp:spPr>
        <a:xfrm>
          <a:off x="9865795" y="1030311"/>
          <a:ext cx="843107" cy="56207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zh-TW" altLang="en-US" sz="1100" kern="1200" dirty="0"/>
            <a:t>實證結果支持</a:t>
          </a:r>
        </a:p>
      </dsp:txBody>
      <dsp:txXfrm>
        <a:off x="9882257" y="1046773"/>
        <a:ext cx="810183" cy="529147"/>
      </dsp:txXfrm>
    </dsp:sp>
    <dsp:sp modelId="{41F08BE7-4987-48F4-B703-DA077F9E9084}">
      <dsp:nvSpPr>
        <dsp:cNvPr id="0" name=""/>
        <dsp:cNvSpPr/>
      </dsp:nvSpPr>
      <dsp:spPr>
        <a:xfrm>
          <a:off x="9191309" y="1592382"/>
          <a:ext cx="1096039" cy="224828"/>
        </a:xfrm>
        <a:custGeom>
          <a:avLst/>
          <a:gdLst/>
          <a:ahLst/>
          <a:cxnLst/>
          <a:rect l="0" t="0" r="0" b="0"/>
          <a:pathLst>
            <a:path>
              <a:moveTo>
                <a:pt x="1096039" y="0"/>
              </a:moveTo>
              <a:lnTo>
                <a:pt x="1096039" y="112414"/>
              </a:lnTo>
              <a:lnTo>
                <a:pt x="0" y="112414"/>
              </a:lnTo>
              <a:lnTo>
                <a:pt x="0" y="224828"/>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B7FB57B-BAAF-416B-826F-9DE5A579E8E2}">
      <dsp:nvSpPr>
        <dsp:cNvPr id="0" name=""/>
        <dsp:cNvSpPr/>
      </dsp:nvSpPr>
      <dsp:spPr>
        <a:xfrm>
          <a:off x="8769755" y="1817211"/>
          <a:ext cx="843107" cy="56207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altLang="zh-TW" sz="1100" kern="1200" dirty="0"/>
            <a:t>Direct SVM</a:t>
          </a:r>
          <a:r>
            <a:rPr lang="zh-TW" altLang="en-US" sz="1100" kern="1200" dirty="0"/>
            <a:t> 較佳</a:t>
          </a:r>
        </a:p>
      </dsp:txBody>
      <dsp:txXfrm>
        <a:off x="8786217" y="1833673"/>
        <a:ext cx="810183" cy="529147"/>
      </dsp:txXfrm>
    </dsp:sp>
    <dsp:sp modelId="{E71E0994-0DC9-424D-9E01-D5E9C40DB550}">
      <dsp:nvSpPr>
        <dsp:cNvPr id="0" name=""/>
        <dsp:cNvSpPr/>
      </dsp:nvSpPr>
      <dsp:spPr>
        <a:xfrm>
          <a:off x="10241628" y="1592382"/>
          <a:ext cx="91440" cy="224828"/>
        </a:xfrm>
        <a:custGeom>
          <a:avLst/>
          <a:gdLst/>
          <a:ahLst/>
          <a:cxnLst/>
          <a:rect l="0" t="0" r="0" b="0"/>
          <a:pathLst>
            <a:path>
              <a:moveTo>
                <a:pt x="45720" y="0"/>
              </a:moveTo>
              <a:lnTo>
                <a:pt x="45720" y="224828"/>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EC582DD-E833-4F79-985C-2350418FED5B}">
      <dsp:nvSpPr>
        <dsp:cNvPr id="0" name=""/>
        <dsp:cNvSpPr/>
      </dsp:nvSpPr>
      <dsp:spPr>
        <a:xfrm>
          <a:off x="9865795" y="1817211"/>
          <a:ext cx="843107" cy="56207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zh-TW" altLang="en-US" sz="1100" kern="1200" dirty="0"/>
            <a:t>無單一最佳特徵</a:t>
          </a:r>
        </a:p>
      </dsp:txBody>
      <dsp:txXfrm>
        <a:off x="9882257" y="1833673"/>
        <a:ext cx="810183" cy="529147"/>
      </dsp:txXfrm>
    </dsp:sp>
    <dsp:sp modelId="{0FCC812B-A7CD-475B-A42E-0D6EBBEDDD52}">
      <dsp:nvSpPr>
        <dsp:cNvPr id="0" name=""/>
        <dsp:cNvSpPr/>
      </dsp:nvSpPr>
      <dsp:spPr>
        <a:xfrm>
          <a:off x="10287348" y="1592382"/>
          <a:ext cx="1096039" cy="224828"/>
        </a:xfrm>
        <a:custGeom>
          <a:avLst/>
          <a:gdLst/>
          <a:ahLst/>
          <a:cxnLst/>
          <a:rect l="0" t="0" r="0" b="0"/>
          <a:pathLst>
            <a:path>
              <a:moveTo>
                <a:pt x="0" y="0"/>
              </a:moveTo>
              <a:lnTo>
                <a:pt x="0" y="112414"/>
              </a:lnTo>
              <a:lnTo>
                <a:pt x="1096039" y="112414"/>
              </a:lnTo>
              <a:lnTo>
                <a:pt x="1096039" y="224828"/>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95BA1F4-650C-4741-8F27-5DBDA3773330}">
      <dsp:nvSpPr>
        <dsp:cNvPr id="0" name=""/>
        <dsp:cNvSpPr/>
      </dsp:nvSpPr>
      <dsp:spPr>
        <a:xfrm>
          <a:off x="10961834" y="1817211"/>
          <a:ext cx="843107" cy="56207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altLang="zh-TW" sz="1100" kern="1200" dirty="0"/>
            <a:t>Mixed / Win </a:t>
          </a:r>
          <a:r>
            <a:rPr lang="zh-TW" altLang="en-US" sz="1100" kern="1200" dirty="0"/>
            <a:t>較難辨識</a:t>
          </a:r>
        </a:p>
      </dsp:txBody>
      <dsp:txXfrm>
        <a:off x="10978296" y="1833673"/>
        <a:ext cx="810183" cy="52914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12F426-68A5-4AC5-B3D9-B86C13951ED9}">
      <dsp:nvSpPr>
        <dsp:cNvPr id="0" name=""/>
        <dsp:cNvSpPr/>
      </dsp:nvSpPr>
      <dsp:spPr>
        <a:xfrm>
          <a:off x="7143" y="2038751"/>
          <a:ext cx="2135187" cy="134116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zh-TW" altLang="en-US" sz="1800" kern="1200" dirty="0"/>
            <a:t>傳統法學研究</a:t>
          </a:r>
        </a:p>
        <a:p>
          <a:pPr marL="114300" lvl="1" indent="-114300" algn="l" defTabSz="622300">
            <a:lnSpc>
              <a:spcPct val="90000"/>
            </a:lnSpc>
            <a:spcBef>
              <a:spcPct val="0"/>
            </a:spcBef>
            <a:spcAft>
              <a:spcPct val="15000"/>
            </a:spcAft>
            <a:buChar char="•"/>
          </a:pPr>
          <a:r>
            <a:rPr lang="zh-TW" altLang="en-US" sz="1400" kern="1200" dirty="0"/>
            <a:t>法規範解釋</a:t>
          </a:r>
        </a:p>
        <a:p>
          <a:pPr marL="114300" lvl="1" indent="-114300" algn="l" defTabSz="622300">
            <a:lnSpc>
              <a:spcPct val="90000"/>
            </a:lnSpc>
            <a:spcBef>
              <a:spcPct val="0"/>
            </a:spcBef>
            <a:spcAft>
              <a:spcPct val="15000"/>
            </a:spcAft>
            <a:buChar char="•"/>
          </a:pPr>
          <a:r>
            <a:rPr lang="zh-TW" altLang="en-US" sz="1400" kern="1200" dirty="0"/>
            <a:t>個案判決分析</a:t>
          </a:r>
        </a:p>
        <a:p>
          <a:pPr marL="114300" lvl="1" indent="-114300" algn="l" defTabSz="622300">
            <a:lnSpc>
              <a:spcPct val="90000"/>
            </a:lnSpc>
            <a:spcBef>
              <a:spcPct val="0"/>
            </a:spcBef>
            <a:spcAft>
              <a:spcPct val="15000"/>
            </a:spcAft>
            <a:buChar char="•"/>
          </a:pPr>
          <a:r>
            <a:rPr lang="zh-TW" altLang="en-US" sz="1400" kern="1200"/>
            <a:t>法理推演</a:t>
          </a:r>
          <a:endParaRPr lang="zh-TW" altLang="en-US" sz="1400" kern="1200" dirty="0"/>
        </a:p>
      </dsp:txBody>
      <dsp:txXfrm>
        <a:off x="46424" y="2078032"/>
        <a:ext cx="2056625" cy="1262602"/>
      </dsp:txXfrm>
    </dsp:sp>
    <dsp:sp modelId="{F4787FB0-93ED-4366-B1A7-B3674C801293}">
      <dsp:nvSpPr>
        <dsp:cNvPr id="0" name=""/>
        <dsp:cNvSpPr/>
      </dsp:nvSpPr>
      <dsp:spPr>
        <a:xfrm>
          <a:off x="2355850" y="2444570"/>
          <a:ext cx="452659" cy="52952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zh-TW" altLang="en-US" sz="1400" kern="1200"/>
        </a:p>
      </dsp:txBody>
      <dsp:txXfrm>
        <a:off x="2355850" y="2550475"/>
        <a:ext cx="316861" cy="317716"/>
      </dsp:txXfrm>
    </dsp:sp>
    <dsp:sp modelId="{551CC41E-8CF7-426A-AA0D-2721E8A5B4AB}">
      <dsp:nvSpPr>
        <dsp:cNvPr id="0" name=""/>
        <dsp:cNvSpPr/>
      </dsp:nvSpPr>
      <dsp:spPr>
        <a:xfrm>
          <a:off x="2996406" y="2038751"/>
          <a:ext cx="2135187" cy="134116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zh-TW" altLang="en-US" sz="1800" kern="1200" dirty="0"/>
            <a:t>實證法律研究</a:t>
          </a:r>
        </a:p>
        <a:p>
          <a:pPr marL="114300" lvl="1" indent="-114300" algn="l" defTabSz="622300">
            <a:lnSpc>
              <a:spcPct val="90000"/>
            </a:lnSpc>
            <a:spcBef>
              <a:spcPct val="0"/>
            </a:spcBef>
            <a:spcAft>
              <a:spcPct val="15000"/>
            </a:spcAft>
            <a:buChar char="•"/>
          </a:pPr>
          <a:r>
            <a:rPr lang="zh-TW" altLang="en-US" sz="1400" kern="1200" dirty="0"/>
            <a:t>以資料觀察法院判決</a:t>
          </a:r>
        </a:p>
        <a:p>
          <a:pPr marL="114300" lvl="1" indent="-114300" algn="l" defTabSz="622300">
            <a:lnSpc>
              <a:spcPct val="90000"/>
            </a:lnSpc>
            <a:spcBef>
              <a:spcPct val="0"/>
            </a:spcBef>
            <a:spcAft>
              <a:spcPct val="15000"/>
            </a:spcAft>
            <a:buChar char="•"/>
          </a:pPr>
          <a:r>
            <a:rPr lang="zh-TW" altLang="en-US" sz="1400" kern="1200" dirty="0"/>
            <a:t>法官行為</a:t>
          </a:r>
        </a:p>
        <a:p>
          <a:pPr marL="114300" lvl="1" indent="-114300" algn="l" defTabSz="622300">
            <a:lnSpc>
              <a:spcPct val="90000"/>
            </a:lnSpc>
            <a:spcBef>
              <a:spcPct val="0"/>
            </a:spcBef>
            <a:spcAft>
              <a:spcPct val="15000"/>
            </a:spcAft>
            <a:buChar char="•"/>
          </a:pPr>
          <a:r>
            <a:rPr lang="zh-TW" altLang="en-US" sz="1400" kern="1200" dirty="0"/>
            <a:t>訴訟結果</a:t>
          </a:r>
        </a:p>
      </dsp:txBody>
      <dsp:txXfrm>
        <a:off x="3035687" y="2078032"/>
        <a:ext cx="2056625" cy="1262602"/>
      </dsp:txXfrm>
    </dsp:sp>
    <dsp:sp modelId="{45A4BEFE-2F97-422E-9E55-CFD293759279}">
      <dsp:nvSpPr>
        <dsp:cNvPr id="0" name=""/>
        <dsp:cNvSpPr/>
      </dsp:nvSpPr>
      <dsp:spPr>
        <a:xfrm>
          <a:off x="5345112" y="2444570"/>
          <a:ext cx="452659" cy="52952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zh-TW" altLang="en-US" sz="1400" kern="1200"/>
        </a:p>
      </dsp:txBody>
      <dsp:txXfrm>
        <a:off x="5345112" y="2550475"/>
        <a:ext cx="316861" cy="317716"/>
      </dsp:txXfrm>
    </dsp:sp>
    <dsp:sp modelId="{C45CD899-CFE9-4FD6-96E2-77DAC0F8F297}">
      <dsp:nvSpPr>
        <dsp:cNvPr id="0" name=""/>
        <dsp:cNvSpPr/>
      </dsp:nvSpPr>
      <dsp:spPr>
        <a:xfrm>
          <a:off x="5985668" y="2038751"/>
          <a:ext cx="2135187" cy="134116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zh-TW" altLang="en-US" sz="1800" kern="1200" dirty="0"/>
            <a:t>法律文本分析</a:t>
          </a:r>
        </a:p>
        <a:p>
          <a:pPr marL="114300" lvl="1" indent="-114300" algn="l" defTabSz="622300">
            <a:lnSpc>
              <a:spcPct val="90000"/>
            </a:lnSpc>
            <a:spcBef>
              <a:spcPct val="0"/>
            </a:spcBef>
            <a:spcAft>
              <a:spcPct val="15000"/>
            </a:spcAft>
            <a:buChar char="•"/>
          </a:pPr>
          <a:r>
            <a:rPr lang="zh-TW" altLang="en-US" sz="1400" kern="1200" dirty="0"/>
            <a:t>非結構化裁判書轉換為可計算的文字特徵</a:t>
          </a:r>
        </a:p>
      </dsp:txBody>
      <dsp:txXfrm>
        <a:off x="6024949" y="2078032"/>
        <a:ext cx="2056625" cy="126260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F48FCA-0A31-4F23-8ED0-DDD012662A39}">
      <dsp:nvSpPr>
        <dsp:cNvPr id="0" name=""/>
        <dsp:cNvSpPr/>
      </dsp:nvSpPr>
      <dsp:spPr>
        <a:xfrm>
          <a:off x="5369384" y="2175669"/>
          <a:ext cx="2261388" cy="1812561"/>
        </a:xfrm>
        <a:custGeom>
          <a:avLst/>
          <a:gdLst/>
          <a:ahLst/>
          <a:cxnLst/>
          <a:rect l="0" t="0" r="0" b="0"/>
          <a:pathLst>
            <a:path>
              <a:moveTo>
                <a:pt x="2261388" y="0"/>
              </a:moveTo>
              <a:lnTo>
                <a:pt x="1130694" y="0"/>
              </a:lnTo>
              <a:lnTo>
                <a:pt x="1130694" y="1812561"/>
              </a:lnTo>
              <a:lnTo>
                <a:pt x="0" y="1812561"/>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44500">
            <a:lnSpc>
              <a:spcPct val="90000"/>
            </a:lnSpc>
            <a:spcBef>
              <a:spcPct val="0"/>
            </a:spcBef>
            <a:spcAft>
              <a:spcPct val="35000"/>
            </a:spcAft>
            <a:buNone/>
          </a:pPr>
          <a:endParaRPr lang="zh-TW" altLang="en-US" sz="1000" kern="1200"/>
        </a:p>
      </dsp:txBody>
      <dsp:txXfrm>
        <a:off x="6427625" y="3009496"/>
        <a:ext cx="144907" cy="144907"/>
      </dsp:txXfrm>
    </dsp:sp>
    <dsp:sp modelId="{B3CF1C41-94DE-4320-96C9-837E915DAF2B}">
      <dsp:nvSpPr>
        <dsp:cNvPr id="0" name=""/>
        <dsp:cNvSpPr/>
      </dsp:nvSpPr>
      <dsp:spPr>
        <a:xfrm>
          <a:off x="5369384" y="2175669"/>
          <a:ext cx="2261388" cy="906280"/>
        </a:xfrm>
        <a:custGeom>
          <a:avLst/>
          <a:gdLst/>
          <a:ahLst/>
          <a:cxnLst/>
          <a:rect l="0" t="0" r="0" b="0"/>
          <a:pathLst>
            <a:path>
              <a:moveTo>
                <a:pt x="2261388" y="0"/>
              </a:moveTo>
              <a:lnTo>
                <a:pt x="1130694" y="0"/>
              </a:lnTo>
              <a:lnTo>
                <a:pt x="1130694" y="906280"/>
              </a:lnTo>
              <a:lnTo>
                <a:pt x="0" y="906280"/>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pPr>
          <a:endParaRPr lang="zh-TW" altLang="en-US" sz="800" kern="1200"/>
        </a:p>
      </dsp:txBody>
      <dsp:txXfrm>
        <a:off x="6439173" y="2567903"/>
        <a:ext cx="121811" cy="121811"/>
      </dsp:txXfrm>
    </dsp:sp>
    <dsp:sp modelId="{97F12CC9-4D3D-47CC-B08A-2930A5DC3D26}">
      <dsp:nvSpPr>
        <dsp:cNvPr id="0" name=""/>
        <dsp:cNvSpPr/>
      </dsp:nvSpPr>
      <dsp:spPr>
        <a:xfrm>
          <a:off x="5369384" y="2129949"/>
          <a:ext cx="2261388" cy="91440"/>
        </a:xfrm>
        <a:custGeom>
          <a:avLst/>
          <a:gdLst/>
          <a:ahLst/>
          <a:cxnLst/>
          <a:rect l="0" t="0" r="0" b="0"/>
          <a:pathLst>
            <a:path>
              <a:moveTo>
                <a:pt x="2261388" y="45720"/>
              </a:moveTo>
              <a:lnTo>
                <a:pt x="0" y="45720"/>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pPr>
          <a:endParaRPr lang="zh-TW" altLang="en-US" sz="800" kern="1200"/>
        </a:p>
      </dsp:txBody>
      <dsp:txXfrm>
        <a:off x="6443544" y="2119134"/>
        <a:ext cx="113069" cy="113069"/>
      </dsp:txXfrm>
    </dsp:sp>
    <dsp:sp modelId="{5B93045B-3541-41AB-BFA9-5419351A71B1}">
      <dsp:nvSpPr>
        <dsp:cNvPr id="0" name=""/>
        <dsp:cNvSpPr/>
      </dsp:nvSpPr>
      <dsp:spPr>
        <a:xfrm>
          <a:off x="5369384" y="1269388"/>
          <a:ext cx="2261388" cy="906280"/>
        </a:xfrm>
        <a:custGeom>
          <a:avLst/>
          <a:gdLst/>
          <a:ahLst/>
          <a:cxnLst/>
          <a:rect l="0" t="0" r="0" b="0"/>
          <a:pathLst>
            <a:path>
              <a:moveTo>
                <a:pt x="2261388" y="906280"/>
              </a:moveTo>
              <a:lnTo>
                <a:pt x="1130694" y="906280"/>
              </a:lnTo>
              <a:lnTo>
                <a:pt x="1130694" y="0"/>
              </a:lnTo>
              <a:lnTo>
                <a:pt x="0" y="0"/>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pPr>
          <a:endParaRPr lang="zh-TW" altLang="en-US" sz="800" kern="1200"/>
        </a:p>
      </dsp:txBody>
      <dsp:txXfrm>
        <a:off x="6439173" y="1661622"/>
        <a:ext cx="121811" cy="121811"/>
      </dsp:txXfrm>
    </dsp:sp>
    <dsp:sp modelId="{0D6BDAA8-E46E-42B1-8741-04FAB64BC20D}">
      <dsp:nvSpPr>
        <dsp:cNvPr id="0" name=""/>
        <dsp:cNvSpPr/>
      </dsp:nvSpPr>
      <dsp:spPr>
        <a:xfrm>
          <a:off x="5369384" y="363107"/>
          <a:ext cx="2261388" cy="1812561"/>
        </a:xfrm>
        <a:custGeom>
          <a:avLst/>
          <a:gdLst/>
          <a:ahLst/>
          <a:cxnLst/>
          <a:rect l="0" t="0" r="0" b="0"/>
          <a:pathLst>
            <a:path>
              <a:moveTo>
                <a:pt x="2261388" y="1812561"/>
              </a:moveTo>
              <a:lnTo>
                <a:pt x="1130694" y="1812561"/>
              </a:lnTo>
              <a:lnTo>
                <a:pt x="1130694" y="0"/>
              </a:lnTo>
              <a:lnTo>
                <a:pt x="0" y="0"/>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44500">
            <a:lnSpc>
              <a:spcPct val="90000"/>
            </a:lnSpc>
            <a:spcBef>
              <a:spcPct val="0"/>
            </a:spcBef>
            <a:spcAft>
              <a:spcPct val="35000"/>
            </a:spcAft>
            <a:buNone/>
          </a:pPr>
          <a:endParaRPr lang="zh-TW" altLang="en-US" sz="1000" kern="1200"/>
        </a:p>
      </dsp:txBody>
      <dsp:txXfrm>
        <a:off x="6427625" y="1196934"/>
        <a:ext cx="144907" cy="144907"/>
      </dsp:txXfrm>
    </dsp:sp>
    <dsp:sp modelId="{43FE1D93-08E8-448C-9E5F-736C9E8B52B2}">
      <dsp:nvSpPr>
        <dsp:cNvPr id="0" name=""/>
        <dsp:cNvSpPr/>
      </dsp:nvSpPr>
      <dsp:spPr>
        <a:xfrm>
          <a:off x="7171996" y="1336021"/>
          <a:ext cx="2596847" cy="167929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zh-TW" altLang="en-US" sz="1900" kern="1200" dirty="0"/>
            <a:t>判決文本能否透露裁判結果？</a:t>
          </a:r>
        </a:p>
        <a:p>
          <a:pPr marL="0" lvl="0" indent="0" algn="ctr" defTabSz="844550">
            <a:lnSpc>
              <a:spcPct val="90000"/>
            </a:lnSpc>
            <a:spcBef>
              <a:spcPct val="0"/>
            </a:spcBef>
            <a:spcAft>
              <a:spcPct val="35000"/>
            </a:spcAft>
            <a:buNone/>
          </a:pPr>
          <a:r>
            <a:rPr lang="zh-TW" altLang="en-US" sz="1900" kern="1200" dirty="0"/>
            <a:t>如果可以，哪種文字表示與模型流程較適合？</a:t>
          </a:r>
        </a:p>
      </dsp:txBody>
      <dsp:txXfrm>
        <a:off x="7171996" y="1336021"/>
        <a:ext cx="2596847" cy="1679294"/>
      </dsp:txXfrm>
    </dsp:sp>
    <dsp:sp modelId="{1D1084B8-6AD2-4913-A750-F93A3EC88AB5}">
      <dsp:nvSpPr>
        <dsp:cNvPr id="0" name=""/>
        <dsp:cNvSpPr/>
      </dsp:nvSpPr>
      <dsp:spPr>
        <a:xfrm>
          <a:off x="2991303" y="594"/>
          <a:ext cx="2378081" cy="72502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zh-TW" altLang="en-US" sz="1900" kern="1200" dirty="0"/>
            <a:t>案件事實</a:t>
          </a:r>
        </a:p>
      </dsp:txBody>
      <dsp:txXfrm>
        <a:off x="2991303" y="594"/>
        <a:ext cx="2378081" cy="725024"/>
      </dsp:txXfrm>
    </dsp:sp>
    <dsp:sp modelId="{7913A95B-2B09-47B4-97D3-A25E1929292D}">
      <dsp:nvSpPr>
        <dsp:cNvPr id="0" name=""/>
        <dsp:cNvSpPr/>
      </dsp:nvSpPr>
      <dsp:spPr>
        <a:xfrm>
          <a:off x="2991303" y="906875"/>
          <a:ext cx="2378081" cy="72502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zh-TW" altLang="en-US" sz="1900" kern="1200" dirty="0"/>
            <a:t>當事人主張</a:t>
          </a:r>
        </a:p>
      </dsp:txBody>
      <dsp:txXfrm>
        <a:off x="2991303" y="906875"/>
        <a:ext cx="2378081" cy="725024"/>
      </dsp:txXfrm>
    </dsp:sp>
    <dsp:sp modelId="{BD56AE62-7409-4F02-AD71-0D975295A05E}">
      <dsp:nvSpPr>
        <dsp:cNvPr id="0" name=""/>
        <dsp:cNvSpPr/>
      </dsp:nvSpPr>
      <dsp:spPr>
        <a:xfrm>
          <a:off x="2991303" y="1813156"/>
          <a:ext cx="2378081" cy="72502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zh-TW" altLang="en-US" sz="1900" kern="1200" dirty="0"/>
            <a:t>爭點整理</a:t>
          </a:r>
        </a:p>
      </dsp:txBody>
      <dsp:txXfrm>
        <a:off x="2991303" y="1813156"/>
        <a:ext cx="2378081" cy="725024"/>
      </dsp:txXfrm>
    </dsp:sp>
    <dsp:sp modelId="{938D929C-D8D1-4FD3-B3D9-DFA1527C54F0}">
      <dsp:nvSpPr>
        <dsp:cNvPr id="0" name=""/>
        <dsp:cNvSpPr/>
      </dsp:nvSpPr>
      <dsp:spPr>
        <a:xfrm>
          <a:off x="2991303" y="2719437"/>
          <a:ext cx="2378081" cy="72502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zh-TW" altLang="en-US" sz="1900" kern="1200" dirty="0"/>
            <a:t>證據資料</a:t>
          </a:r>
        </a:p>
      </dsp:txBody>
      <dsp:txXfrm>
        <a:off x="2991303" y="2719437"/>
        <a:ext cx="2378081" cy="725024"/>
      </dsp:txXfrm>
    </dsp:sp>
    <dsp:sp modelId="{79A6F711-8ECE-4544-823B-CAA78CDA027B}">
      <dsp:nvSpPr>
        <dsp:cNvPr id="0" name=""/>
        <dsp:cNvSpPr/>
      </dsp:nvSpPr>
      <dsp:spPr>
        <a:xfrm>
          <a:off x="2991303" y="3625718"/>
          <a:ext cx="2378081" cy="72502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zh-TW" altLang="en-US" sz="1900" kern="1200" dirty="0"/>
            <a:t>法院理由與法律適用</a:t>
          </a:r>
        </a:p>
      </dsp:txBody>
      <dsp:txXfrm>
        <a:off x="2991303" y="3625718"/>
        <a:ext cx="2378081" cy="72502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7590C3-BBF7-4629-B539-C53BB24844F6}">
      <dsp:nvSpPr>
        <dsp:cNvPr id="0" name=""/>
        <dsp:cNvSpPr/>
      </dsp:nvSpPr>
      <dsp:spPr>
        <a:xfrm>
          <a:off x="3055" y="754034"/>
          <a:ext cx="1837531" cy="729143"/>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zh-TW" altLang="zh-TW" sz="1900" b="1" kern="1200" dirty="0"/>
            <a:t>專業術語密集</a:t>
          </a:r>
          <a:endParaRPr lang="zh-TW" altLang="en-US" sz="1900" kern="1200" dirty="0"/>
        </a:p>
      </dsp:txBody>
      <dsp:txXfrm>
        <a:off x="3055" y="754034"/>
        <a:ext cx="1837531" cy="729143"/>
      </dsp:txXfrm>
    </dsp:sp>
    <dsp:sp modelId="{59E56641-9079-4138-B1C4-785F4826431E}">
      <dsp:nvSpPr>
        <dsp:cNvPr id="0" name=""/>
        <dsp:cNvSpPr/>
      </dsp:nvSpPr>
      <dsp:spPr>
        <a:xfrm>
          <a:off x="3055" y="1483177"/>
          <a:ext cx="1837531" cy="3181454"/>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Font typeface="Arial" panose="020B0604020202020204" pitchFamily="34" charset="0"/>
            <a:buChar char="•"/>
          </a:pPr>
          <a:r>
            <a:rPr lang="zh-TW" altLang="zh-TW" sz="1900" kern="1200" dirty="0"/>
            <a:t>專利、商標、著作權、營業秘密等領域用語</a:t>
          </a:r>
          <a:endParaRPr lang="zh-TW" altLang="en-US" sz="1900" kern="1200" dirty="0"/>
        </a:p>
        <a:p>
          <a:pPr marL="171450" lvl="1" indent="-171450" algn="l" defTabSz="844550">
            <a:lnSpc>
              <a:spcPct val="90000"/>
            </a:lnSpc>
            <a:spcBef>
              <a:spcPct val="0"/>
            </a:spcBef>
            <a:spcAft>
              <a:spcPct val="15000"/>
            </a:spcAft>
            <a:buChar char="•"/>
          </a:pPr>
          <a:r>
            <a:rPr lang="zh-TW" altLang="zh-TW" sz="1900" kern="1200"/>
            <a:t>技術事實與法律要件交織</a:t>
          </a:r>
          <a:endParaRPr lang="zh-TW" altLang="zh-TW" sz="1900" kern="1200" dirty="0"/>
        </a:p>
        <a:p>
          <a:pPr marL="171450" lvl="1" indent="-171450" algn="l" defTabSz="844550">
            <a:lnSpc>
              <a:spcPct val="90000"/>
            </a:lnSpc>
            <a:spcBef>
              <a:spcPct val="0"/>
            </a:spcBef>
            <a:spcAft>
              <a:spcPct val="15000"/>
            </a:spcAft>
            <a:buChar char="•"/>
          </a:pPr>
          <a:r>
            <a:rPr lang="zh-TW" altLang="zh-TW" sz="1900" kern="1200"/>
            <a:t>詞彙本身可能具有分類訊號</a:t>
          </a:r>
          <a:endParaRPr lang="zh-TW" altLang="zh-TW" sz="1900" kern="1200" dirty="0"/>
        </a:p>
      </dsp:txBody>
      <dsp:txXfrm>
        <a:off x="3055" y="1483177"/>
        <a:ext cx="1837531" cy="3181454"/>
      </dsp:txXfrm>
    </dsp:sp>
    <dsp:sp modelId="{707A9C64-8DBE-4F7B-9FE3-8673F26EAD59}">
      <dsp:nvSpPr>
        <dsp:cNvPr id="0" name=""/>
        <dsp:cNvSpPr/>
      </dsp:nvSpPr>
      <dsp:spPr>
        <a:xfrm>
          <a:off x="2097841" y="754034"/>
          <a:ext cx="1837531" cy="729143"/>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zh-TW" altLang="zh-TW" sz="1900" kern="1200" dirty="0"/>
            <a:t>案件類型差異明顯</a:t>
          </a:r>
          <a:endParaRPr lang="zh-TW" altLang="en-US" sz="1900" kern="1200" dirty="0"/>
        </a:p>
      </dsp:txBody>
      <dsp:txXfrm>
        <a:off x="2097841" y="754034"/>
        <a:ext cx="1837531" cy="729143"/>
      </dsp:txXfrm>
    </dsp:sp>
    <dsp:sp modelId="{0396A8E3-4E02-4836-A788-99B0FC836211}">
      <dsp:nvSpPr>
        <dsp:cNvPr id="0" name=""/>
        <dsp:cNvSpPr/>
      </dsp:nvSpPr>
      <dsp:spPr>
        <a:xfrm>
          <a:off x="2097841" y="1483177"/>
          <a:ext cx="1837531" cy="3181454"/>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Font typeface="Arial" panose="020B0604020202020204" pitchFamily="34" charset="0"/>
            <a:buChar char="•"/>
          </a:pPr>
          <a:r>
            <a:rPr lang="zh-TW" altLang="zh-TW" sz="1900" kern="1200" dirty="0"/>
            <a:t>行政案件</a:t>
          </a:r>
          <a:endParaRPr lang="zh-TW" altLang="en-US" sz="1900" kern="1200" dirty="0"/>
        </a:p>
        <a:p>
          <a:pPr marL="171450" lvl="1" indent="-171450" algn="l" defTabSz="844550">
            <a:lnSpc>
              <a:spcPct val="90000"/>
            </a:lnSpc>
            <a:spcBef>
              <a:spcPct val="0"/>
            </a:spcBef>
            <a:spcAft>
              <a:spcPct val="15000"/>
            </a:spcAft>
            <a:buChar char="•"/>
          </a:pPr>
          <a:r>
            <a:rPr lang="zh-TW" altLang="zh-TW" sz="1900" kern="1200"/>
            <a:t>民事案件</a:t>
          </a:r>
          <a:endParaRPr lang="en-US" altLang="zh-TW" sz="1900" kern="1200" dirty="0"/>
        </a:p>
        <a:p>
          <a:pPr marL="171450" lvl="1" indent="-171450" algn="l" defTabSz="844550">
            <a:lnSpc>
              <a:spcPct val="90000"/>
            </a:lnSpc>
            <a:spcBef>
              <a:spcPct val="0"/>
            </a:spcBef>
            <a:spcAft>
              <a:spcPct val="15000"/>
            </a:spcAft>
            <a:buChar char="•"/>
          </a:pPr>
          <a:r>
            <a:rPr lang="zh-TW" altLang="zh-TW" sz="1900" kern="1200"/>
            <a:t>刑事案件</a:t>
          </a:r>
          <a:endParaRPr lang="en-US" altLang="zh-TW" sz="1900" kern="1200" dirty="0"/>
        </a:p>
        <a:p>
          <a:pPr marL="171450" lvl="1" indent="-171450" algn="l" defTabSz="844550">
            <a:lnSpc>
              <a:spcPct val="90000"/>
            </a:lnSpc>
            <a:spcBef>
              <a:spcPct val="0"/>
            </a:spcBef>
            <a:spcAft>
              <a:spcPct val="15000"/>
            </a:spcAft>
            <a:buChar char="•"/>
          </a:pPr>
          <a:r>
            <a:rPr lang="zh-TW" altLang="zh-TW" sz="1900" kern="1200"/>
            <a:t>刑事附帶民事案件</a:t>
          </a:r>
          <a:endParaRPr lang="zh-TW" altLang="en-US" sz="1900" kern="1200" dirty="0"/>
        </a:p>
      </dsp:txBody>
      <dsp:txXfrm>
        <a:off x="2097841" y="1483177"/>
        <a:ext cx="1837531" cy="3181454"/>
      </dsp:txXfrm>
    </dsp:sp>
    <dsp:sp modelId="{75F030D8-D08A-4E42-A491-D85844458CE4}">
      <dsp:nvSpPr>
        <dsp:cNvPr id="0" name=""/>
        <dsp:cNvSpPr/>
      </dsp:nvSpPr>
      <dsp:spPr>
        <a:xfrm>
          <a:off x="4192627" y="754034"/>
          <a:ext cx="1837531" cy="729143"/>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zh-TW" altLang="zh-TW" sz="1900" kern="1200" dirty="0"/>
            <a:t>文本結構複雜</a:t>
          </a:r>
          <a:endParaRPr lang="zh-TW" altLang="en-US" sz="1900" kern="1200" dirty="0"/>
        </a:p>
      </dsp:txBody>
      <dsp:txXfrm>
        <a:off x="4192627" y="754034"/>
        <a:ext cx="1837531" cy="729143"/>
      </dsp:txXfrm>
    </dsp:sp>
    <dsp:sp modelId="{37FA9A51-74BF-4D73-B2BF-30552C3508F9}">
      <dsp:nvSpPr>
        <dsp:cNvPr id="0" name=""/>
        <dsp:cNvSpPr/>
      </dsp:nvSpPr>
      <dsp:spPr>
        <a:xfrm>
          <a:off x="4192627" y="1483177"/>
          <a:ext cx="1837531" cy="3181454"/>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Font typeface="Arial" panose="020B0604020202020204" pitchFamily="34" charset="0"/>
            <a:buChar char="•"/>
          </a:pPr>
          <a:r>
            <a:rPr lang="zh-TW" altLang="zh-TW" sz="1900" kern="1200" dirty="0"/>
            <a:t>當事人主張</a:t>
          </a:r>
          <a:endParaRPr lang="zh-TW" altLang="en-US" sz="1900" kern="1200" dirty="0"/>
        </a:p>
        <a:p>
          <a:pPr marL="171450" lvl="1" indent="-171450" algn="l" defTabSz="844550">
            <a:lnSpc>
              <a:spcPct val="90000"/>
            </a:lnSpc>
            <a:spcBef>
              <a:spcPct val="0"/>
            </a:spcBef>
            <a:spcAft>
              <a:spcPct val="15000"/>
            </a:spcAft>
            <a:buChar char="•"/>
          </a:pPr>
          <a:r>
            <a:rPr lang="zh-TW" altLang="zh-TW" sz="1900" kern="1200"/>
            <a:t>證據與技術事實</a:t>
          </a:r>
          <a:endParaRPr lang="en-US" altLang="zh-TW" sz="1900" kern="1200" dirty="0"/>
        </a:p>
        <a:p>
          <a:pPr marL="171450" lvl="1" indent="-171450" algn="l" defTabSz="844550">
            <a:lnSpc>
              <a:spcPct val="90000"/>
            </a:lnSpc>
            <a:spcBef>
              <a:spcPct val="0"/>
            </a:spcBef>
            <a:spcAft>
              <a:spcPct val="15000"/>
            </a:spcAft>
            <a:buChar char="•"/>
          </a:pPr>
          <a:r>
            <a:rPr lang="zh-TW" altLang="zh-TW" sz="1900" kern="1200"/>
            <a:t>法律要件判斷</a:t>
          </a:r>
          <a:endParaRPr lang="en-US" altLang="zh-TW" sz="1900" kern="1200" dirty="0"/>
        </a:p>
        <a:p>
          <a:pPr marL="171450" lvl="1" indent="-171450" algn="l" defTabSz="844550">
            <a:lnSpc>
              <a:spcPct val="90000"/>
            </a:lnSpc>
            <a:spcBef>
              <a:spcPct val="0"/>
            </a:spcBef>
            <a:spcAft>
              <a:spcPct val="15000"/>
            </a:spcAft>
            <a:buChar char="•"/>
          </a:pPr>
          <a:r>
            <a:rPr lang="zh-TW" altLang="zh-TW" sz="1900" kern="1200" dirty="0"/>
            <a:t>裁判理由</a:t>
          </a:r>
          <a:endParaRPr lang="zh-TW" altLang="en-US" sz="1900" kern="1200" dirty="0"/>
        </a:p>
      </dsp:txBody>
      <dsp:txXfrm>
        <a:off x="4192627" y="1483177"/>
        <a:ext cx="1837531" cy="3181454"/>
      </dsp:txXfrm>
    </dsp:sp>
    <dsp:sp modelId="{BB70F848-66E0-45F6-8A18-CB891274AECF}">
      <dsp:nvSpPr>
        <dsp:cNvPr id="0" name=""/>
        <dsp:cNvSpPr/>
      </dsp:nvSpPr>
      <dsp:spPr>
        <a:xfrm>
          <a:off x="6287412" y="754034"/>
          <a:ext cx="1837531" cy="729143"/>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zh-TW" altLang="en-US" sz="1900" kern="1200" dirty="0"/>
            <a:t>文本訊號具可檢驗性</a:t>
          </a:r>
        </a:p>
      </dsp:txBody>
      <dsp:txXfrm>
        <a:off x="6287412" y="754034"/>
        <a:ext cx="1837531" cy="729143"/>
      </dsp:txXfrm>
    </dsp:sp>
    <dsp:sp modelId="{FD5F6C4B-13D3-47F4-A184-178A500000DE}">
      <dsp:nvSpPr>
        <dsp:cNvPr id="0" name=""/>
        <dsp:cNvSpPr/>
      </dsp:nvSpPr>
      <dsp:spPr>
        <a:xfrm>
          <a:off x="6287412" y="1483177"/>
          <a:ext cx="1837531" cy="3181454"/>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Font typeface="Arial" panose="020B0604020202020204" pitchFamily="34" charset="0"/>
            <a:buChar char="•"/>
          </a:pPr>
          <a:r>
            <a:rPr lang="zh-TW" altLang="zh-TW" sz="1900" kern="1200" dirty="0"/>
            <a:t>請求類型</a:t>
          </a:r>
          <a:endParaRPr lang="zh-TW" altLang="en-US" sz="1900" kern="1200" dirty="0"/>
        </a:p>
        <a:p>
          <a:pPr marL="171450" lvl="1" indent="-171450" algn="l" defTabSz="844550">
            <a:lnSpc>
              <a:spcPct val="90000"/>
            </a:lnSpc>
            <a:spcBef>
              <a:spcPct val="0"/>
            </a:spcBef>
            <a:spcAft>
              <a:spcPct val="15000"/>
            </a:spcAft>
            <a:buChar char="•"/>
          </a:pPr>
          <a:r>
            <a:rPr lang="zh-TW" altLang="zh-TW" sz="1900" kern="1200"/>
            <a:t>程序用語</a:t>
          </a:r>
          <a:endParaRPr lang="en-US" altLang="zh-TW" sz="1900" kern="1200" dirty="0"/>
        </a:p>
        <a:p>
          <a:pPr marL="171450" lvl="1" indent="-171450" algn="l" defTabSz="844550">
            <a:lnSpc>
              <a:spcPct val="90000"/>
            </a:lnSpc>
            <a:spcBef>
              <a:spcPct val="0"/>
            </a:spcBef>
            <a:spcAft>
              <a:spcPct val="15000"/>
            </a:spcAft>
            <a:buChar char="•"/>
          </a:pPr>
          <a:r>
            <a:rPr lang="zh-TW" altLang="zh-TW" sz="1900" kern="1200"/>
            <a:t>侵權判斷用語</a:t>
          </a:r>
          <a:endParaRPr lang="en-US" altLang="zh-TW" sz="1900" kern="1200" dirty="0"/>
        </a:p>
        <a:p>
          <a:pPr marL="171450" lvl="1" indent="-171450" algn="l" defTabSz="844550">
            <a:lnSpc>
              <a:spcPct val="90000"/>
            </a:lnSpc>
            <a:spcBef>
              <a:spcPct val="0"/>
            </a:spcBef>
            <a:spcAft>
              <a:spcPct val="15000"/>
            </a:spcAft>
            <a:buChar char="•"/>
          </a:pPr>
          <a:r>
            <a:rPr lang="zh-TW" altLang="zh-TW" sz="1900" kern="1200"/>
            <a:t>裁判理由用語</a:t>
          </a:r>
          <a:endParaRPr lang="zh-TW" altLang="en-US" sz="1900" kern="1200" dirty="0"/>
        </a:p>
      </dsp:txBody>
      <dsp:txXfrm>
        <a:off x="6287412" y="1483177"/>
        <a:ext cx="1837531" cy="318145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A3B3E8-96A8-4727-94AF-8B97996B7368}">
      <dsp:nvSpPr>
        <dsp:cNvPr id="0" name=""/>
        <dsp:cNvSpPr/>
      </dsp:nvSpPr>
      <dsp:spPr>
        <a:xfrm>
          <a:off x="884239" y="530"/>
          <a:ext cx="2156352" cy="129381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zh-TW" sz="2900" kern="1200" dirty="0"/>
            <a:t>裁判結果分布不均</a:t>
          </a:r>
          <a:endParaRPr lang="zh-TW" altLang="en-US" sz="2900" kern="1200" dirty="0"/>
        </a:p>
      </dsp:txBody>
      <dsp:txXfrm>
        <a:off x="922133" y="38424"/>
        <a:ext cx="2080564" cy="1218023"/>
      </dsp:txXfrm>
    </dsp:sp>
    <dsp:sp modelId="{51E4235B-1466-48B9-8B66-E07F125BD8B9}">
      <dsp:nvSpPr>
        <dsp:cNvPr id="0" name=""/>
        <dsp:cNvSpPr/>
      </dsp:nvSpPr>
      <dsp:spPr>
        <a:xfrm>
          <a:off x="3230351" y="380048"/>
          <a:ext cx="457146" cy="53477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zh-TW" altLang="en-US" sz="2200" kern="1200"/>
        </a:p>
      </dsp:txBody>
      <dsp:txXfrm>
        <a:off x="3230351" y="487003"/>
        <a:ext cx="320002" cy="320865"/>
      </dsp:txXfrm>
    </dsp:sp>
    <dsp:sp modelId="{192A53E8-FD94-4FA4-809D-884AA8B3642B}">
      <dsp:nvSpPr>
        <dsp:cNvPr id="0" name=""/>
        <dsp:cNvSpPr/>
      </dsp:nvSpPr>
      <dsp:spPr>
        <a:xfrm>
          <a:off x="3903132" y="530"/>
          <a:ext cx="2156352" cy="129381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zh-TW" sz="2900" kern="1200" dirty="0"/>
            <a:t>模型傾向預測多數類別</a:t>
          </a:r>
          <a:endParaRPr lang="zh-TW" altLang="en-US" sz="2900" kern="1200" dirty="0"/>
        </a:p>
      </dsp:txBody>
      <dsp:txXfrm>
        <a:off x="3941026" y="38424"/>
        <a:ext cx="2080564" cy="1218023"/>
      </dsp:txXfrm>
    </dsp:sp>
    <dsp:sp modelId="{30A39DD1-E7B2-4697-98AB-31EE66847542}">
      <dsp:nvSpPr>
        <dsp:cNvPr id="0" name=""/>
        <dsp:cNvSpPr/>
      </dsp:nvSpPr>
      <dsp:spPr>
        <a:xfrm rot="5400000">
          <a:off x="4752735" y="1445286"/>
          <a:ext cx="457146" cy="53477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zh-TW" altLang="en-US" sz="2200" kern="1200"/>
        </a:p>
      </dsp:txBody>
      <dsp:txXfrm rot="-5400000">
        <a:off x="4820876" y="1484100"/>
        <a:ext cx="320865" cy="320002"/>
      </dsp:txXfrm>
    </dsp:sp>
    <dsp:sp modelId="{CB997F64-0776-4A65-B237-AF5119BCEB57}">
      <dsp:nvSpPr>
        <dsp:cNvPr id="0" name=""/>
        <dsp:cNvSpPr/>
      </dsp:nvSpPr>
      <dsp:spPr>
        <a:xfrm>
          <a:off x="3903132" y="2156882"/>
          <a:ext cx="2156352" cy="129381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zh-TW" sz="2900" kern="1200" dirty="0"/>
            <a:t>Accuracy 看似不錯</a:t>
          </a:r>
          <a:endParaRPr lang="zh-TW" altLang="en-US" sz="2900" kern="1200" dirty="0"/>
        </a:p>
      </dsp:txBody>
      <dsp:txXfrm>
        <a:off x="3941026" y="2194776"/>
        <a:ext cx="2080564" cy="1218023"/>
      </dsp:txXfrm>
    </dsp:sp>
    <dsp:sp modelId="{177AD940-1847-45DF-8295-0E6A6C10E994}">
      <dsp:nvSpPr>
        <dsp:cNvPr id="0" name=""/>
        <dsp:cNvSpPr/>
      </dsp:nvSpPr>
      <dsp:spPr>
        <a:xfrm rot="10800000">
          <a:off x="3256227" y="2536400"/>
          <a:ext cx="457146" cy="53477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zh-TW" altLang="en-US" sz="2200" kern="1200"/>
        </a:p>
      </dsp:txBody>
      <dsp:txXfrm rot="10800000">
        <a:off x="3393371" y="2643355"/>
        <a:ext cx="320002" cy="320865"/>
      </dsp:txXfrm>
    </dsp:sp>
    <dsp:sp modelId="{A12C555C-9E2A-4384-BE20-0F1ED6C33C0A}">
      <dsp:nvSpPr>
        <dsp:cNvPr id="0" name=""/>
        <dsp:cNvSpPr/>
      </dsp:nvSpPr>
      <dsp:spPr>
        <a:xfrm>
          <a:off x="884239" y="2156882"/>
          <a:ext cx="2156352" cy="129381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zh-TW" sz="2900" kern="1200" dirty="0"/>
            <a:t>少數類別辨識被掩蓋</a:t>
          </a:r>
          <a:endParaRPr lang="zh-TW" altLang="en-US" sz="2900" kern="1200" dirty="0"/>
        </a:p>
      </dsp:txBody>
      <dsp:txXfrm>
        <a:off x="922133" y="2194776"/>
        <a:ext cx="2080564" cy="1218023"/>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1A9A84-63E7-4BB9-8B9E-122749A1E23E}">
      <dsp:nvSpPr>
        <dsp:cNvPr id="0" name=""/>
        <dsp:cNvSpPr/>
      </dsp:nvSpPr>
      <dsp:spPr>
        <a:xfrm>
          <a:off x="3953" y="194283"/>
          <a:ext cx="2377306" cy="81031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85344" rIns="149352" bIns="85344" numCol="1" spcCol="1270" anchor="ctr" anchorCtr="0">
          <a:noAutofit/>
        </a:bodyPr>
        <a:lstStyle/>
        <a:p>
          <a:pPr marL="0" lvl="0" indent="0" algn="ctr" defTabSz="933450">
            <a:lnSpc>
              <a:spcPct val="90000"/>
            </a:lnSpc>
            <a:spcBef>
              <a:spcPct val="0"/>
            </a:spcBef>
            <a:spcAft>
              <a:spcPct val="35000"/>
            </a:spcAft>
            <a:buNone/>
          </a:pPr>
          <a:r>
            <a:rPr lang="zh-TW" sz="2100" b="1" kern="1200" dirty="0"/>
            <a:t>實證法律研究</a:t>
          </a:r>
          <a:endParaRPr lang="zh-TW" altLang="en-US" sz="2100" kern="1200" dirty="0"/>
        </a:p>
      </dsp:txBody>
      <dsp:txXfrm>
        <a:off x="3953" y="194283"/>
        <a:ext cx="2377306" cy="810310"/>
      </dsp:txXfrm>
    </dsp:sp>
    <dsp:sp modelId="{B13A52AC-9C1A-4589-AA51-AD268A0A18C2}">
      <dsp:nvSpPr>
        <dsp:cNvPr id="0" name=""/>
        <dsp:cNvSpPr/>
      </dsp:nvSpPr>
      <dsp:spPr>
        <a:xfrm>
          <a:off x="3953" y="1004593"/>
          <a:ext cx="2377306" cy="3152460"/>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2014" tIns="112014" rIns="149352" bIns="168021" numCol="1" spcCol="1270" anchor="t" anchorCtr="0">
          <a:noAutofit/>
        </a:bodyPr>
        <a:lstStyle/>
        <a:p>
          <a:pPr marL="228600" lvl="1" indent="-228600" algn="l" defTabSz="933450">
            <a:lnSpc>
              <a:spcPct val="90000"/>
            </a:lnSpc>
            <a:spcBef>
              <a:spcPct val="0"/>
            </a:spcBef>
            <a:spcAft>
              <a:spcPct val="15000"/>
            </a:spcAft>
            <a:buNone/>
          </a:pPr>
          <a:r>
            <a:rPr lang="zh-TW" sz="2100" kern="1200" dirty="0"/>
            <a:t>法律研究逐漸從法規範解釋，延伸到以資料觀察「行動中的法律」。 </a:t>
          </a:r>
          <a:endParaRPr lang="zh-TW" altLang="en-US" sz="2100" kern="1200" dirty="0"/>
        </a:p>
        <a:p>
          <a:pPr marL="228600" lvl="1" indent="-228600" algn="l" defTabSz="933450">
            <a:lnSpc>
              <a:spcPct val="90000"/>
            </a:lnSpc>
            <a:spcBef>
              <a:spcPct val="0"/>
            </a:spcBef>
            <a:spcAft>
              <a:spcPct val="15000"/>
            </a:spcAft>
            <a:buNone/>
          </a:pPr>
          <a:r>
            <a:rPr lang="zh-TW" sz="2100" kern="1200" dirty="0"/>
            <a:t>判決書可作為法院行為與訴訟結果的量化資料。</a:t>
          </a:r>
        </a:p>
      </dsp:txBody>
      <dsp:txXfrm>
        <a:off x="3953" y="1004593"/>
        <a:ext cx="2377306" cy="3152460"/>
      </dsp:txXfrm>
    </dsp:sp>
    <dsp:sp modelId="{6A00614C-87A4-491F-8836-749B60D26C28}">
      <dsp:nvSpPr>
        <dsp:cNvPr id="0" name=""/>
        <dsp:cNvSpPr/>
      </dsp:nvSpPr>
      <dsp:spPr>
        <a:xfrm>
          <a:off x="2714082" y="194283"/>
          <a:ext cx="2377306" cy="81031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85344" rIns="149352" bIns="85344" numCol="1" spcCol="1270" anchor="ctr" anchorCtr="0">
          <a:noAutofit/>
        </a:bodyPr>
        <a:lstStyle/>
        <a:p>
          <a:pPr marL="0" lvl="0" indent="0" algn="ctr" defTabSz="933450">
            <a:lnSpc>
              <a:spcPct val="90000"/>
            </a:lnSpc>
            <a:spcBef>
              <a:spcPct val="0"/>
            </a:spcBef>
            <a:spcAft>
              <a:spcPct val="35000"/>
            </a:spcAft>
            <a:buNone/>
          </a:pPr>
          <a:r>
            <a:rPr lang="zh-TW" sz="2100" kern="1200" dirty="0"/>
            <a:t>法律文本特徵表示</a:t>
          </a:r>
          <a:endParaRPr lang="zh-TW" altLang="en-US" sz="2100" kern="1200" dirty="0"/>
        </a:p>
      </dsp:txBody>
      <dsp:txXfrm>
        <a:off x="2714082" y="194283"/>
        <a:ext cx="2377306" cy="810310"/>
      </dsp:txXfrm>
    </dsp:sp>
    <dsp:sp modelId="{5B8FAD8F-F980-4B03-BD69-A9C8F05BB758}">
      <dsp:nvSpPr>
        <dsp:cNvPr id="0" name=""/>
        <dsp:cNvSpPr/>
      </dsp:nvSpPr>
      <dsp:spPr>
        <a:xfrm>
          <a:off x="2714082" y="1004593"/>
          <a:ext cx="2377306" cy="3152460"/>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2014" tIns="112014" rIns="149352" bIns="168021" numCol="1" spcCol="1270" anchor="t" anchorCtr="0">
          <a:noAutofit/>
        </a:bodyPr>
        <a:lstStyle/>
        <a:p>
          <a:pPr marL="228600" lvl="1" indent="-228600" algn="l" defTabSz="933450">
            <a:lnSpc>
              <a:spcPct val="90000"/>
            </a:lnSpc>
            <a:spcBef>
              <a:spcPct val="0"/>
            </a:spcBef>
            <a:spcAft>
              <a:spcPct val="15000"/>
            </a:spcAft>
            <a:buNone/>
          </a:pPr>
          <a:r>
            <a:rPr lang="zh-TW" sz="2100" kern="1200" dirty="0"/>
            <a:t>判決書屬於非結構化文本，需轉換為模型可處理的數值特徵。 </a:t>
          </a:r>
          <a:endParaRPr lang="zh-TW" altLang="en-US" sz="2100" kern="1200" dirty="0"/>
        </a:p>
        <a:p>
          <a:pPr marL="228600" lvl="1" indent="-228600" algn="l" defTabSz="933450">
            <a:lnSpc>
              <a:spcPct val="90000"/>
            </a:lnSpc>
            <a:spcBef>
              <a:spcPct val="0"/>
            </a:spcBef>
            <a:spcAft>
              <a:spcPct val="15000"/>
            </a:spcAft>
            <a:buNone/>
          </a:pPr>
          <a:r>
            <a:rPr lang="zh-TW" sz="2100" kern="1200"/>
            <a:t>本研究比較 BoW、TF、TF-IDF。</a:t>
          </a:r>
        </a:p>
      </dsp:txBody>
      <dsp:txXfrm>
        <a:off x="2714082" y="1004593"/>
        <a:ext cx="2377306" cy="3152460"/>
      </dsp:txXfrm>
    </dsp:sp>
    <dsp:sp modelId="{C654CF35-CD09-419C-8146-ED4BAF56B716}">
      <dsp:nvSpPr>
        <dsp:cNvPr id="0" name=""/>
        <dsp:cNvSpPr/>
      </dsp:nvSpPr>
      <dsp:spPr>
        <a:xfrm>
          <a:off x="5424211" y="194283"/>
          <a:ext cx="2377306" cy="81031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85344" rIns="149352" bIns="85344" numCol="1" spcCol="1270" anchor="ctr" anchorCtr="0">
          <a:noAutofit/>
        </a:bodyPr>
        <a:lstStyle/>
        <a:p>
          <a:pPr marL="0" lvl="0" indent="0" algn="ctr" defTabSz="933450">
            <a:lnSpc>
              <a:spcPct val="90000"/>
            </a:lnSpc>
            <a:spcBef>
              <a:spcPct val="0"/>
            </a:spcBef>
            <a:spcAft>
              <a:spcPct val="35000"/>
            </a:spcAft>
            <a:buNone/>
          </a:pPr>
          <a:r>
            <a:rPr lang="zh-TW" sz="2100" kern="1200" dirty="0"/>
            <a:t>判決預測與可解釋性</a:t>
          </a:r>
          <a:endParaRPr lang="zh-TW" altLang="en-US" sz="2100" kern="1200" dirty="0"/>
        </a:p>
      </dsp:txBody>
      <dsp:txXfrm>
        <a:off x="5424211" y="194283"/>
        <a:ext cx="2377306" cy="810310"/>
      </dsp:txXfrm>
    </dsp:sp>
    <dsp:sp modelId="{7D45F714-5DBF-4B1D-A6B7-2663FE4CBD89}">
      <dsp:nvSpPr>
        <dsp:cNvPr id="0" name=""/>
        <dsp:cNvSpPr/>
      </dsp:nvSpPr>
      <dsp:spPr>
        <a:xfrm>
          <a:off x="5424211" y="1004593"/>
          <a:ext cx="2377306" cy="3152460"/>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2014" tIns="112014" rIns="149352" bIns="168021" numCol="1" spcCol="1270" anchor="t" anchorCtr="0">
          <a:noAutofit/>
        </a:bodyPr>
        <a:lstStyle/>
        <a:p>
          <a:pPr marL="228600" lvl="1" indent="-228600" algn="l" defTabSz="933450">
            <a:lnSpc>
              <a:spcPct val="90000"/>
            </a:lnSpc>
            <a:spcBef>
              <a:spcPct val="0"/>
            </a:spcBef>
            <a:spcAft>
              <a:spcPct val="15000"/>
            </a:spcAft>
            <a:buNone/>
          </a:pPr>
          <a:r>
            <a:rPr lang="zh-TW" sz="2100" kern="1200" dirty="0"/>
            <a:t>法律判決預測研究顯示，文本中可能存在可學習的裁判結果訊號。 </a:t>
          </a:r>
          <a:endParaRPr lang="zh-TW" altLang="en-US" sz="2100" kern="1200" dirty="0"/>
        </a:p>
        <a:p>
          <a:pPr marL="228600" lvl="1" indent="-228600" algn="l" defTabSz="933450">
            <a:lnSpc>
              <a:spcPct val="90000"/>
            </a:lnSpc>
            <a:spcBef>
              <a:spcPct val="0"/>
            </a:spcBef>
            <a:spcAft>
              <a:spcPct val="15000"/>
            </a:spcAft>
            <a:buNone/>
          </a:pPr>
          <a:r>
            <a:rPr lang="zh-TW" sz="2100" kern="1200"/>
            <a:t>但法律場域不能只追求 Accuracy，也需重視可解釋性與類別表現。</a:t>
          </a:r>
        </a:p>
      </dsp:txBody>
      <dsp:txXfrm>
        <a:off x="5424211" y="1004593"/>
        <a:ext cx="2377306" cy="3152460"/>
      </dsp:txXfrm>
    </dsp:sp>
    <dsp:sp modelId="{21AC618A-9A19-409B-8470-5C0DC5D7627A}">
      <dsp:nvSpPr>
        <dsp:cNvPr id="0" name=""/>
        <dsp:cNvSpPr/>
      </dsp:nvSpPr>
      <dsp:spPr>
        <a:xfrm>
          <a:off x="8134340" y="194283"/>
          <a:ext cx="2377306" cy="81031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85344" rIns="149352" bIns="85344" numCol="1" spcCol="1270" anchor="ctr" anchorCtr="0">
          <a:noAutofit/>
        </a:bodyPr>
        <a:lstStyle/>
        <a:p>
          <a:pPr marL="0" lvl="0" indent="0" algn="ctr" defTabSz="933450">
            <a:lnSpc>
              <a:spcPct val="90000"/>
            </a:lnSpc>
            <a:spcBef>
              <a:spcPct val="0"/>
            </a:spcBef>
            <a:spcAft>
              <a:spcPct val="35000"/>
            </a:spcAft>
            <a:buNone/>
          </a:pPr>
          <a:r>
            <a:rPr lang="zh-TW" sz="2100" kern="1200" dirty="0"/>
            <a:t>MNIR 監督式特徵轉換</a:t>
          </a:r>
          <a:endParaRPr lang="zh-TW" altLang="en-US" sz="2100" kern="1200" dirty="0"/>
        </a:p>
      </dsp:txBody>
      <dsp:txXfrm>
        <a:off x="8134340" y="194283"/>
        <a:ext cx="2377306" cy="810310"/>
      </dsp:txXfrm>
    </dsp:sp>
    <dsp:sp modelId="{8AC8DD60-BED9-4503-9250-0CDE8AB29EFA}">
      <dsp:nvSpPr>
        <dsp:cNvPr id="0" name=""/>
        <dsp:cNvSpPr/>
      </dsp:nvSpPr>
      <dsp:spPr>
        <a:xfrm>
          <a:off x="8134340" y="1004593"/>
          <a:ext cx="2377306" cy="3152460"/>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2014" tIns="112014" rIns="149352" bIns="168021" numCol="1" spcCol="1270" anchor="t" anchorCtr="0">
          <a:noAutofit/>
        </a:bodyPr>
        <a:lstStyle/>
        <a:p>
          <a:pPr marL="228600" lvl="1" indent="-228600" algn="l" defTabSz="933450">
            <a:lnSpc>
              <a:spcPct val="90000"/>
            </a:lnSpc>
            <a:spcBef>
              <a:spcPct val="0"/>
            </a:spcBef>
            <a:spcAft>
              <a:spcPct val="15000"/>
            </a:spcAft>
            <a:buNone/>
          </a:pPr>
          <a:r>
            <a:rPr lang="zh-TW" sz="2100" kern="1200"/>
            <a:t>MNIR 可將高維文字特徵轉換為與結果相關的低維表示。 </a:t>
          </a:r>
          <a:endParaRPr lang="zh-TW" altLang="en-US" sz="2100" kern="1200" dirty="0"/>
        </a:p>
        <a:p>
          <a:pPr marL="228600" lvl="1" indent="-228600" algn="l" defTabSz="933450">
            <a:lnSpc>
              <a:spcPct val="90000"/>
            </a:lnSpc>
            <a:spcBef>
              <a:spcPct val="0"/>
            </a:spcBef>
            <a:spcAft>
              <a:spcPct val="15000"/>
            </a:spcAft>
            <a:buNone/>
          </a:pPr>
          <a:r>
            <a:rPr lang="zh-TW" sz="2100" kern="1200" dirty="0"/>
            <a:t>本研究檢驗 MNIR + SVM 是否優於 Direct SVM。</a:t>
          </a:r>
        </a:p>
      </dsp:txBody>
      <dsp:txXfrm>
        <a:off x="8134340" y="1004593"/>
        <a:ext cx="2377306" cy="315246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70981D-E12C-4D5A-9FE8-FED6573D76A1}">
      <dsp:nvSpPr>
        <dsp:cNvPr id="0" name=""/>
        <dsp:cNvSpPr/>
      </dsp:nvSpPr>
      <dsp:spPr>
        <a:xfrm>
          <a:off x="0" y="60669"/>
          <a:ext cx="10515600" cy="6435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zh-TW" altLang="en-US" sz="2500" kern="1200" dirty="0"/>
            <a:t>分類可行性</a:t>
          </a:r>
        </a:p>
      </dsp:txBody>
      <dsp:txXfrm>
        <a:off x="31413" y="92082"/>
        <a:ext cx="10452774" cy="580674"/>
      </dsp:txXfrm>
    </dsp:sp>
    <dsp:sp modelId="{7C53043A-3766-4276-AC47-9DEC5A3B3E9B}">
      <dsp:nvSpPr>
        <dsp:cNvPr id="0" name=""/>
        <dsp:cNvSpPr/>
      </dsp:nvSpPr>
      <dsp:spPr>
        <a:xfrm>
          <a:off x="0" y="704169"/>
          <a:ext cx="10515600" cy="414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31750" rIns="177800" bIns="31750" numCol="1" spcCol="1270" anchor="t" anchorCtr="0">
          <a:noAutofit/>
        </a:bodyPr>
        <a:lstStyle/>
        <a:p>
          <a:pPr marL="228600" lvl="1" indent="-228600" algn="l" defTabSz="889000">
            <a:lnSpc>
              <a:spcPct val="90000"/>
            </a:lnSpc>
            <a:spcBef>
              <a:spcPct val="0"/>
            </a:spcBef>
            <a:spcAft>
              <a:spcPct val="20000"/>
            </a:spcAft>
            <a:buNone/>
          </a:pPr>
          <a:r>
            <a:rPr lang="zh-TW" sz="2000" kern="1200" dirty="0"/>
            <a:t>判決文本是否能提供足以區分 Lose / Mixed / Win 的文字訊號？</a:t>
          </a:r>
          <a:endParaRPr lang="zh-TW" altLang="en-US" sz="2000" kern="1200" dirty="0"/>
        </a:p>
      </dsp:txBody>
      <dsp:txXfrm>
        <a:off x="0" y="704169"/>
        <a:ext cx="10515600" cy="414000"/>
      </dsp:txXfrm>
    </dsp:sp>
    <dsp:sp modelId="{9A4980A6-61D0-4372-9D85-93028C5A2262}">
      <dsp:nvSpPr>
        <dsp:cNvPr id="0" name=""/>
        <dsp:cNvSpPr/>
      </dsp:nvSpPr>
      <dsp:spPr>
        <a:xfrm>
          <a:off x="0" y="1118169"/>
          <a:ext cx="10515600" cy="6435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zh-TW" altLang="en-US" sz="2500" kern="1200" dirty="0"/>
            <a:t>案件類型</a:t>
          </a:r>
        </a:p>
      </dsp:txBody>
      <dsp:txXfrm>
        <a:off x="31413" y="1149582"/>
        <a:ext cx="10452774" cy="580674"/>
      </dsp:txXfrm>
    </dsp:sp>
    <dsp:sp modelId="{519E39CD-0467-47E8-B421-C8F0B2795D65}">
      <dsp:nvSpPr>
        <dsp:cNvPr id="0" name=""/>
        <dsp:cNvSpPr/>
      </dsp:nvSpPr>
      <dsp:spPr>
        <a:xfrm>
          <a:off x="0" y="1761669"/>
          <a:ext cx="10515600" cy="414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31750" rIns="177800" bIns="31750" numCol="1" spcCol="1270" anchor="t" anchorCtr="0">
          <a:noAutofit/>
        </a:bodyPr>
        <a:lstStyle/>
        <a:p>
          <a:pPr marL="228600" lvl="1" indent="-228600" algn="l" defTabSz="889000">
            <a:lnSpc>
              <a:spcPct val="90000"/>
            </a:lnSpc>
            <a:spcBef>
              <a:spcPct val="0"/>
            </a:spcBef>
            <a:spcAft>
              <a:spcPct val="20000"/>
            </a:spcAft>
            <a:buNone/>
          </a:pPr>
          <a:r>
            <a:rPr lang="zh-TW" altLang="en-US" sz="2000" kern="1200" dirty="0"/>
            <a:t>行政、民事、刑事、刑事附帶民事是否呈現不同分類表現？</a:t>
          </a:r>
        </a:p>
      </dsp:txBody>
      <dsp:txXfrm>
        <a:off x="0" y="1761669"/>
        <a:ext cx="10515600" cy="414000"/>
      </dsp:txXfrm>
    </dsp:sp>
    <dsp:sp modelId="{90E40A89-D3DF-41E4-BBE9-8CC6D2BFADA3}">
      <dsp:nvSpPr>
        <dsp:cNvPr id="0" name=""/>
        <dsp:cNvSpPr/>
      </dsp:nvSpPr>
      <dsp:spPr>
        <a:xfrm>
          <a:off x="0" y="2175669"/>
          <a:ext cx="10515600" cy="6435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zh-TW" altLang="en-US" sz="2500" kern="1200" dirty="0"/>
            <a:t>特徵與模型</a:t>
          </a:r>
        </a:p>
      </dsp:txBody>
      <dsp:txXfrm>
        <a:off x="31413" y="2207082"/>
        <a:ext cx="10452774" cy="580674"/>
      </dsp:txXfrm>
    </dsp:sp>
    <dsp:sp modelId="{10E75AB4-075E-4DEC-BB5E-B2EEB06DEEF4}">
      <dsp:nvSpPr>
        <dsp:cNvPr id="0" name=""/>
        <dsp:cNvSpPr/>
      </dsp:nvSpPr>
      <dsp:spPr>
        <a:xfrm>
          <a:off x="0" y="2819169"/>
          <a:ext cx="10515600" cy="414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31750" rIns="177800" bIns="31750" numCol="1" spcCol="1270" anchor="t" anchorCtr="0">
          <a:noAutofit/>
        </a:bodyPr>
        <a:lstStyle/>
        <a:p>
          <a:pPr marL="228600" lvl="1" indent="-228600" algn="l" defTabSz="889000">
            <a:lnSpc>
              <a:spcPct val="90000"/>
            </a:lnSpc>
            <a:spcBef>
              <a:spcPct val="0"/>
            </a:spcBef>
            <a:spcAft>
              <a:spcPct val="20000"/>
            </a:spcAft>
            <a:buNone/>
          </a:pPr>
          <a:r>
            <a:rPr lang="zh-TW" sz="2000" kern="1200" dirty="0"/>
            <a:t>BoW、TF、TF-IDF 以及 MNIR + SVM / Direct SVM 的表現是否不同？</a:t>
          </a:r>
          <a:endParaRPr lang="zh-TW" altLang="en-US" sz="2000" kern="1200" dirty="0"/>
        </a:p>
      </dsp:txBody>
      <dsp:txXfrm>
        <a:off x="0" y="2819169"/>
        <a:ext cx="10515600" cy="414000"/>
      </dsp:txXfrm>
    </dsp:sp>
    <dsp:sp modelId="{AA5D7490-AD6D-46AA-8297-DA220D6EF537}">
      <dsp:nvSpPr>
        <dsp:cNvPr id="0" name=""/>
        <dsp:cNvSpPr/>
      </dsp:nvSpPr>
      <dsp:spPr>
        <a:xfrm>
          <a:off x="0" y="3233169"/>
          <a:ext cx="10515600" cy="6435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zh-TW" altLang="en-US" sz="2500" kern="1200" dirty="0"/>
            <a:t>少數類別</a:t>
          </a:r>
        </a:p>
      </dsp:txBody>
      <dsp:txXfrm>
        <a:off x="31413" y="3264582"/>
        <a:ext cx="10452774" cy="580674"/>
      </dsp:txXfrm>
    </dsp:sp>
    <dsp:sp modelId="{605296FB-BB1E-4F65-ACB4-03BA05DD46F5}">
      <dsp:nvSpPr>
        <dsp:cNvPr id="0" name=""/>
        <dsp:cNvSpPr/>
      </dsp:nvSpPr>
      <dsp:spPr>
        <a:xfrm>
          <a:off x="0" y="3876669"/>
          <a:ext cx="10515600" cy="414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31750" rIns="177800" bIns="31750" numCol="1" spcCol="1270" anchor="t" anchorCtr="0">
          <a:noAutofit/>
        </a:bodyPr>
        <a:lstStyle/>
        <a:p>
          <a:pPr marL="228600" lvl="1" indent="-228600" algn="l" defTabSz="889000">
            <a:lnSpc>
              <a:spcPct val="90000"/>
            </a:lnSpc>
            <a:spcBef>
              <a:spcPct val="0"/>
            </a:spcBef>
            <a:spcAft>
              <a:spcPct val="20000"/>
            </a:spcAft>
            <a:buNone/>
          </a:pPr>
          <a:r>
            <a:rPr lang="zh-TW" sz="2000" kern="1200" dirty="0"/>
            <a:t>在類別不平衡下，Mixed / Win 是否容易被模型忽略或誤判？</a:t>
          </a:r>
          <a:endParaRPr lang="zh-TW" altLang="en-US" sz="2000" kern="1200" dirty="0"/>
        </a:p>
      </dsp:txBody>
      <dsp:txXfrm>
        <a:off x="0" y="3876669"/>
        <a:ext cx="10515600" cy="41400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D94D95-055C-46FE-96C4-5734B9EA30D3}">
      <dsp:nvSpPr>
        <dsp:cNvPr id="0" name=""/>
        <dsp:cNvSpPr/>
      </dsp:nvSpPr>
      <dsp:spPr>
        <a:xfrm>
          <a:off x="4621" y="559306"/>
          <a:ext cx="2020453" cy="121227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zh-TW" sz="2200" kern="1200" dirty="0"/>
            <a:t>裁判書資料</a:t>
          </a:r>
          <a:endParaRPr lang="zh-TW" altLang="en-US" sz="2200" kern="1200" dirty="0"/>
        </a:p>
      </dsp:txBody>
      <dsp:txXfrm>
        <a:off x="40127" y="594812"/>
        <a:ext cx="1949441" cy="1141260"/>
      </dsp:txXfrm>
    </dsp:sp>
    <dsp:sp modelId="{EE2A1152-FC73-4CC3-A8A9-3ECDC2F4E1A6}">
      <dsp:nvSpPr>
        <dsp:cNvPr id="0" name=""/>
        <dsp:cNvSpPr/>
      </dsp:nvSpPr>
      <dsp:spPr>
        <a:xfrm>
          <a:off x="2202874" y="914906"/>
          <a:ext cx="428336" cy="50107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TW" altLang="en-US" sz="1800" kern="1200"/>
        </a:p>
      </dsp:txBody>
      <dsp:txXfrm>
        <a:off x="2202874" y="1015120"/>
        <a:ext cx="299835" cy="300644"/>
      </dsp:txXfrm>
    </dsp:sp>
    <dsp:sp modelId="{440B4EFE-4707-46BC-8B7F-118FD8EEA9D7}">
      <dsp:nvSpPr>
        <dsp:cNvPr id="0" name=""/>
        <dsp:cNvSpPr/>
      </dsp:nvSpPr>
      <dsp:spPr>
        <a:xfrm>
          <a:off x="2833255" y="559306"/>
          <a:ext cx="2020453" cy="121227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zh-TW" sz="2200" kern="1200" dirty="0"/>
            <a:t>案件篩選與標籤整理</a:t>
          </a:r>
          <a:endParaRPr lang="zh-TW" altLang="en-US" sz="2200" kern="1200" dirty="0"/>
        </a:p>
      </dsp:txBody>
      <dsp:txXfrm>
        <a:off x="2868761" y="594812"/>
        <a:ext cx="1949441" cy="1141260"/>
      </dsp:txXfrm>
    </dsp:sp>
    <dsp:sp modelId="{984B54B4-23CC-479B-BD55-6A8F046BF52D}">
      <dsp:nvSpPr>
        <dsp:cNvPr id="0" name=""/>
        <dsp:cNvSpPr/>
      </dsp:nvSpPr>
      <dsp:spPr>
        <a:xfrm>
          <a:off x="5031509" y="914906"/>
          <a:ext cx="428336" cy="50107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TW" altLang="en-US" sz="1800" kern="1200"/>
        </a:p>
      </dsp:txBody>
      <dsp:txXfrm>
        <a:off x="5031509" y="1015120"/>
        <a:ext cx="299835" cy="300644"/>
      </dsp:txXfrm>
    </dsp:sp>
    <dsp:sp modelId="{7FB73031-7020-4E7C-B6D9-F376838C1F0B}">
      <dsp:nvSpPr>
        <dsp:cNvPr id="0" name=""/>
        <dsp:cNvSpPr/>
      </dsp:nvSpPr>
      <dsp:spPr>
        <a:xfrm>
          <a:off x="5661890" y="559306"/>
          <a:ext cx="2020453" cy="121227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zh-TW" sz="2200" kern="1200" dirty="0"/>
            <a:t>文本清理與斷詞</a:t>
          </a:r>
          <a:endParaRPr lang="zh-TW" altLang="en-US" sz="2200" kern="1200" dirty="0"/>
        </a:p>
      </dsp:txBody>
      <dsp:txXfrm>
        <a:off x="5697396" y="594812"/>
        <a:ext cx="1949441" cy="1141260"/>
      </dsp:txXfrm>
    </dsp:sp>
    <dsp:sp modelId="{65970230-FFC8-4058-8A02-659B9EB339E0}">
      <dsp:nvSpPr>
        <dsp:cNvPr id="0" name=""/>
        <dsp:cNvSpPr/>
      </dsp:nvSpPr>
      <dsp:spPr>
        <a:xfrm>
          <a:off x="7860144" y="914906"/>
          <a:ext cx="428336" cy="50107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TW" altLang="en-US" sz="1800" kern="1200"/>
        </a:p>
      </dsp:txBody>
      <dsp:txXfrm>
        <a:off x="7860144" y="1015120"/>
        <a:ext cx="299835" cy="300644"/>
      </dsp:txXfrm>
    </dsp:sp>
    <dsp:sp modelId="{B37D8F96-69D0-4C55-9DD6-055608BC8D82}">
      <dsp:nvSpPr>
        <dsp:cNvPr id="0" name=""/>
        <dsp:cNvSpPr/>
      </dsp:nvSpPr>
      <dsp:spPr>
        <a:xfrm>
          <a:off x="8490525" y="559306"/>
          <a:ext cx="2020453" cy="121227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zh-TW" sz="2200" kern="1200" dirty="0"/>
            <a:t>文字特徵表示</a:t>
          </a:r>
          <a:endParaRPr lang="zh-TW" altLang="en-US" sz="2200" kern="1200" dirty="0"/>
        </a:p>
        <a:p>
          <a:pPr marL="171450" lvl="1" indent="-171450" algn="l" defTabSz="755650">
            <a:lnSpc>
              <a:spcPct val="90000"/>
            </a:lnSpc>
            <a:spcBef>
              <a:spcPct val="0"/>
            </a:spcBef>
            <a:spcAft>
              <a:spcPct val="15000"/>
            </a:spcAft>
            <a:buNone/>
          </a:pPr>
          <a:r>
            <a:rPr lang="zh-TW" sz="1700" kern="1200"/>
            <a:t>BoW / TF / TF-IDF</a:t>
          </a:r>
          <a:endParaRPr lang="zh-TW" altLang="en-US" sz="1700" kern="1200" dirty="0"/>
        </a:p>
      </dsp:txBody>
      <dsp:txXfrm>
        <a:off x="8526031" y="594812"/>
        <a:ext cx="1949441" cy="1141260"/>
      </dsp:txXfrm>
    </dsp:sp>
    <dsp:sp modelId="{22432452-F061-43DD-939C-043CFB0A388F}">
      <dsp:nvSpPr>
        <dsp:cNvPr id="0" name=""/>
        <dsp:cNvSpPr/>
      </dsp:nvSpPr>
      <dsp:spPr>
        <a:xfrm rot="5400000">
          <a:off x="9286584" y="1913010"/>
          <a:ext cx="428336" cy="50107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TW" altLang="en-US" sz="1800" kern="1200"/>
        </a:p>
      </dsp:txBody>
      <dsp:txXfrm rot="-5400000">
        <a:off x="9350431" y="1949378"/>
        <a:ext cx="300644" cy="299835"/>
      </dsp:txXfrm>
    </dsp:sp>
    <dsp:sp modelId="{E10E689C-84DB-45FC-8699-6B648CEF4A1F}">
      <dsp:nvSpPr>
        <dsp:cNvPr id="0" name=""/>
        <dsp:cNvSpPr/>
      </dsp:nvSpPr>
      <dsp:spPr>
        <a:xfrm>
          <a:off x="8490525" y="2579759"/>
          <a:ext cx="2020453" cy="121227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zh-TW" sz="2200" kern="1200" dirty="0"/>
            <a:t>Chi-square 特徵選擇</a:t>
          </a:r>
          <a:endParaRPr lang="zh-TW" altLang="en-US" sz="2200" kern="1200" dirty="0"/>
        </a:p>
      </dsp:txBody>
      <dsp:txXfrm>
        <a:off x="8526031" y="2615265"/>
        <a:ext cx="1949441" cy="1141260"/>
      </dsp:txXfrm>
    </dsp:sp>
    <dsp:sp modelId="{76A1B18C-DB8C-4620-AB78-71751E5288CD}">
      <dsp:nvSpPr>
        <dsp:cNvPr id="0" name=""/>
        <dsp:cNvSpPr/>
      </dsp:nvSpPr>
      <dsp:spPr>
        <a:xfrm rot="10800000">
          <a:off x="7884389" y="2935359"/>
          <a:ext cx="428336" cy="50107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TW" altLang="en-US" sz="1800" kern="1200"/>
        </a:p>
      </dsp:txBody>
      <dsp:txXfrm rot="10800000">
        <a:off x="8012890" y="3035573"/>
        <a:ext cx="299835" cy="300644"/>
      </dsp:txXfrm>
    </dsp:sp>
    <dsp:sp modelId="{BE012832-78FC-4E6F-B6A7-7F8C9891DB16}">
      <dsp:nvSpPr>
        <dsp:cNvPr id="0" name=""/>
        <dsp:cNvSpPr/>
      </dsp:nvSpPr>
      <dsp:spPr>
        <a:xfrm>
          <a:off x="5661890" y="2579759"/>
          <a:ext cx="2020453" cy="121227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zh-TW" sz="2200" kern="1200" dirty="0"/>
            <a:t>模型流程比較</a:t>
          </a:r>
          <a:endParaRPr lang="zh-TW" altLang="en-US" sz="2200" kern="1200" dirty="0"/>
        </a:p>
        <a:p>
          <a:pPr marL="171450" lvl="1" indent="-171450" algn="l" defTabSz="755650">
            <a:lnSpc>
              <a:spcPct val="90000"/>
            </a:lnSpc>
            <a:spcBef>
              <a:spcPct val="0"/>
            </a:spcBef>
            <a:spcAft>
              <a:spcPct val="15000"/>
            </a:spcAft>
            <a:buNone/>
          </a:pPr>
          <a:r>
            <a:rPr lang="zh-TW" sz="1700" kern="1200" dirty="0"/>
            <a:t>MNIR + SVM  vs  Direct SVM</a:t>
          </a:r>
          <a:endParaRPr lang="zh-TW" altLang="en-US" sz="1700" kern="1200" dirty="0"/>
        </a:p>
      </dsp:txBody>
      <dsp:txXfrm>
        <a:off x="5697396" y="2615265"/>
        <a:ext cx="1949441" cy="1141260"/>
      </dsp:txXfrm>
    </dsp:sp>
    <dsp:sp modelId="{231AF59D-F3F6-4674-9151-246CB895032D}">
      <dsp:nvSpPr>
        <dsp:cNvPr id="0" name=""/>
        <dsp:cNvSpPr/>
      </dsp:nvSpPr>
      <dsp:spPr>
        <a:xfrm rot="10800000">
          <a:off x="5055754" y="2935359"/>
          <a:ext cx="428336" cy="50107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TW" altLang="en-US" sz="1800" kern="1200"/>
        </a:p>
      </dsp:txBody>
      <dsp:txXfrm rot="10800000">
        <a:off x="5184255" y="3035573"/>
        <a:ext cx="299835" cy="300644"/>
      </dsp:txXfrm>
    </dsp:sp>
    <dsp:sp modelId="{0A27FC52-3B0E-464E-8131-C07414DB1253}">
      <dsp:nvSpPr>
        <dsp:cNvPr id="0" name=""/>
        <dsp:cNvSpPr/>
      </dsp:nvSpPr>
      <dsp:spPr>
        <a:xfrm>
          <a:off x="2833255" y="2579759"/>
          <a:ext cx="2020453" cy="121227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zh-TW" sz="2200" kern="1200" dirty="0"/>
            <a:t>模型評估</a:t>
          </a:r>
          <a:endParaRPr lang="zh-TW" altLang="en-US" sz="2200" kern="1200" dirty="0"/>
        </a:p>
        <a:p>
          <a:pPr marL="171450" lvl="1" indent="-171450" algn="l" defTabSz="755650">
            <a:lnSpc>
              <a:spcPct val="90000"/>
            </a:lnSpc>
            <a:spcBef>
              <a:spcPct val="0"/>
            </a:spcBef>
            <a:spcAft>
              <a:spcPct val="15000"/>
            </a:spcAft>
            <a:buNone/>
          </a:pPr>
          <a:r>
            <a:rPr lang="zh-TW" sz="1700" kern="1200"/>
            <a:t>Macro F1 / 混淆矩陣 / 各類別 F1</a:t>
          </a:r>
          <a:endParaRPr lang="zh-TW" altLang="en-US" sz="1700" kern="1200" dirty="0"/>
        </a:p>
      </dsp:txBody>
      <dsp:txXfrm>
        <a:off x="2868761" y="2615265"/>
        <a:ext cx="1949441" cy="114126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0D4D8E-7126-4854-9D84-5BFEF366FD01}">
      <dsp:nvSpPr>
        <dsp:cNvPr id="0" name=""/>
        <dsp:cNvSpPr/>
      </dsp:nvSpPr>
      <dsp:spPr>
        <a:xfrm rot="5400000">
          <a:off x="1776789" y="786404"/>
          <a:ext cx="676917" cy="770647"/>
        </a:xfrm>
        <a:prstGeom prst="bentUpArrow">
          <a:avLst>
            <a:gd name="adj1" fmla="val 32840"/>
            <a:gd name="adj2" fmla="val 25000"/>
            <a:gd name="adj3" fmla="val 35780"/>
          </a:avLst>
        </a:prstGeom>
        <a:solidFill>
          <a:schemeClr val="accent1">
            <a:tint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139D1EF-1F0F-499C-A51A-B14145D2DDE9}">
      <dsp:nvSpPr>
        <dsp:cNvPr id="0" name=""/>
        <dsp:cNvSpPr/>
      </dsp:nvSpPr>
      <dsp:spPr>
        <a:xfrm>
          <a:off x="1597447" y="36027"/>
          <a:ext cx="1139531" cy="797635"/>
        </a:xfrm>
        <a:prstGeom prst="roundRect">
          <a:avLst>
            <a:gd name="adj" fmla="val 1667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zh-TW" altLang="en-US" sz="1300" kern="1200" dirty="0"/>
            <a:t>司法院開放</a:t>
          </a:r>
          <a:r>
            <a:rPr lang="zh-TW" altLang="en-US" sz="1300" kern="1200"/>
            <a:t>裁判資料</a:t>
          </a:r>
          <a:endParaRPr lang="zh-TW" altLang="en-US" sz="1300" kern="1200" dirty="0"/>
        </a:p>
      </dsp:txBody>
      <dsp:txXfrm>
        <a:off x="1636391" y="74971"/>
        <a:ext cx="1061643" cy="719747"/>
      </dsp:txXfrm>
    </dsp:sp>
    <dsp:sp modelId="{D489733C-6D72-4FBC-805A-8B81FC1FE767}">
      <dsp:nvSpPr>
        <dsp:cNvPr id="0" name=""/>
        <dsp:cNvSpPr/>
      </dsp:nvSpPr>
      <dsp:spPr>
        <a:xfrm>
          <a:off x="2736978" y="112099"/>
          <a:ext cx="828786" cy="644683"/>
        </a:xfrm>
        <a:prstGeom prst="rect">
          <a:avLst/>
        </a:prstGeom>
        <a:noFill/>
        <a:ln>
          <a:noFill/>
        </a:ln>
        <a:effectLst/>
      </dsp:spPr>
      <dsp:style>
        <a:lnRef idx="0">
          <a:scrgbClr r="0" g="0" b="0"/>
        </a:lnRef>
        <a:fillRef idx="0">
          <a:scrgbClr r="0" g="0" b="0"/>
        </a:fillRef>
        <a:effectRef idx="0">
          <a:scrgbClr r="0" g="0" b="0"/>
        </a:effectRef>
        <a:fontRef idx="minor"/>
      </dsp:style>
    </dsp:sp>
    <dsp:sp modelId="{7693C455-9BAA-46B0-A473-EDB81C2020D7}">
      <dsp:nvSpPr>
        <dsp:cNvPr id="0" name=""/>
        <dsp:cNvSpPr/>
      </dsp:nvSpPr>
      <dsp:spPr>
        <a:xfrm rot="5400000">
          <a:off x="2721581" y="1682411"/>
          <a:ext cx="676917" cy="770647"/>
        </a:xfrm>
        <a:prstGeom prst="bentUpArrow">
          <a:avLst>
            <a:gd name="adj1" fmla="val 32840"/>
            <a:gd name="adj2" fmla="val 25000"/>
            <a:gd name="adj3" fmla="val 35780"/>
          </a:avLst>
        </a:prstGeom>
        <a:solidFill>
          <a:schemeClr val="accent1">
            <a:tint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262171F-ABEA-46CF-AADD-7016194452B6}">
      <dsp:nvSpPr>
        <dsp:cNvPr id="0" name=""/>
        <dsp:cNvSpPr/>
      </dsp:nvSpPr>
      <dsp:spPr>
        <a:xfrm>
          <a:off x="2542239" y="932034"/>
          <a:ext cx="1139531" cy="797635"/>
        </a:xfrm>
        <a:prstGeom prst="roundRect">
          <a:avLst>
            <a:gd name="adj" fmla="val 1667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zh-TW" sz="1300" kern="1200" dirty="0"/>
            <a:t>裁判書 JSON / 全文資料</a:t>
          </a:r>
          <a:endParaRPr lang="zh-TW" altLang="en-US" sz="1300" kern="1200" dirty="0"/>
        </a:p>
      </dsp:txBody>
      <dsp:txXfrm>
        <a:off x="2581183" y="970978"/>
        <a:ext cx="1061643" cy="719747"/>
      </dsp:txXfrm>
    </dsp:sp>
    <dsp:sp modelId="{FD4B4984-99A0-4318-8D91-1B036BAA2118}">
      <dsp:nvSpPr>
        <dsp:cNvPr id="0" name=""/>
        <dsp:cNvSpPr/>
      </dsp:nvSpPr>
      <dsp:spPr>
        <a:xfrm>
          <a:off x="3681771" y="1008107"/>
          <a:ext cx="828786" cy="644683"/>
        </a:xfrm>
        <a:prstGeom prst="rect">
          <a:avLst/>
        </a:prstGeom>
        <a:noFill/>
        <a:ln>
          <a:noFill/>
        </a:ln>
        <a:effectLst/>
      </dsp:spPr>
      <dsp:style>
        <a:lnRef idx="0">
          <a:scrgbClr r="0" g="0" b="0"/>
        </a:lnRef>
        <a:fillRef idx="0">
          <a:scrgbClr r="0" g="0" b="0"/>
        </a:fillRef>
        <a:effectRef idx="0">
          <a:scrgbClr r="0" g="0" b="0"/>
        </a:effectRef>
        <a:fontRef idx="minor"/>
      </dsp:style>
    </dsp:sp>
    <dsp:sp modelId="{DC2FA763-1656-450D-BE57-C9DEF7DCE9EF}">
      <dsp:nvSpPr>
        <dsp:cNvPr id="0" name=""/>
        <dsp:cNvSpPr/>
      </dsp:nvSpPr>
      <dsp:spPr>
        <a:xfrm rot="5400000">
          <a:off x="3666374" y="2578418"/>
          <a:ext cx="676917" cy="770647"/>
        </a:xfrm>
        <a:prstGeom prst="bentUpArrow">
          <a:avLst>
            <a:gd name="adj1" fmla="val 32840"/>
            <a:gd name="adj2" fmla="val 25000"/>
            <a:gd name="adj3" fmla="val 35780"/>
          </a:avLst>
        </a:prstGeom>
        <a:solidFill>
          <a:schemeClr val="accent1">
            <a:tint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445651F-F0DA-4670-AB82-93392D5E1DB9}">
      <dsp:nvSpPr>
        <dsp:cNvPr id="0" name=""/>
        <dsp:cNvSpPr/>
      </dsp:nvSpPr>
      <dsp:spPr>
        <a:xfrm>
          <a:off x="3487032" y="1828041"/>
          <a:ext cx="1139531" cy="797635"/>
        </a:xfrm>
        <a:prstGeom prst="roundRect">
          <a:avLst>
            <a:gd name="adj" fmla="val 1667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zh-TW" altLang="en-US" sz="1300" kern="1200" dirty="0"/>
            <a:t>智慧財產權相關裁判</a:t>
          </a:r>
        </a:p>
      </dsp:txBody>
      <dsp:txXfrm>
        <a:off x="3525976" y="1866985"/>
        <a:ext cx="1061643" cy="719747"/>
      </dsp:txXfrm>
    </dsp:sp>
    <dsp:sp modelId="{5142C4FD-85CF-49EC-A533-05A05E916E0D}">
      <dsp:nvSpPr>
        <dsp:cNvPr id="0" name=""/>
        <dsp:cNvSpPr/>
      </dsp:nvSpPr>
      <dsp:spPr>
        <a:xfrm>
          <a:off x="4626563" y="1904114"/>
          <a:ext cx="828786" cy="6446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ctr" anchorCtr="0">
          <a:noAutofit/>
        </a:bodyPr>
        <a:lstStyle/>
        <a:p>
          <a:pPr marL="57150" lvl="1" indent="-57150" algn="l" defTabSz="355600">
            <a:lnSpc>
              <a:spcPct val="90000"/>
            </a:lnSpc>
            <a:spcBef>
              <a:spcPct val="0"/>
            </a:spcBef>
            <a:spcAft>
              <a:spcPct val="15000"/>
            </a:spcAft>
            <a:buChar char="•"/>
          </a:pPr>
          <a:r>
            <a:rPr lang="zh-TW" sz="800" kern="1200" dirty="0"/>
            <a:t>RE 篩選</a:t>
          </a:r>
          <a:r>
            <a:rPr lang="zh-TW" altLang="en-US" sz="800" kern="1200" dirty="0"/>
            <a:t> </a:t>
          </a:r>
          <a:r>
            <a:rPr lang="zh-TW" sz="800" kern="1200" dirty="0"/>
            <a:t>JTITLE、JCASE、JFULL</a:t>
          </a:r>
          <a:endParaRPr lang="zh-TW" altLang="en-US" sz="800" kern="1200" dirty="0"/>
        </a:p>
        <a:p>
          <a:pPr marL="57150" lvl="1" indent="-57150" algn="l" defTabSz="355600">
            <a:lnSpc>
              <a:spcPct val="90000"/>
            </a:lnSpc>
            <a:spcBef>
              <a:spcPct val="0"/>
            </a:spcBef>
            <a:spcAft>
              <a:spcPct val="15000"/>
            </a:spcAft>
            <a:buChar char="•"/>
          </a:pPr>
          <a:r>
            <a:rPr lang="zh-TW" altLang="en-US" sz="800" kern="1200" dirty="0"/>
            <a:t>共 </a:t>
          </a:r>
          <a:r>
            <a:rPr lang="en-US" altLang="zh-TW" sz="800" kern="1200" dirty="0"/>
            <a:t>90,027 </a:t>
          </a:r>
          <a:r>
            <a:rPr lang="zh-TW" altLang="en-US" sz="800" kern="1200" dirty="0"/>
            <a:t>筆判決</a:t>
          </a:r>
        </a:p>
      </dsp:txBody>
      <dsp:txXfrm>
        <a:off x="4626563" y="1904114"/>
        <a:ext cx="828786" cy="644683"/>
      </dsp:txXfrm>
    </dsp:sp>
    <dsp:sp modelId="{241FB799-E53B-4E43-BE69-CD91FD461664}">
      <dsp:nvSpPr>
        <dsp:cNvPr id="0" name=""/>
        <dsp:cNvSpPr/>
      </dsp:nvSpPr>
      <dsp:spPr>
        <a:xfrm rot="5400000">
          <a:off x="4611166" y="3474426"/>
          <a:ext cx="676917" cy="770647"/>
        </a:xfrm>
        <a:prstGeom prst="bentUpArrow">
          <a:avLst>
            <a:gd name="adj1" fmla="val 32840"/>
            <a:gd name="adj2" fmla="val 25000"/>
            <a:gd name="adj3" fmla="val 35780"/>
          </a:avLst>
        </a:prstGeom>
        <a:solidFill>
          <a:schemeClr val="accent1">
            <a:tint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1277CE1-726E-4DB7-B74F-1293C7C20596}">
      <dsp:nvSpPr>
        <dsp:cNvPr id="0" name=""/>
        <dsp:cNvSpPr/>
      </dsp:nvSpPr>
      <dsp:spPr>
        <a:xfrm>
          <a:off x="4431824" y="2724049"/>
          <a:ext cx="1139531" cy="797635"/>
        </a:xfrm>
        <a:prstGeom prst="roundRect">
          <a:avLst>
            <a:gd name="adj" fmla="val 1667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zh-TW" sz="1300" kern="1200" dirty="0"/>
            <a:t>RE 與規則整理案件類型</a:t>
          </a:r>
          <a:endParaRPr lang="zh-TW" altLang="en-US" sz="1300" kern="1200" dirty="0"/>
        </a:p>
      </dsp:txBody>
      <dsp:txXfrm>
        <a:off x="4470768" y="2762993"/>
        <a:ext cx="1061643" cy="719747"/>
      </dsp:txXfrm>
    </dsp:sp>
    <dsp:sp modelId="{4CD1720F-8875-4A49-B06F-64B5E4C72E42}">
      <dsp:nvSpPr>
        <dsp:cNvPr id="0" name=""/>
        <dsp:cNvSpPr/>
      </dsp:nvSpPr>
      <dsp:spPr>
        <a:xfrm>
          <a:off x="5571356" y="2800121"/>
          <a:ext cx="828786" cy="6446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ctr" anchorCtr="0">
          <a:noAutofit/>
        </a:bodyPr>
        <a:lstStyle/>
        <a:p>
          <a:pPr marL="57150" lvl="1" indent="-57150" algn="l" defTabSz="355600">
            <a:lnSpc>
              <a:spcPct val="90000"/>
            </a:lnSpc>
            <a:spcBef>
              <a:spcPct val="0"/>
            </a:spcBef>
            <a:spcAft>
              <a:spcPct val="15000"/>
            </a:spcAft>
            <a:buChar char="•"/>
          </a:pPr>
          <a:r>
            <a:rPr lang="zh-TW" sz="800" kern="1200" dirty="0"/>
            <a:t>RE 篩選案由與全文前段</a:t>
          </a:r>
          <a:endParaRPr lang="zh-TW" altLang="en-US" sz="800" kern="1200" dirty="0"/>
        </a:p>
      </dsp:txBody>
      <dsp:txXfrm>
        <a:off x="5571356" y="2800121"/>
        <a:ext cx="828786" cy="644683"/>
      </dsp:txXfrm>
    </dsp:sp>
    <dsp:sp modelId="{E4F33A41-1AB2-4959-9D37-289514BFA90B}">
      <dsp:nvSpPr>
        <dsp:cNvPr id="0" name=""/>
        <dsp:cNvSpPr/>
      </dsp:nvSpPr>
      <dsp:spPr>
        <a:xfrm rot="5400000">
          <a:off x="5555959" y="4370433"/>
          <a:ext cx="676917" cy="770647"/>
        </a:xfrm>
        <a:prstGeom prst="bentUpArrow">
          <a:avLst>
            <a:gd name="adj1" fmla="val 32840"/>
            <a:gd name="adj2" fmla="val 25000"/>
            <a:gd name="adj3" fmla="val 35780"/>
          </a:avLst>
        </a:prstGeom>
        <a:solidFill>
          <a:schemeClr val="accent1">
            <a:tint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A2512E3-E47F-4A4D-8A76-94CE66C85579}">
      <dsp:nvSpPr>
        <dsp:cNvPr id="0" name=""/>
        <dsp:cNvSpPr/>
      </dsp:nvSpPr>
      <dsp:spPr>
        <a:xfrm>
          <a:off x="5376617" y="3620056"/>
          <a:ext cx="1139531" cy="797635"/>
        </a:xfrm>
        <a:prstGeom prst="roundRect">
          <a:avLst>
            <a:gd name="adj" fmla="val 1667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zh-TW" sz="1300" kern="1200" dirty="0"/>
            <a:t>RE 與規則整理裁判結果</a:t>
          </a:r>
          <a:endParaRPr lang="zh-TW" altLang="en-US" sz="1300" kern="1200" dirty="0"/>
        </a:p>
      </dsp:txBody>
      <dsp:txXfrm>
        <a:off x="5415561" y="3659000"/>
        <a:ext cx="1061643" cy="719747"/>
      </dsp:txXfrm>
    </dsp:sp>
    <dsp:sp modelId="{90462814-3561-4CB1-BAC4-D8FB3B262877}">
      <dsp:nvSpPr>
        <dsp:cNvPr id="0" name=""/>
        <dsp:cNvSpPr/>
      </dsp:nvSpPr>
      <dsp:spPr>
        <a:xfrm>
          <a:off x="6516148" y="3696129"/>
          <a:ext cx="828786" cy="6446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ctr" anchorCtr="0">
          <a:noAutofit/>
        </a:bodyPr>
        <a:lstStyle/>
        <a:p>
          <a:pPr marL="57150" lvl="1" indent="-57150" algn="l" defTabSz="355600">
            <a:lnSpc>
              <a:spcPct val="90000"/>
            </a:lnSpc>
            <a:spcBef>
              <a:spcPct val="0"/>
            </a:spcBef>
            <a:spcAft>
              <a:spcPct val="15000"/>
            </a:spcAft>
            <a:buChar char="•"/>
          </a:pPr>
          <a:r>
            <a:rPr lang="zh-TW" sz="800" kern="1200" dirty="0"/>
            <a:t>RE 篩選主文中的結果語句</a:t>
          </a:r>
          <a:endParaRPr lang="zh-TW" altLang="en-US" sz="800" kern="1200" dirty="0"/>
        </a:p>
      </dsp:txBody>
      <dsp:txXfrm>
        <a:off x="6516148" y="3696129"/>
        <a:ext cx="828786" cy="644683"/>
      </dsp:txXfrm>
    </dsp:sp>
    <dsp:sp modelId="{1587A2B0-9234-4DF1-A4BA-88CA7FFCD621}">
      <dsp:nvSpPr>
        <dsp:cNvPr id="0" name=""/>
        <dsp:cNvSpPr/>
      </dsp:nvSpPr>
      <dsp:spPr>
        <a:xfrm>
          <a:off x="6321410" y="4516063"/>
          <a:ext cx="1139531" cy="797635"/>
        </a:xfrm>
        <a:prstGeom prst="roundRect">
          <a:avLst>
            <a:gd name="adj" fmla="val 1667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zh-TW" altLang="en-US" sz="1300" kern="1200" dirty="0"/>
            <a:t>有效樣本進入模型</a:t>
          </a:r>
        </a:p>
      </dsp:txBody>
      <dsp:txXfrm>
        <a:off x="6360354" y="4555007"/>
        <a:ext cx="1061643" cy="719747"/>
      </dsp:txXfrm>
    </dsp:sp>
    <dsp:sp modelId="{354C83FF-2F2A-4B2E-97D3-7874DEE5B6EA}">
      <dsp:nvSpPr>
        <dsp:cNvPr id="0" name=""/>
        <dsp:cNvSpPr/>
      </dsp:nvSpPr>
      <dsp:spPr>
        <a:xfrm>
          <a:off x="7460941" y="4592136"/>
          <a:ext cx="828786" cy="6446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ctr" anchorCtr="0">
          <a:noAutofit/>
        </a:bodyPr>
        <a:lstStyle/>
        <a:p>
          <a:pPr marL="57150" lvl="1" indent="-57150" algn="l" defTabSz="400050">
            <a:lnSpc>
              <a:spcPct val="90000"/>
            </a:lnSpc>
            <a:spcBef>
              <a:spcPct val="0"/>
            </a:spcBef>
            <a:spcAft>
              <a:spcPct val="15000"/>
            </a:spcAft>
            <a:buFont typeface="Arial" panose="020B0604020202020204" pitchFamily="34" charset="0"/>
            <a:buChar char="•"/>
          </a:pPr>
          <a:r>
            <a:rPr lang="zh-TW" altLang="en-US" sz="900" kern="1200" dirty="0"/>
            <a:t>排除程序性或非三分類結果</a:t>
          </a:r>
        </a:p>
        <a:p>
          <a:pPr marL="57150" lvl="1" indent="-57150" algn="l" defTabSz="400050">
            <a:lnSpc>
              <a:spcPct val="90000"/>
            </a:lnSpc>
            <a:spcBef>
              <a:spcPct val="0"/>
            </a:spcBef>
            <a:spcAft>
              <a:spcPct val="15000"/>
            </a:spcAft>
            <a:buFont typeface="Arial" panose="020B0604020202020204" pitchFamily="34" charset="0"/>
            <a:buChar char="•"/>
          </a:pPr>
          <a:r>
            <a:rPr lang="zh-TW" altLang="en-US" sz="900" kern="1200" dirty="0"/>
            <a:t>共 </a:t>
          </a:r>
          <a:r>
            <a:rPr lang="en-US" altLang="zh-TW" sz="900" kern="1200" dirty="0"/>
            <a:t>45,344</a:t>
          </a:r>
          <a:r>
            <a:rPr lang="zh-TW" altLang="en-US" sz="900" kern="1200" dirty="0"/>
            <a:t> 筆</a:t>
          </a:r>
        </a:p>
      </dsp:txBody>
      <dsp:txXfrm>
        <a:off x="7460941" y="4592136"/>
        <a:ext cx="828786" cy="644683"/>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4191AA-E579-4637-A162-6EA965AF927A}">
      <dsp:nvSpPr>
        <dsp:cNvPr id="0" name=""/>
        <dsp:cNvSpPr/>
      </dsp:nvSpPr>
      <dsp:spPr>
        <a:xfrm>
          <a:off x="120"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資料蒐集</a:t>
          </a:r>
        </a:p>
      </dsp:txBody>
      <dsp:txXfrm>
        <a:off x="241534" y="311564"/>
        <a:ext cx="724243" cy="482828"/>
      </dsp:txXfrm>
    </dsp:sp>
    <dsp:sp modelId="{C6DB58CE-AFF0-4A74-ACB3-99530E7E31F5}">
      <dsp:nvSpPr>
        <dsp:cNvPr id="0" name=""/>
        <dsp:cNvSpPr/>
      </dsp:nvSpPr>
      <dsp:spPr>
        <a:xfrm>
          <a:off x="1086485"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案件篩選</a:t>
          </a:r>
        </a:p>
      </dsp:txBody>
      <dsp:txXfrm>
        <a:off x="1327899" y="311564"/>
        <a:ext cx="724243" cy="482828"/>
      </dsp:txXfrm>
    </dsp:sp>
    <dsp:sp modelId="{816E6BDF-0AEB-4564-BC22-B2E48BAF5464}">
      <dsp:nvSpPr>
        <dsp:cNvPr id="0" name=""/>
        <dsp:cNvSpPr/>
      </dsp:nvSpPr>
      <dsp:spPr>
        <a:xfrm>
          <a:off x="2172850"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標籤整理</a:t>
          </a:r>
        </a:p>
      </dsp:txBody>
      <dsp:txXfrm>
        <a:off x="2414264" y="311564"/>
        <a:ext cx="724243" cy="482828"/>
      </dsp:txXfrm>
    </dsp:sp>
    <dsp:sp modelId="{8294AD81-06F3-4FCB-BE73-18DA247D22D2}">
      <dsp:nvSpPr>
        <dsp:cNvPr id="0" name=""/>
        <dsp:cNvSpPr/>
      </dsp:nvSpPr>
      <dsp:spPr>
        <a:xfrm>
          <a:off x="3259214"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文本前處理</a:t>
          </a:r>
        </a:p>
      </dsp:txBody>
      <dsp:txXfrm>
        <a:off x="3500628" y="311564"/>
        <a:ext cx="724243" cy="482828"/>
      </dsp:txXfrm>
    </dsp:sp>
    <dsp:sp modelId="{EAC0CF2B-1FBF-40CA-ABDC-CEE1EE4F248A}">
      <dsp:nvSpPr>
        <dsp:cNvPr id="0" name=""/>
        <dsp:cNvSpPr/>
      </dsp:nvSpPr>
      <dsp:spPr>
        <a:xfrm>
          <a:off x="4345579"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特徵建構</a:t>
          </a:r>
        </a:p>
      </dsp:txBody>
      <dsp:txXfrm>
        <a:off x="4586993" y="311564"/>
        <a:ext cx="724243" cy="482828"/>
      </dsp:txXfrm>
    </dsp:sp>
    <dsp:sp modelId="{2E9A4EAE-1198-4E49-A7B2-F73CA3FBCC84}">
      <dsp:nvSpPr>
        <dsp:cNvPr id="0" name=""/>
        <dsp:cNvSpPr/>
      </dsp:nvSpPr>
      <dsp:spPr>
        <a:xfrm>
          <a:off x="5431944"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特徵選擇</a:t>
          </a:r>
        </a:p>
      </dsp:txBody>
      <dsp:txXfrm>
        <a:off x="5673358" y="311564"/>
        <a:ext cx="724243" cy="482828"/>
      </dsp:txXfrm>
    </dsp:sp>
    <dsp:sp modelId="{EE7F8039-0CE1-4E24-8E1E-B62E2D35CB28}">
      <dsp:nvSpPr>
        <dsp:cNvPr id="0" name=""/>
        <dsp:cNvSpPr/>
      </dsp:nvSpPr>
      <dsp:spPr>
        <a:xfrm>
          <a:off x="6518308"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模型訓練</a:t>
          </a:r>
        </a:p>
      </dsp:txBody>
      <dsp:txXfrm>
        <a:off x="6759722" y="311564"/>
        <a:ext cx="724243" cy="482828"/>
      </dsp:txXfrm>
    </dsp:sp>
    <dsp:sp modelId="{06E5E437-4722-4EF7-B3A7-7AD3DD309BC4}">
      <dsp:nvSpPr>
        <dsp:cNvPr id="0" name=""/>
        <dsp:cNvSpPr/>
      </dsp:nvSpPr>
      <dsp:spPr>
        <a:xfrm>
          <a:off x="7604673"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模型評估</a:t>
          </a:r>
        </a:p>
      </dsp:txBody>
      <dsp:txXfrm>
        <a:off x="7846087" y="311564"/>
        <a:ext cx="724243" cy="482828"/>
      </dsp:txXfrm>
    </dsp:sp>
    <dsp:sp modelId="{0E5BD989-60F0-4036-A0D2-ACB695C69815}">
      <dsp:nvSpPr>
        <dsp:cNvPr id="0" name=""/>
        <dsp:cNvSpPr/>
      </dsp:nvSpPr>
      <dsp:spPr>
        <a:xfrm>
          <a:off x="8691038"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結果</a:t>
          </a:r>
        </a:p>
      </dsp:txBody>
      <dsp:txXfrm>
        <a:off x="8932452" y="311564"/>
        <a:ext cx="724243" cy="482828"/>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4191AA-E579-4637-A162-6EA965AF927A}">
      <dsp:nvSpPr>
        <dsp:cNvPr id="0" name=""/>
        <dsp:cNvSpPr/>
      </dsp:nvSpPr>
      <dsp:spPr>
        <a:xfrm>
          <a:off x="120"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資料蒐集</a:t>
          </a:r>
        </a:p>
      </dsp:txBody>
      <dsp:txXfrm>
        <a:off x="241534" y="311564"/>
        <a:ext cx="724243" cy="482828"/>
      </dsp:txXfrm>
    </dsp:sp>
    <dsp:sp modelId="{C6DB58CE-AFF0-4A74-ACB3-99530E7E31F5}">
      <dsp:nvSpPr>
        <dsp:cNvPr id="0" name=""/>
        <dsp:cNvSpPr/>
      </dsp:nvSpPr>
      <dsp:spPr>
        <a:xfrm>
          <a:off x="1086485"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案件篩選</a:t>
          </a:r>
        </a:p>
      </dsp:txBody>
      <dsp:txXfrm>
        <a:off x="1327899" y="311564"/>
        <a:ext cx="724243" cy="482828"/>
      </dsp:txXfrm>
    </dsp:sp>
    <dsp:sp modelId="{816E6BDF-0AEB-4564-BC22-B2E48BAF5464}">
      <dsp:nvSpPr>
        <dsp:cNvPr id="0" name=""/>
        <dsp:cNvSpPr/>
      </dsp:nvSpPr>
      <dsp:spPr>
        <a:xfrm>
          <a:off x="2172850"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標籤整理</a:t>
          </a:r>
        </a:p>
      </dsp:txBody>
      <dsp:txXfrm>
        <a:off x="2414264" y="311564"/>
        <a:ext cx="724243" cy="482828"/>
      </dsp:txXfrm>
    </dsp:sp>
    <dsp:sp modelId="{8294AD81-06F3-4FCB-BE73-18DA247D22D2}">
      <dsp:nvSpPr>
        <dsp:cNvPr id="0" name=""/>
        <dsp:cNvSpPr/>
      </dsp:nvSpPr>
      <dsp:spPr>
        <a:xfrm>
          <a:off x="3259214"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文本前處理</a:t>
          </a:r>
        </a:p>
      </dsp:txBody>
      <dsp:txXfrm>
        <a:off x="3500628" y="311564"/>
        <a:ext cx="724243" cy="482828"/>
      </dsp:txXfrm>
    </dsp:sp>
    <dsp:sp modelId="{EAC0CF2B-1FBF-40CA-ABDC-CEE1EE4F248A}">
      <dsp:nvSpPr>
        <dsp:cNvPr id="0" name=""/>
        <dsp:cNvSpPr/>
      </dsp:nvSpPr>
      <dsp:spPr>
        <a:xfrm>
          <a:off x="4345579"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特徵建構</a:t>
          </a:r>
        </a:p>
      </dsp:txBody>
      <dsp:txXfrm>
        <a:off x="4586993" y="311564"/>
        <a:ext cx="724243" cy="482828"/>
      </dsp:txXfrm>
    </dsp:sp>
    <dsp:sp modelId="{2E9A4EAE-1198-4E49-A7B2-F73CA3FBCC84}">
      <dsp:nvSpPr>
        <dsp:cNvPr id="0" name=""/>
        <dsp:cNvSpPr/>
      </dsp:nvSpPr>
      <dsp:spPr>
        <a:xfrm>
          <a:off x="5431944"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特徵選擇</a:t>
          </a:r>
        </a:p>
      </dsp:txBody>
      <dsp:txXfrm>
        <a:off x="5673358" y="311564"/>
        <a:ext cx="724243" cy="482828"/>
      </dsp:txXfrm>
    </dsp:sp>
    <dsp:sp modelId="{EE7F8039-0CE1-4E24-8E1E-B62E2D35CB28}">
      <dsp:nvSpPr>
        <dsp:cNvPr id="0" name=""/>
        <dsp:cNvSpPr/>
      </dsp:nvSpPr>
      <dsp:spPr>
        <a:xfrm>
          <a:off x="6518308"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模型訓練</a:t>
          </a:r>
        </a:p>
      </dsp:txBody>
      <dsp:txXfrm>
        <a:off x="6759722" y="311564"/>
        <a:ext cx="724243" cy="482828"/>
      </dsp:txXfrm>
    </dsp:sp>
    <dsp:sp modelId="{06E5E437-4722-4EF7-B3A7-7AD3DD309BC4}">
      <dsp:nvSpPr>
        <dsp:cNvPr id="0" name=""/>
        <dsp:cNvSpPr/>
      </dsp:nvSpPr>
      <dsp:spPr>
        <a:xfrm>
          <a:off x="7604673"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模型評估</a:t>
          </a:r>
        </a:p>
      </dsp:txBody>
      <dsp:txXfrm>
        <a:off x="7846087" y="311564"/>
        <a:ext cx="724243" cy="482828"/>
      </dsp:txXfrm>
    </dsp:sp>
    <dsp:sp modelId="{0E5BD989-60F0-4036-A0D2-ACB695C69815}">
      <dsp:nvSpPr>
        <dsp:cNvPr id="0" name=""/>
        <dsp:cNvSpPr/>
      </dsp:nvSpPr>
      <dsp:spPr>
        <a:xfrm>
          <a:off x="8691038"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結果</a:t>
          </a:r>
        </a:p>
      </dsp:txBody>
      <dsp:txXfrm>
        <a:off x="8932452" y="311564"/>
        <a:ext cx="724243" cy="482828"/>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3F7E4B-B6B3-494A-8836-1B69579D9D83}">
      <dsp:nvSpPr>
        <dsp:cNvPr id="0" name=""/>
        <dsp:cNvSpPr/>
      </dsp:nvSpPr>
      <dsp:spPr>
        <a:xfrm>
          <a:off x="2055997" y="531"/>
          <a:ext cx="1332271" cy="62146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zh-TW" sz="1500" kern="1200" dirty="0"/>
            <a:t>判決全文</a:t>
          </a:r>
          <a:endParaRPr lang="zh-TW" altLang="en-US" sz="1500" kern="1200" dirty="0"/>
        </a:p>
      </dsp:txBody>
      <dsp:txXfrm>
        <a:off x="2074199" y="18733"/>
        <a:ext cx="1295867" cy="585063"/>
      </dsp:txXfrm>
    </dsp:sp>
    <dsp:sp modelId="{76924A63-902B-4751-BC41-6D814F32B6B1}">
      <dsp:nvSpPr>
        <dsp:cNvPr id="0" name=""/>
        <dsp:cNvSpPr/>
      </dsp:nvSpPr>
      <dsp:spPr>
        <a:xfrm rot="5400000">
          <a:off x="2605607" y="637535"/>
          <a:ext cx="233050" cy="27966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zh-TW" altLang="en-US" sz="1100" kern="1200"/>
        </a:p>
      </dsp:txBody>
      <dsp:txXfrm rot="-5400000">
        <a:off x="2638235" y="660840"/>
        <a:ext cx="167796" cy="163135"/>
      </dsp:txXfrm>
    </dsp:sp>
    <dsp:sp modelId="{4DD47E4D-1A79-4505-B3AF-673B55FC9EBE}">
      <dsp:nvSpPr>
        <dsp:cNvPr id="0" name=""/>
        <dsp:cNvSpPr/>
      </dsp:nvSpPr>
      <dsp:spPr>
        <a:xfrm>
          <a:off x="2055997" y="932733"/>
          <a:ext cx="1332271" cy="62146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zh-TW" sz="1500" kern="1200" dirty="0"/>
            <a:t>移除明顯裁判結果詞</a:t>
          </a:r>
          <a:endParaRPr lang="zh-TW" altLang="en-US" sz="1500" kern="1200" dirty="0"/>
        </a:p>
      </dsp:txBody>
      <dsp:txXfrm>
        <a:off x="2074199" y="950935"/>
        <a:ext cx="1295867" cy="585063"/>
      </dsp:txXfrm>
    </dsp:sp>
    <dsp:sp modelId="{DBA6696B-EB70-4C35-8AEC-F11BACA6A3D0}">
      <dsp:nvSpPr>
        <dsp:cNvPr id="0" name=""/>
        <dsp:cNvSpPr/>
      </dsp:nvSpPr>
      <dsp:spPr>
        <a:xfrm rot="5400000">
          <a:off x="2605607" y="1569737"/>
          <a:ext cx="233050" cy="27966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zh-TW" altLang="en-US" sz="1100" kern="1200"/>
        </a:p>
      </dsp:txBody>
      <dsp:txXfrm rot="-5400000">
        <a:off x="2638235" y="1593042"/>
        <a:ext cx="167796" cy="163135"/>
      </dsp:txXfrm>
    </dsp:sp>
    <dsp:sp modelId="{0868BF81-B1FE-4BEB-86A6-4D6CC254AC15}">
      <dsp:nvSpPr>
        <dsp:cNvPr id="0" name=""/>
        <dsp:cNvSpPr/>
      </dsp:nvSpPr>
      <dsp:spPr>
        <a:xfrm>
          <a:off x="2055997" y="1864935"/>
          <a:ext cx="1332271" cy="62146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zh-TW" sz="1500" kern="1200"/>
            <a:t>CKIP 中文斷詞</a:t>
          </a:r>
          <a:endParaRPr lang="zh-TW" altLang="en-US" sz="1500" kern="1200" dirty="0"/>
        </a:p>
      </dsp:txBody>
      <dsp:txXfrm>
        <a:off x="2074199" y="1883137"/>
        <a:ext cx="1295867" cy="585063"/>
      </dsp:txXfrm>
    </dsp:sp>
    <dsp:sp modelId="{392AA06C-9BAF-4A71-AFCC-CF5AFF227DC9}">
      <dsp:nvSpPr>
        <dsp:cNvPr id="0" name=""/>
        <dsp:cNvSpPr/>
      </dsp:nvSpPr>
      <dsp:spPr>
        <a:xfrm rot="5400000">
          <a:off x="2605607" y="2501939"/>
          <a:ext cx="233050" cy="27966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zh-TW" altLang="en-US" sz="1100" kern="1200"/>
        </a:p>
      </dsp:txBody>
      <dsp:txXfrm rot="-5400000">
        <a:off x="2638235" y="2525244"/>
        <a:ext cx="167796" cy="163135"/>
      </dsp:txXfrm>
    </dsp:sp>
    <dsp:sp modelId="{0E863503-5B7D-4D8B-8BE2-58AD3C50E811}">
      <dsp:nvSpPr>
        <dsp:cNvPr id="0" name=""/>
        <dsp:cNvSpPr/>
      </dsp:nvSpPr>
      <dsp:spPr>
        <a:xfrm>
          <a:off x="2055997" y="2797136"/>
          <a:ext cx="1332271" cy="62146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zh-TW" sz="1500" kern="1200" dirty="0"/>
            <a:t>停用詞處理</a:t>
          </a:r>
          <a:endParaRPr lang="zh-TW" altLang="en-US" sz="1500" kern="1200" dirty="0"/>
        </a:p>
      </dsp:txBody>
      <dsp:txXfrm>
        <a:off x="2074199" y="2815338"/>
        <a:ext cx="1295867" cy="585063"/>
      </dsp:txXfrm>
    </dsp:sp>
    <dsp:sp modelId="{8E25A724-0EE3-4A33-81E6-B6D23239049D}">
      <dsp:nvSpPr>
        <dsp:cNvPr id="0" name=""/>
        <dsp:cNvSpPr/>
      </dsp:nvSpPr>
      <dsp:spPr>
        <a:xfrm rot="5400000">
          <a:off x="2605607" y="3434141"/>
          <a:ext cx="233050" cy="27966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zh-TW" altLang="en-US" sz="1100" kern="1200"/>
        </a:p>
      </dsp:txBody>
      <dsp:txXfrm rot="-5400000">
        <a:off x="2638235" y="3457446"/>
        <a:ext cx="167796" cy="163135"/>
      </dsp:txXfrm>
    </dsp:sp>
    <dsp:sp modelId="{2775E77E-D216-4100-A588-4E0DDB2FE77C}">
      <dsp:nvSpPr>
        <dsp:cNvPr id="0" name=""/>
        <dsp:cNvSpPr/>
      </dsp:nvSpPr>
      <dsp:spPr>
        <a:xfrm>
          <a:off x="2055997" y="3729338"/>
          <a:ext cx="1332271" cy="62146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zh-TW" sz="1500" kern="1200" dirty="0"/>
            <a:t>建立 BoW / TF / TF-IDF 特徵</a:t>
          </a:r>
          <a:endParaRPr lang="zh-TW" altLang="en-US" sz="1500" kern="1200" dirty="0"/>
        </a:p>
      </dsp:txBody>
      <dsp:txXfrm>
        <a:off x="2074199" y="3747540"/>
        <a:ext cx="1295867" cy="585063"/>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4191AA-E579-4637-A162-6EA965AF927A}">
      <dsp:nvSpPr>
        <dsp:cNvPr id="0" name=""/>
        <dsp:cNvSpPr/>
      </dsp:nvSpPr>
      <dsp:spPr>
        <a:xfrm>
          <a:off x="120"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資料蒐集</a:t>
          </a:r>
        </a:p>
      </dsp:txBody>
      <dsp:txXfrm>
        <a:off x="241534" y="311564"/>
        <a:ext cx="724243" cy="482828"/>
      </dsp:txXfrm>
    </dsp:sp>
    <dsp:sp modelId="{C6DB58CE-AFF0-4A74-ACB3-99530E7E31F5}">
      <dsp:nvSpPr>
        <dsp:cNvPr id="0" name=""/>
        <dsp:cNvSpPr/>
      </dsp:nvSpPr>
      <dsp:spPr>
        <a:xfrm>
          <a:off x="1086485"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案件篩選</a:t>
          </a:r>
        </a:p>
      </dsp:txBody>
      <dsp:txXfrm>
        <a:off x="1327899" y="311564"/>
        <a:ext cx="724243" cy="482828"/>
      </dsp:txXfrm>
    </dsp:sp>
    <dsp:sp modelId="{816E6BDF-0AEB-4564-BC22-B2E48BAF5464}">
      <dsp:nvSpPr>
        <dsp:cNvPr id="0" name=""/>
        <dsp:cNvSpPr/>
      </dsp:nvSpPr>
      <dsp:spPr>
        <a:xfrm>
          <a:off x="2172850"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標籤整理</a:t>
          </a:r>
        </a:p>
      </dsp:txBody>
      <dsp:txXfrm>
        <a:off x="2414264" y="311564"/>
        <a:ext cx="724243" cy="482828"/>
      </dsp:txXfrm>
    </dsp:sp>
    <dsp:sp modelId="{8294AD81-06F3-4FCB-BE73-18DA247D22D2}">
      <dsp:nvSpPr>
        <dsp:cNvPr id="0" name=""/>
        <dsp:cNvSpPr/>
      </dsp:nvSpPr>
      <dsp:spPr>
        <a:xfrm>
          <a:off x="3259214"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文本前處理</a:t>
          </a:r>
        </a:p>
      </dsp:txBody>
      <dsp:txXfrm>
        <a:off x="3500628" y="311564"/>
        <a:ext cx="724243" cy="482828"/>
      </dsp:txXfrm>
    </dsp:sp>
    <dsp:sp modelId="{EAC0CF2B-1FBF-40CA-ABDC-CEE1EE4F248A}">
      <dsp:nvSpPr>
        <dsp:cNvPr id="0" name=""/>
        <dsp:cNvSpPr/>
      </dsp:nvSpPr>
      <dsp:spPr>
        <a:xfrm>
          <a:off x="4345579"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特徵建構</a:t>
          </a:r>
        </a:p>
      </dsp:txBody>
      <dsp:txXfrm>
        <a:off x="4586993" y="311564"/>
        <a:ext cx="724243" cy="482828"/>
      </dsp:txXfrm>
    </dsp:sp>
    <dsp:sp modelId="{2E9A4EAE-1198-4E49-A7B2-F73CA3FBCC84}">
      <dsp:nvSpPr>
        <dsp:cNvPr id="0" name=""/>
        <dsp:cNvSpPr/>
      </dsp:nvSpPr>
      <dsp:spPr>
        <a:xfrm>
          <a:off x="5431944"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特徵選擇</a:t>
          </a:r>
        </a:p>
      </dsp:txBody>
      <dsp:txXfrm>
        <a:off x="5673358" y="311564"/>
        <a:ext cx="724243" cy="482828"/>
      </dsp:txXfrm>
    </dsp:sp>
    <dsp:sp modelId="{EE7F8039-0CE1-4E24-8E1E-B62E2D35CB28}">
      <dsp:nvSpPr>
        <dsp:cNvPr id="0" name=""/>
        <dsp:cNvSpPr/>
      </dsp:nvSpPr>
      <dsp:spPr>
        <a:xfrm>
          <a:off x="6518308"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模型訓練</a:t>
          </a:r>
        </a:p>
      </dsp:txBody>
      <dsp:txXfrm>
        <a:off x="6759722" y="311564"/>
        <a:ext cx="724243" cy="482828"/>
      </dsp:txXfrm>
    </dsp:sp>
    <dsp:sp modelId="{06E5E437-4722-4EF7-B3A7-7AD3DD309BC4}">
      <dsp:nvSpPr>
        <dsp:cNvPr id="0" name=""/>
        <dsp:cNvSpPr/>
      </dsp:nvSpPr>
      <dsp:spPr>
        <a:xfrm>
          <a:off x="7604673"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模型評估</a:t>
          </a:r>
        </a:p>
      </dsp:txBody>
      <dsp:txXfrm>
        <a:off x="7846087" y="311564"/>
        <a:ext cx="724243" cy="482828"/>
      </dsp:txXfrm>
    </dsp:sp>
    <dsp:sp modelId="{0E5BD989-60F0-4036-A0D2-ACB695C69815}">
      <dsp:nvSpPr>
        <dsp:cNvPr id="0" name=""/>
        <dsp:cNvSpPr/>
      </dsp:nvSpPr>
      <dsp:spPr>
        <a:xfrm>
          <a:off x="8691038"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結果</a:t>
          </a:r>
        </a:p>
      </dsp:txBody>
      <dsp:txXfrm>
        <a:off x="8932452" y="311564"/>
        <a:ext cx="724243" cy="482828"/>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4191AA-E579-4637-A162-6EA965AF927A}">
      <dsp:nvSpPr>
        <dsp:cNvPr id="0" name=""/>
        <dsp:cNvSpPr/>
      </dsp:nvSpPr>
      <dsp:spPr>
        <a:xfrm>
          <a:off x="120"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資料蒐集</a:t>
          </a:r>
        </a:p>
      </dsp:txBody>
      <dsp:txXfrm>
        <a:off x="241534" y="311564"/>
        <a:ext cx="724243" cy="482828"/>
      </dsp:txXfrm>
    </dsp:sp>
    <dsp:sp modelId="{C6DB58CE-AFF0-4A74-ACB3-99530E7E31F5}">
      <dsp:nvSpPr>
        <dsp:cNvPr id="0" name=""/>
        <dsp:cNvSpPr/>
      </dsp:nvSpPr>
      <dsp:spPr>
        <a:xfrm>
          <a:off x="1086485"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案件篩選</a:t>
          </a:r>
        </a:p>
      </dsp:txBody>
      <dsp:txXfrm>
        <a:off x="1327899" y="311564"/>
        <a:ext cx="724243" cy="482828"/>
      </dsp:txXfrm>
    </dsp:sp>
    <dsp:sp modelId="{816E6BDF-0AEB-4564-BC22-B2E48BAF5464}">
      <dsp:nvSpPr>
        <dsp:cNvPr id="0" name=""/>
        <dsp:cNvSpPr/>
      </dsp:nvSpPr>
      <dsp:spPr>
        <a:xfrm>
          <a:off x="2172850"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標籤整理</a:t>
          </a:r>
        </a:p>
      </dsp:txBody>
      <dsp:txXfrm>
        <a:off x="2414264" y="311564"/>
        <a:ext cx="724243" cy="482828"/>
      </dsp:txXfrm>
    </dsp:sp>
    <dsp:sp modelId="{8294AD81-06F3-4FCB-BE73-18DA247D22D2}">
      <dsp:nvSpPr>
        <dsp:cNvPr id="0" name=""/>
        <dsp:cNvSpPr/>
      </dsp:nvSpPr>
      <dsp:spPr>
        <a:xfrm>
          <a:off x="3259214"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文本前處理</a:t>
          </a:r>
        </a:p>
      </dsp:txBody>
      <dsp:txXfrm>
        <a:off x="3500628" y="311564"/>
        <a:ext cx="724243" cy="482828"/>
      </dsp:txXfrm>
    </dsp:sp>
    <dsp:sp modelId="{EAC0CF2B-1FBF-40CA-ABDC-CEE1EE4F248A}">
      <dsp:nvSpPr>
        <dsp:cNvPr id="0" name=""/>
        <dsp:cNvSpPr/>
      </dsp:nvSpPr>
      <dsp:spPr>
        <a:xfrm>
          <a:off x="4345579"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特徵建構</a:t>
          </a:r>
        </a:p>
      </dsp:txBody>
      <dsp:txXfrm>
        <a:off x="4586993" y="311564"/>
        <a:ext cx="724243" cy="482828"/>
      </dsp:txXfrm>
    </dsp:sp>
    <dsp:sp modelId="{2E9A4EAE-1198-4E49-A7B2-F73CA3FBCC84}">
      <dsp:nvSpPr>
        <dsp:cNvPr id="0" name=""/>
        <dsp:cNvSpPr/>
      </dsp:nvSpPr>
      <dsp:spPr>
        <a:xfrm>
          <a:off x="5431944"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特徵選擇</a:t>
          </a:r>
        </a:p>
      </dsp:txBody>
      <dsp:txXfrm>
        <a:off x="5673358" y="311564"/>
        <a:ext cx="724243" cy="482828"/>
      </dsp:txXfrm>
    </dsp:sp>
    <dsp:sp modelId="{EE7F8039-0CE1-4E24-8E1E-B62E2D35CB28}">
      <dsp:nvSpPr>
        <dsp:cNvPr id="0" name=""/>
        <dsp:cNvSpPr/>
      </dsp:nvSpPr>
      <dsp:spPr>
        <a:xfrm>
          <a:off x="6518308"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模型訓練</a:t>
          </a:r>
        </a:p>
      </dsp:txBody>
      <dsp:txXfrm>
        <a:off x="6759722" y="311564"/>
        <a:ext cx="724243" cy="482828"/>
      </dsp:txXfrm>
    </dsp:sp>
    <dsp:sp modelId="{06E5E437-4722-4EF7-B3A7-7AD3DD309BC4}">
      <dsp:nvSpPr>
        <dsp:cNvPr id="0" name=""/>
        <dsp:cNvSpPr/>
      </dsp:nvSpPr>
      <dsp:spPr>
        <a:xfrm>
          <a:off x="7604673"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模型評估</a:t>
          </a:r>
        </a:p>
      </dsp:txBody>
      <dsp:txXfrm>
        <a:off x="7846087" y="311564"/>
        <a:ext cx="724243" cy="482828"/>
      </dsp:txXfrm>
    </dsp:sp>
    <dsp:sp modelId="{0E5BD989-60F0-4036-A0D2-ACB695C69815}">
      <dsp:nvSpPr>
        <dsp:cNvPr id="0" name=""/>
        <dsp:cNvSpPr/>
      </dsp:nvSpPr>
      <dsp:spPr>
        <a:xfrm>
          <a:off x="8691038"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結果</a:t>
          </a:r>
        </a:p>
      </dsp:txBody>
      <dsp:txXfrm>
        <a:off x="8932452" y="311564"/>
        <a:ext cx="724243" cy="482828"/>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4191AA-E579-4637-A162-6EA965AF927A}">
      <dsp:nvSpPr>
        <dsp:cNvPr id="0" name=""/>
        <dsp:cNvSpPr/>
      </dsp:nvSpPr>
      <dsp:spPr>
        <a:xfrm>
          <a:off x="120"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資料蒐集</a:t>
          </a:r>
        </a:p>
      </dsp:txBody>
      <dsp:txXfrm>
        <a:off x="241534" y="311564"/>
        <a:ext cx="724243" cy="482828"/>
      </dsp:txXfrm>
    </dsp:sp>
    <dsp:sp modelId="{C6DB58CE-AFF0-4A74-ACB3-99530E7E31F5}">
      <dsp:nvSpPr>
        <dsp:cNvPr id="0" name=""/>
        <dsp:cNvSpPr/>
      </dsp:nvSpPr>
      <dsp:spPr>
        <a:xfrm>
          <a:off x="1086485"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案件篩選</a:t>
          </a:r>
        </a:p>
      </dsp:txBody>
      <dsp:txXfrm>
        <a:off x="1327899" y="311564"/>
        <a:ext cx="724243" cy="482828"/>
      </dsp:txXfrm>
    </dsp:sp>
    <dsp:sp modelId="{816E6BDF-0AEB-4564-BC22-B2E48BAF5464}">
      <dsp:nvSpPr>
        <dsp:cNvPr id="0" name=""/>
        <dsp:cNvSpPr/>
      </dsp:nvSpPr>
      <dsp:spPr>
        <a:xfrm>
          <a:off x="2172850"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標籤整理</a:t>
          </a:r>
        </a:p>
      </dsp:txBody>
      <dsp:txXfrm>
        <a:off x="2414264" y="311564"/>
        <a:ext cx="724243" cy="482828"/>
      </dsp:txXfrm>
    </dsp:sp>
    <dsp:sp modelId="{8294AD81-06F3-4FCB-BE73-18DA247D22D2}">
      <dsp:nvSpPr>
        <dsp:cNvPr id="0" name=""/>
        <dsp:cNvSpPr/>
      </dsp:nvSpPr>
      <dsp:spPr>
        <a:xfrm>
          <a:off x="3259214"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文本前處理</a:t>
          </a:r>
        </a:p>
      </dsp:txBody>
      <dsp:txXfrm>
        <a:off x="3500628" y="311564"/>
        <a:ext cx="724243" cy="482828"/>
      </dsp:txXfrm>
    </dsp:sp>
    <dsp:sp modelId="{EAC0CF2B-1FBF-40CA-ABDC-CEE1EE4F248A}">
      <dsp:nvSpPr>
        <dsp:cNvPr id="0" name=""/>
        <dsp:cNvSpPr/>
      </dsp:nvSpPr>
      <dsp:spPr>
        <a:xfrm>
          <a:off x="4345579"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特徵建構</a:t>
          </a:r>
        </a:p>
      </dsp:txBody>
      <dsp:txXfrm>
        <a:off x="4586993" y="311564"/>
        <a:ext cx="724243" cy="482828"/>
      </dsp:txXfrm>
    </dsp:sp>
    <dsp:sp modelId="{2E9A4EAE-1198-4E49-A7B2-F73CA3FBCC84}">
      <dsp:nvSpPr>
        <dsp:cNvPr id="0" name=""/>
        <dsp:cNvSpPr/>
      </dsp:nvSpPr>
      <dsp:spPr>
        <a:xfrm>
          <a:off x="5431944"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特徵選擇</a:t>
          </a:r>
        </a:p>
      </dsp:txBody>
      <dsp:txXfrm>
        <a:off x="5673358" y="311564"/>
        <a:ext cx="724243" cy="482828"/>
      </dsp:txXfrm>
    </dsp:sp>
    <dsp:sp modelId="{EE7F8039-0CE1-4E24-8E1E-B62E2D35CB28}">
      <dsp:nvSpPr>
        <dsp:cNvPr id="0" name=""/>
        <dsp:cNvSpPr/>
      </dsp:nvSpPr>
      <dsp:spPr>
        <a:xfrm>
          <a:off x="6518308"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模型訓練</a:t>
          </a:r>
        </a:p>
      </dsp:txBody>
      <dsp:txXfrm>
        <a:off x="6759722" y="311564"/>
        <a:ext cx="724243" cy="482828"/>
      </dsp:txXfrm>
    </dsp:sp>
    <dsp:sp modelId="{06E5E437-4722-4EF7-B3A7-7AD3DD309BC4}">
      <dsp:nvSpPr>
        <dsp:cNvPr id="0" name=""/>
        <dsp:cNvSpPr/>
      </dsp:nvSpPr>
      <dsp:spPr>
        <a:xfrm>
          <a:off x="7604673"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模型評估</a:t>
          </a:r>
        </a:p>
      </dsp:txBody>
      <dsp:txXfrm>
        <a:off x="7846087" y="311564"/>
        <a:ext cx="724243" cy="482828"/>
      </dsp:txXfrm>
    </dsp:sp>
    <dsp:sp modelId="{0E5BD989-60F0-4036-A0D2-ACB695C69815}">
      <dsp:nvSpPr>
        <dsp:cNvPr id="0" name=""/>
        <dsp:cNvSpPr/>
      </dsp:nvSpPr>
      <dsp:spPr>
        <a:xfrm>
          <a:off x="8691038"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結果</a:t>
          </a:r>
        </a:p>
      </dsp:txBody>
      <dsp:txXfrm>
        <a:off x="8932452" y="311564"/>
        <a:ext cx="724243" cy="482828"/>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4191AA-E579-4637-A162-6EA965AF927A}">
      <dsp:nvSpPr>
        <dsp:cNvPr id="0" name=""/>
        <dsp:cNvSpPr/>
      </dsp:nvSpPr>
      <dsp:spPr>
        <a:xfrm>
          <a:off x="120"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資料蒐集</a:t>
          </a:r>
        </a:p>
      </dsp:txBody>
      <dsp:txXfrm>
        <a:off x="241534" y="311564"/>
        <a:ext cx="724243" cy="482828"/>
      </dsp:txXfrm>
    </dsp:sp>
    <dsp:sp modelId="{C6DB58CE-AFF0-4A74-ACB3-99530E7E31F5}">
      <dsp:nvSpPr>
        <dsp:cNvPr id="0" name=""/>
        <dsp:cNvSpPr/>
      </dsp:nvSpPr>
      <dsp:spPr>
        <a:xfrm>
          <a:off x="1086485"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案件篩選</a:t>
          </a:r>
        </a:p>
      </dsp:txBody>
      <dsp:txXfrm>
        <a:off x="1327899" y="311564"/>
        <a:ext cx="724243" cy="482828"/>
      </dsp:txXfrm>
    </dsp:sp>
    <dsp:sp modelId="{816E6BDF-0AEB-4564-BC22-B2E48BAF5464}">
      <dsp:nvSpPr>
        <dsp:cNvPr id="0" name=""/>
        <dsp:cNvSpPr/>
      </dsp:nvSpPr>
      <dsp:spPr>
        <a:xfrm>
          <a:off x="2172850"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標籤整理</a:t>
          </a:r>
        </a:p>
      </dsp:txBody>
      <dsp:txXfrm>
        <a:off x="2414264" y="311564"/>
        <a:ext cx="724243" cy="482828"/>
      </dsp:txXfrm>
    </dsp:sp>
    <dsp:sp modelId="{8294AD81-06F3-4FCB-BE73-18DA247D22D2}">
      <dsp:nvSpPr>
        <dsp:cNvPr id="0" name=""/>
        <dsp:cNvSpPr/>
      </dsp:nvSpPr>
      <dsp:spPr>
        <a:xfrm>
          <a:off x="3259214"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文本前處理</a:t>
          </a:r>
        </a:p>
      </dsp:txBody>
      <dsp:txXfrm>
        <a:off x="3500628" y="311564"/>
        <a:ext cx="724243" cy="482828"/>
      </dsp:txXfrm>
    </dsp:sp>
    <dsp:sp modelId="{EAC0CF2B-1FBF-40CA-ABDC-CEE1EE4F248A}">
      <dsp:nvSpPr>
        <dsp:cNvPr id="0" name=""/>
        <dsp:cNvSpPr/>
      </dsp:nvSpPr>
      <dsp:spPr>
        <a:xfrm>
          <a:off x="4345579"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特徵建構</a:t>
          </a:r>
        </a:p>
      </dsp:txBody>
      <dsp:txXfrm>
        <a:off x="4586993" y="311564"/>
        <a:ext cx="724243" cy="482828"/>
      </dsp:txXfrm>
    </dsp:sp>
    <dsp:sp modelId="{2E9A4EAE-1198-4E49-A7B2-F73CA3FBCC84}">
      <dsp:nvSpPr>
        <dsp:cNvPr id="0" name=""/>
        <dsp:cNvSpPr/>
      </dsp:nvSpPr>
      <dsp:spPr>
        <a:xfrm>
          <a:off x="5431944"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特徵選擇</a:t>
          </a:r>
        </a:p>
      </dsp:txBody>
      <dsp:txXfrm>
        <a:off x="5673358" y="311564"/>
        <a:ext cx="724243" cy="482828"/>
      </dsp:txXfrm>
    </dsp:sp>
    <dsp:sp modelId="{EE7F8039-0CE1-4E24-8E1E-B62E2D35CB28}">
      <dsp:nvSpPr>
        <dsp:cNvPr id="0" name=""/>
        <dsp:cNvSpPr/>
      </dsp:nvSpPr>
      <dsp:spPr>
        <a:xfrm>
          <a:off x="6518308"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模型訓練</a:t>
          </a:r>
        </a:p>
      </dsp:txBody>
      <dsp:txXfrm>
        <a:off x="6759722" y="311564"/>
        <a:ext cx="724243" cy="482828"/>
      </dsp:txXfrm>
    </dsp:sp>
    <dsp:sp modelId="{06E5E437-4722-4EF7-B3A7-7AD3DD309BC4}">
      <dsp:nvSpPr>
        <dsp:cNvPr id="0" name=""/>
        <dsp:cNvSpPr/>
      </dsp:nvSpPr>
      <dsp:spPr>
        <a:xfrm>
          <a:off x="7604673"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模型評估</a:t>
          </a:r>
        </a:p>
      </dsp:txBody>
      <dsp:txXfrm>
        <a:off x="7846087" y="311564"/>
        <a:ext cx="724243" cy="482828"/>
      </dsp:txXfrm>
    </dsp:sp>
    <dsp:sp modelId="{0E5BD989-60F0-4036-A0D2-ACB695C69815}">
      <dsp:nvSpPr>
        <dsp:cNvPr id="0" name=""/>
        <dsp:cNvSpPr/>
      </dsp:nvSpPr>
      <dsp:spPr>
        <a:xfrm>
          <a:off x="8691038"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結果</a:t>
          </a:r>
        </a:p>
      </dsp:txBody>
      <dsp:txXfrm>
        <a:off x="8932452" y="311564"/>
        <a:ext cx="724243" cy="482828"/>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4191AA-E579-4637-A162-6EA965AF927A}">
      <dsp:nvSpPr>
        <dsp:cNvPr id="0" name=""/>
        <dsp:cNvSpPr/>
      </dsp:nvSpPr>
      <dsp:spPr>
        <a:xfrm>
          <a:off x="120"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資料蒐集</a:t>
          </a:r>
        </a:p>
      </dsp:txBody>
      <dsp:txXfrm>
        <a:off x="241534" y="311564"/>
        <a:ext cx="724243" cy="482828"/>
      </dsp:txXfrm>
    </dsp:sp>
    <dsp:sp modelId="{C6DB58CE-AFF0-4A74-ACB3-99530E7E31F5}">
      <dsp:nvSpPr>
        <dsp:cNvPr id="0" name=""/>
        <dsp:cNvSpPr/>
      </dsp:nvSpPr>
      <dsp:spPr>
        <a:xfrm>
          <a:off x="1086485"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案件篩選</a:t>
          </a:r>
        </a:p>
      </dsp:txBody>
      <dsp:txXfrm>
        <a:off x="1327899" y="311564"/>
        <a:ext cx="724243" cy="482828"/>
      </dsp:txXfrm>
    </dsp:sp>
    <dsp:sp modelId="{816E6BDF-0AEB-4564-BC22-B2E48BAF5464}">
      <dsp:nvSpPr>
        <dsp:cNvPr id="0" name=""/>
        <dsp:cNvSpPr/>
      </dsp:nvSpPr>
      <dsp:spPr>
        <a:xfrm>
          <a:off x="2172850"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標籤整理</a:t>
          </a:r>
        </a:p>
      </dsp:txBody>
      <dsp:txXfrm>
        <a:off x="2414264" y="311564"/>
        <a:ext cx="724243" cy="482828"/>
      </dsp:txXfrm>
    </dsp:sp>
    <dsp:sp modelId="{8294AD81-06F3-4FCB-BE73-18DA247D22D2}">
      <dsp:nvSpPr>
        <dsp:cNvPr id="0" name=""/>
        <dsp:cNvSpPr/>
      </dsp:nvSpPr>
      <dsp:spPr>
        <a:xfrm>
          <a:off x="3259214"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文本前處理</a:t>
          </a:r>
        </a:p>
      </dsp:txBody>
      <dsp:txXfrm>
        <a:off x="3500628" y="311564"/>
        <a:ext cx="724243" cy="482828"/>
      </dsp:txXfrm>
    </dsp:sp>
    <dsp:sp modelId="{EAC0CF2B-1FBF-40CA-ABDC-CEE1EE4F248A}">
      <dsp:nvSpPr>
        <dsp:cNvPr id="0" name=""/>
        <dsp:cNvSpPr/>
      </dsp:nvSpPr>
      <dsp:spPr>
        <a:xfrm>
          <a:off x="4345579"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特徵建構</a:t>
          </a:r>
        </a:p>
      </dsp:txBody>
      <dsp:txXfrm>
        <a:off x="4586993" y="311564"/>
        <a:ext cx="724243" cy="482828"/>
      </dsp:txXfrm>
    </dsp:sp>
    <dsp:sp modelId="{2E9A4EAE-1198-4E49-A7B2-F73CA3FBCC84}">
      <dsp:nvSpPr>
        <dsp:cNvPr id="0" name=""/>
        <dsp:cNvSpPr/>
      </dsp:nvSpPr>
      <dsp:spPr>
        <a:xfrm>
          <a:off x="5431944"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特徵選擇</a:t>
          </a:r>
        </a:p>
      </dsp:txBody>
      <dsp:txXfrm>
        <a:off x="5673358" y="311564"/>
        <a:ext cx="724243" cy="482828"/>
      </dsp:txXfrm>
    </dsp:sp>
    <dsp:sp modelId="{EE7F8039-0CE1-4E24-8E1E-B62E2D35CB28}">
      <dsp:nvSpPr>
        <dsp:cNvPr id="0" name=""/>
        <dsp:cNvSpPr/>
      </dsp:nvSpPr>
      <dsp:spPr>
        <a:xfrm>
          <a:off x="6518308"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模型訓練</a:t>
          </a:r>
        </a:p>
      </dsp:txBody>
      <dsp:txXfrm>
        <a:off x="6759722" y="311564"/>
        <a:ext cx="724243" cy="482828"/>
      </dsp:txXfrm>
    </dsp:sp>
    <dsp:sp modelId="{06E5E437-4722-4EF7-B3A7-7AD3DD309BC4}">
      <dsp:nvSpPr>
        <dsp:cNvPr id="0" name=""/>
        <dsp:cNvSpPr/>
      </dsp:nvSpPr>
      <dsp:spPr>
        <a:xfrm>
          <a:off x="7604673"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模型評估</a:t>
          </a:r>
        </a:p>
      </dsp:txBody>
      <dsp:txXfrm>
        <a:off x="7846087" y="311564"/>
        <a:ext cx="724243" cy="482828"/>
      </dsp:txXfrm>
    </dsp:sp>
    <dsp:sp modelId="{0E5BD989-60F0-4036-A0D2-ACB695C69815}">
      <dsp:nvSpPr>
        <dsp:cNvPr id="0" name=""/>
        <dsp:cNvSpPr/>
      </dsp:nvSpPr>
      <dsp:spPr>
        <a:xfrm>
          <a:off x="8691038"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結果</a:t>
          </a:r>
        </a:p>
      </dsp:txBody>
      <dsp:txXfrm>
        <a:off x="8932452" y="311564"/>
        <a:ext cx="724243" cy="482828"/>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4191AA-E579-4637-A162-6EA965AF927A}">
      <dsp:nvSpPr>
        <dsp:cNvPr id="0" name=""/>
        <dsp:cNvSpPr/>
      </dsp:nvSpPr>
      <dsp:spPr>
        <a:xfrm>
          <a:off x="120"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資料蒐集</a:t>
          </a:r>
        </a:p>
      </dsp:txBody>
      <dsp:txXfrm>
        <a:off x="241534" y="311564"/>
        <a:ext cx="724243" cy="482828"/>
      </dsp:txXfrm>
    </dsp:sp>
    <dsp:sp modelId="{C6DB58CE-AFF0-4A74-ACB3-99530E7E31F5}">
      <dsp:nvSpPr>
        <dsp:cNvPr id="0" name=""/>
        <dsp:cNvSpPr/>
      </dsp:nvSpPr>
      <dsp:spPr>
        <a:xfrm>
          <a:off x="1086485"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案件篩選</a:t>
          </a:r>
        </a:p>
      </dsp:txBody>
      <dsp:txXfrm>
        <a:off x="1327899" y="311564"/>
        <a:ext cx="724243" cy="482828"/>
      </dsp:txXfrm>
    </dsp:sp>
    <dsp:sp modelId="{816E6BDF-0AEB-4564-BC22-B2E48BAF5464}">
      <dsp:nvSpPr>
        <dsp:cNvPr id="0" name=""/>
        <dsp:cNvSpPr/>
      </dsp:nvSpPr>
      <dsp:spPr>
        <a:xfrm>
          <a:off x="2172850"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標籤整理</a:t>
          </a:r>
        </a:p>
      </dsp:txBody>
      <dsp:txXfrm>
        <a:off x="2414264" y="311564"/>
        <a:ext cx="724243" cy="482828"/>
      </dsp:txXfrm>
    </dsp:sp>
    <dsp:sp modelId="{8294AD81-06F3-4FCB-BE73-18DA247D22D2}">
      <dsp:nvSpPr>
        <dsp:cNvPr id="0" name=""/>
        <dsp:cNvSpPr/>
      </dsp:nvSpPr>
      <dsp:spPr>
        <a:xfrm>
          <a:off x="3259214"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文本前處理</a:t>
          </a:r>
        </a:p>
      </dsp:txBody>
      <dsp:txXfrm>
        <a:off x="3500628" y="311564"/>
        <a:ext cx="724243" cy="482828"/>
      </dsp:txXfrm>
    </dsp:sp>
    <dsp:sp modelId="{EAC0CF2B-1FBF-40CA-ABDC-CEE1EE4F248A}">
      <dsp:nvSpPr>
        <dsp:cNvPr id="0" name=""/>
        <dsp:cNvSpPr/>
      </dsp:nvSpPr>
      <dsp:spPr>
        <a:xfrm>
          <a:off x="4345579"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特徵建構</a:t>
          </a:r>
        </a:p>
      </dsp:txBody>
      <dsp:txXfrm>
        <a:off x="4586993" y="311564"/>
        <a:ext cx="724243" cy="482828"/>
      </dsp:txXfrm>
    </dsp:sp>
    <dsp:sp modelId="{2E9A4EAE-1198-4E49-A7B2-F73CA3FBCC84}">
      <dsp:nvSpPr>
        <dsp:cNvPr id="0" name=""/>
        <dsp:cNvSpPr/>
      </dsp:nvSpPr>
      <dsp:spPr>
        <a:xfrm>
          <a:off x="5431944"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特徵選擇</a:t>
          </a:r>
        </a:p>
      </dsp:txBody>
      <dsp:txXfrm>
        <a:off x="5673358" y="311564"/>
        <a:ext cx="724243" cy="482828"/>
      </dsp:txXfrm>
    </dsp:sp>
    <dsp:sp modelId="{EE7F8039-0CE1-4E24-8E1E-B62E2D35CB28}">
      <dsp:nvSpPr>
        <dsp:cNvPr id="0" name=""/>
        <dsp:cNvSpPr/>
      </dsp:nvSpPr>
      <dsp:spPr>
        <a:xfrm>
          <a:off x="6518308"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模型訓練</a:t>
          </a:r>
        </a:p>
      </dsp:txBody>
      <dsp:txXfrm>
        <a:off x="6759722" y="311564"/>
        <a:ext cx="724243" cy="482828"/>
      </dsp:txXfrm>
    </dsp:sp>
    <dsp:sp modelId="{06E5E437-4722-4EF7-B3A7-7AD3DD309BC4}">
      <dsp:nvSpPr>
        <dsp:cNvPr id="0" name=""/>
        <dsp:cNvSpPr/>
      </dsp:nvSpPr>
      <dsp:spPr>
        <a:xfrm>
          <a:off x="7604673"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模型評估</a:t>
          </a:r>
        </a:p>
      </dsp:txBody>
      <dsp:txXfrm>
        <a:off x="7846087" y="311564"/>
        <a:ext cx="724243" cy="482828"/>
      </dsp:txXfrm>
    </dsp:sp>
    <dsp:sp modelId="{0E5BD989-60F0-4036-A0D2-ACB695C69815}">
      <dsp:nvSpPr>
        <dsp:cNvPr id="0" name=""/>
        <dsp:cNvSpPr/>
      </dsp:nvSpPr>
      <dsp:spPr>
        <a:xfrm>
          <a:off x="8691038"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結果</a:t>
          </a:r>
        </a:p>
      </dsp:txBody>
      <dsp:txXfrm>
        <a:off x="8932452" y="311564"/>
        <a:ext cx="724243" cy="482828"/>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4191AA-E579-4637-A162-6EA965AF927A}">
      <dsp:nvSpPr>
        <dsp:cNvPr id="0" name=""/>
        <dsp:cNvSpPr/>
      </dsp:nvSpPr>
      <dsp:spPr>
        <a:xfrm>
          <a:off x="120"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資料蒐集</a:t>
          </a:r>
        </a:p>
      </dsp:txBody>
      <dsp:txXfrm>
        <a:off x="241534" y="311564"/>
        <a:ext cx="724243" cy="482828"/>
      </dsp:txXfrm>
    </dsp:sp>
    <dsp:sp modelId="{C6DB58CE-AFF0-4A74-ACB3-99530E7E31F5}">
      <dsp:nvSpPr>
        <dsp:cNvPr id="0" name=""/>
        <dsp:cNvSpPr/>
      </dsp:nvSpPr>
      <dsp:spPr>
        <a:xfrm>
          <a:off x="1086485"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案件篩選</a:t>
          </a:r>
        </a:p>
      </dsp:txBody>
      <dsp:txXfrm>
        <a:off x="1327899" y="311564"/>
        <a:ext cx="724243" cy="482828"/>
      </dsp:txXfrm>
    </dsp:sp>
    <dsp:sp modelId="{816E6BDF-0AEB-4564-BC22-B2E48BAF5464}">
      <dsp:nvSpPr>
        <dsp:cNvPr id="0" name=""/>
        <dsp:cNvSpPr/>
      </dsp:nvSpPr>
      <dsp:spPr>
        <a:xfrm>
          <a:off x="2172850"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標籤整理</a:t>
          </a:r>
        </a:p>
      </dsp:txBody>
      <dsp:txXfrm>
        <a:off x="2414264" y="311564"/>
        <a:ext cx="724243" cy="482828"/>
      </dsp:txXfrm>
    </dsp:sp>
    <dsp:sp modelId="{8294AD81-06F3-4FCB-BE73-18DA247D22D2}">
      <dsp:nvSpPr>
        <dsp:cNvPr id="0" name=""/>
        <dsp:cNvSpPr/>
      </dsp:nvSpPr>
      <dsp:spPr>
        <a:xfrm>
          <a:off x="3259214"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文本前處理</a:t>
          </a:r>
        </a:p>
      </dsp:txBody>
      <dsp:txXfrm>
        <a:off x="3500628" y="311564"/>
        <a:ext cx="724243" cy="482828"/>
      </dsp:txXfrm>
    </dsp:sp>
    <dsp:sp modelId="{EAC0CF2B-1FBF-40CA-ABDC-CEE1EE4F248A}">
      <dsp:nvSpPr>
        <dsp:cNvPr id="0" name=""/>
        <dsp:cNvSpPr/>
      </dsp:nvSpPr>
      <dsp:spPr>
        <a:xfrm>
          <a:off x="4345579"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特徵建構</a:t>
          </a:r>
        </a:p>
      </dsp:txBody>
      <dsp:txXfrm>
        <a:off x="4586993" y="311564"/>
        <a:ext cx="724243" cy="482828"/>
      </dsp:txXfrm>
    </dsp:sp>
    <dsp:sp modelId="{2E9A4EAE-1198-4E49-A7B2-F73CA3FBCC84}">
      <dsp:nvSpPr>
        <dsp:cNvPr id="0" name=""/>
        <dsp:cNvSpPr/>
      </dsp:nvSpPr>
      <dsp:spPr>
        <a:xfrm>
          <a:off x="5431944"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特徵選擇</a:t>
          </a:r>
        </a:p>
      </dsp:txBody>
      <dsp:txXfrm>
        <a:off x="5673358" y="311564"/>
        <a:ext cx="724243" cy="482828"/>
      </dsp:txXfrm>
    </dsp:sp>
    <dsp:sp modelId="{EE7F8039-0CE1-4E24-8E1E-B62E2D35CB28}">
      <dsp:nvSpPr>
        <dsp:cNvPr id="0" name=""/>
        <dsp:cNvSpPr/>
      </dsp:nvSpPr>
      <dsp:spPr>
        <a:xfrm>
          <a:off x="6518308"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模型訓練</a:t>
          </a:r>
        </a:p>
      </dsp:txBody>
      <dsp:txXfrm>
        <a:off x="6759722" y="311564"/>
        <a:ext cx="724243" cy="482828"/>
      </dsp:txXfrm>
    </dsp:sp>
    <dsp:sp modelId="{06E5E437-4722-4EF7-B3A7-7AD3DD309BC4}">
      <dsp:nvSpPr>
        <dsp:cNvPr id="0" name=""/>
        <dsp:cNvSpPr/>
      </dsp:nvSpPr>
      <dsp:spPr>
        <a:xfrm>
          <a:off x="7604673"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模型評估</a:t>
          </a:r>
        </a:p>
      </dsp:txBody>
      <dsp:txXfrm>
        <a:off x="7846087" y="311564"/>
        <a:ext cx="724243" cy="482828"/>
      </dsp:txXfrm>
    </dsp:sp>
    <dsp:sp modelId="{0E5BD989-60F0-4036-A0D2-ACB695C69815}">
      <dsp:nvSpPr>
        <dsp:cNvPr id="0" name=""/>
        <dsp:cNvSpPr/>
      </dsp:nvSpPr>
      <dsp:spPr>
        <a:xfrm>
          <a:off x="8691038"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結果</a:t>
          </a:r>
        </a:p>
      </dsp:txBody>
      <dsp:txXfrm>
        <a:off x="8932452" y="311564"/>
        <a:ext cx="724243" cy="482828"/>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4191AA-E579-4637-A162-6EA965AF927A}">
      <dsp:nvSpPr>
        <dsp:cNvPr id="0" name=""/>
        <dsp:cNvSpPr/>
      </dsp:nvSpPr>
      <dsp:spPr>
        <a:xfrm>
          <a:off x="120"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資料蒐集</a:t>
          </a:r>
        </a:p>
      </dsp:txBody>
      <dsp:txXfrm>
        <a:off x="241534" y="311564"/>
        <a:ext cx="724243" cy="482828"/>
      </dsp:txXfrm>
    </dsp:sp>
    <dsp:sp modelId="{C6DB58CE-AFF0-4A74-ACB3-99530E7E31F5}">
      <dsp:nvSpPr>
        <dsp:cNvPr id="0" name=""/>
        <dsp:cNvSpPr/>
      </dsp:nvSpPr>
      <dsp:spPr>
        <a:xfrm>
          <a:off x="1086485"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案件篩選</a:t>
          </a:r>
        </a:p>
      </dsp:txBody>
      <dsp:txXfrm>
        <a:off x="1327899" y="311564"/>
        <a:ext cx="724243" cy="482828"/>
      </dsp:txXfrm>
    </dsp:sp>
    <dsp:sp modelId="{816E6BDF-0AEB-4564-BC22-B2E48BAF5464}">
      <dsp:nvSpPr>
        <dsp:cNvPr id="0" name=""/>
        <dsp:cNvSpPr/>
      </dsp:nvSpPr>
      <dsp:spPr>
        <a:xfrm>
          <a:off x="2172850"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標籤整理</a:t>
          </a:r>
        </a:p>
      </dsp:txBody>
      <dsp:txXfrm>
        <a:off x="2414264" y="311564"/>
        <a:ext cx="724243" cy="482828"/>
      </dsp:txXfrm>
    </dsp:sp>
    <dsp:sp modelId="{8294AD81-06F3-4FCB-BE73-18DA247D22D2}">
      <dsp:nvSpPr>
        <dsp:cNvPr id="0" name=""/>
        <dsp:cNvSpPr/>
      </dsp:nvSpPr>
      <dsp:spPr>
        <a:xfrm>
          <a:off x="3259214"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文本前處理</a:t>
          </a:r>
        </a:p>
      </dsp:txBody>
      <dsp:txXfrm>
        <a:off x="3500628" y="311564"/>
        <a:ext cx="724243" cy="482828"/>
      </dsp:txXfrm>
    </dsp:sp>
    <dsp:sp modelId="{EAC0CF2B-1FBF-40CA-ABDC-CEE1EE4F248A}">
      <dsp:nvSpPr>
        <dsp:cNvPr id="0" name=""/>
        <dsp:cNvSpPr/>
      </dsp:nvSpPr>
      <dsp:spPr>
        <a:xfrm>
          <a:off x="4345579"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特徵建構</a:t>
          </a:r>
        </a:p>
      </dsp:txBody>
      <dsp:txXfrm>
        <a:off x="4586993" y="311564"/>
        <a:ext cx="724243" cy="482828"/>
      </dsp:txXfrm>
    </dsp:sp>
    <dsp:sp modelId="{2E9A4EAE-1198-4E49-A7B2-F73CA3FBCC84}">
      <dsp:nvSpPr>
        <dsp:cNvPr id="0" name=""/>
        <dsp:cNvSpPr/>
      </dsp:nvSpPr>
      <dsp:spPr>
        <a:xfrm>
          <a:off x="5431944"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特徵選擇</a:t>
          </a:r>
        </a:p>
      </dsp:txBody>
      <dsp:txXfrm>
        <a:off x="5673358" y="311564"/>
        <a:ext cx="724243" cy="482828"/>
      </dsp:txXfrm>
    </dsp:sp>
    <dsp:sp modelId="{EE7F8039-0CE1-4E24-8E1E-B62E2D35CB28}">
      <dsp:nvSpPr>
        <dsp:cNvPr id="0" name=""/>
        <dsp:cNvSpPr/>
      </dsp:nvSpPr>
      <dsp:spPr>
        <a:xfrm>
          <a:off x="6518308"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模型訓練</a:t>
          </a:r>
        </a:p>
      </dsp:txBody>
      <dsp:txXfrm>
        <a:off x="6759722" y="311564"/>
        <a:ext cx="724243" cy="482828"/>
      </dsp:txXfrm>
    </dsp:sp>
    <dsp:sp modelId="{06E5E437-4722-4EF7-B3A7-7AD3DD309BC4}">
      <dsp:nvSpPr>
        <dsp:cNvPr id="0" name=""/>
        <dsp:cNvSpPr/>
      </dsp:nvSpPr>
      <dsp:spPr>
        <a:xfrm>
          <a:off x="7604673"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模型評估</a:t>
          </a:r>
        </a:p>
      </dsp:txBody>
      <dsp:txXfrm>
        <a:off x="7846087" y="311564"/>
        <a:ext cx="724243" cy="482828"/>
      </dsp:txXfrm>
    </dsp:sp>
    <dsp:sp modelId="{0E5BD989-60F0-4036-A0D2-ACB695C69815}">
      <dsp:nvSpPr>
        <dsp:cNvPr id="0" name=""/>
        <dsp:cNvSpPr/>
      </dsp:nvSpPr>
      <dsp:spPr>
        <a:xfrm>
          <a:off x="8691038"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結果</a:t>
          </a:r>
        </a:p>
      </dsp:txBody>
      <dsp:txXfrm>
        <a:off x="8932452" y="311564"/>
        <a:ext cx="724243" cy="482828"/>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4191AA-E579-4637-A162-6EA965AF927A}">
      <dsp:nvSpPr>
        <dsp:cNvPr id="0" name=""/>
        <dsp:cNvSpPr/>
      </dsp:nvSpPr>
      <dsp:spPr>
        <a:xfrm>
          <a:off x="120"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資料蒐集</a:t>
          </a:r>
        </a:p>
      </dsp:txBody>
      <dsp:txXfrm>
        <a:off x="241534" y="311564"/>
        <a:ext cx="724243" cy="482828"/>
      </dsp:txXfrm>
    </dsp:sp>
    <dsp:sp modelId="{C6DB58CE-AFF0-4A74-ACB3-99530E7E31F5}">
      <dsp:nvSpPr>
        <dsp:cNvPr id="0" name=""/>
        <dsp:cNvSpPr/>
      </dsp:nvSpPr>
      <dsp:spPr>
        <a:xfrm>
          <a:off x="1086485"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案件篩選</a:t>
          </a:r>
        </a:p>
      </dsp:txBody>
      <dsp:txXfrm>
        <a:off x="1327899" y="311564"/>
        <a:ext cx="724243" cy="482828"/>
      </dsp:txXfrm>
    </dsp:sp>
    <dsp:sp modelId="{816E6BDF-0AEB-4564-BC22-B2E48BAF5464}">
      <dsp:nvSpPr>
        <dsp:cNvPr id="0" name=""/>
        <dsp:cNvSpPr/>
      </dsp:nvSpPr>
      <dsp:spPr>
        <a:xfrm>
          <a:off x="2172850"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標籤整理</a:t>
          </a:r>
        </a:p>
      </dsp:txBody>
      <dsp:txXfrm>
        <a:off x="2414264" y="311564"/>
        <a:ext cx="724243" cy="482828"/>
      </dsp:txXfrm>
    </dsp:sp>
    <dsp:sp modelId="{8294AD81-06F3-4FCB-BE73-18DA247D22D2}">
      <dsp:nvSpPr>
        <dsp:cNvPr id="0" name=""/>
        <dsp:cNvSpPr/>
      </dsp:nvSpPr>
      <dsp:spPr>
        <a:xfrm>
          <a:off x="3259214"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文本前處理</a:t>
          </a:r>
        </a:p>
      </dsp:txBody>
      <dsp:txXfrm>
        <a:off x="3500628" y="311564"/>
        <a:ext cx="724243" cy="482828"/>
      </dsp:txXfrm>
    </dsp:sp>
    <dsp:sp modelId="{EAC0CF2B-1FBF-40CA-ABDC-CEE1EE4F248A}">
      <dsp:nvSpPr>
        <dsp:cNvPr id="0" name=""/>
        <dsp:cNvSpPr/>
      </dsp:nvSpPr>
      <dsp:spPr>
        <a:xfrm>
          <a:off x="4345579"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特徵建構</a:t>
          </a:r>
        </a:p>
      </dsp:txBody>
      <dsp:txXfrm>
        <a:off x="4586993" y="311564"/>
        <a:ext cx="724243" cy="482828"/>
      </dsp:txXfrm>
    </dsp:sp>
    <dsp:sp modelId="{2E9A4EAE-1198-4E49-A7B2-F73CA3FBCC84}">
      <dsp:nvSpPr>
        <dsp:cNvPr id="0" name=""/>
        <dsp:cNvSpPr/>
      </dsp:nvSpPr>
      <dsp:spPr>
        <a:xfrm>
          <a:off x="5431944"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特徵選擇</a:t>
          </a:r>
        </a:p>
      </dsp:txBody>
      <dsp:txXfrm>
        <a:off x="5673358" y="311564"/>
        <a:ext cx="724243" cy="482828"/>
      </dsp:txXfrm>
    </dsp:sp>
    <dsp:sp modelId="{EE7F8039-0CE1-4E24-8E1E-B62E2D35CB28}">
      <dsp:nvSpPr>
        <dsp:cNvPr id="0" name=""/>
        <dsp:cNvSpPr/>
      </dsp:nvSpPr>
      <dsp:spPr>
        <a:xfrm>
          <a:off x="6518308"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模型訓練</a:t>
          </a:r>
        </a:p>
      </dsp:txBody>
      <dsp:txXfrm>
        <a:off x="6759722" y="311564"/>
        <a:ext cx="724243" cy="482828"/>
      </dsp:txXfrm>
    </dsp:sp>
    <dsp:sp modelId="{06E5E437-4722-4EF7-B3A7-7AD3DD309BC4}">
      <dsp:nvSpPr>
        <dsp:cNvPr id="0" name=""/>
        <dsp:cNvSpPr/>
      </dsp:nvSpPr>
      <dsp:spPr>
        <a:xfrm>
          <a:off x="7604673"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模型評估</a:t>
          </a:r>
        </a:p>
      </dsp:txBody>
      <dsp:txXfrm>
        <a:off x="7846087" y="311564"/>
        <a:ext cx="724243" cy="482828"/>
      </dsp:txXfrm>
    </dsp:sp>
    <dsp:sp modelId="{0E5BD989-60F0-4036-A0D2-ACB695C69815}">
      <dsp:nvSpPr>
        <dsp:cNvPr id="0" name=""/>
        <dsp:cNvSpPr/>
      </dsp:nvSpPr>
      <dsp:spPr>
        <a:xfrm>
          <a:off x="8691038"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結果</a:t>
          </a:r>
        </a:p>
      </dsp:txBody>
      <dsp:txXfrm>
        <a:off x="8932452" y="311564"/>
        <a:ext cx="724243" cy="482828"/>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4191AA-E579-4637-A162-6EA965AF927A}">
      <dsp:nvSpPr>
        <dsp:cNvPr id="0" name=""/>
        <dsp:cNvSpPr/>
      </dsp:nvSpPr>
      <dsp:spPr>
        <a:xfrm>
          <a:off x="120"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資料蒐集</a:t>
          </a:r>
        </a:p>
      </dsp:txBody>
      <dsp:txXfrm>
        <a:off x="241534" y="311564"/>
        <a:ext cx="724243" cy="482828"/>
      </dsp:txXfrm>
    </dsp:sp>
    <dsp:sp modelId="{C6DB58CE-AFF0-4A74-ACB3-99530E7E31F5}">
      <dsp:nvSpPr>
        <dsp:cNvPr id="0" name=""/>
        <dsp:cNvSpPr/>
      </dsp:nvSpPr>
      <dsp:spPr>
        <a:xfrm>
          <a:off x="1086485"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案件篩選</a:t>
          </a:r>
        </a:p>
      </dsp:txBody>
      <dsp:txXfrm>
        <a:off x="1327899" y="311564"/>
        <a:ext cx="724243" cy="482828"/>
      </dsp:txXfrm>
    </dsp:sp>
    <dsp:sp modelId="{816E6BDF-0AEB-4564-BC22-B2E48BAF5464}">
      <dsp:nvSpPr>
        <dsp:cNvPr id="0" name=""/>
        <dsp:cNvSpPr/>
      </dsp:nvSpPr>
      <dsp:spPr>
        <a:xfrm>
          <a:off x="2172850"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標籤整理</a:t>
          </a:r>
        </a:p>
      </dsp:txBody>
      <dsp:txXfrm>
        <a:off x="2414264" y="311564"/>
        <a:ext cx="724243" cy="482828"/>
      </dsp:txXfrm>
    </dsp:sp>
    <dsp:sp modelId="{8294AD81-06F3-4FCB-BE73-18DA247D22D2}">
      <dsp:nvSpPr>
        <dsp:cNvPr id="0" name=""/>
        <dsp:cNvSpPr/>
      </dsp:nvSpPr>
      <dsp:spPr>
        <a:xfrm>
          <a:off x="3259214"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文本前處理</a:t>
          </a:r>
        </a:p>
      </dsp:txBody>
      <dsp:txXfrm>
        <a:off x="3500628" y="311564"/>
        <a:ext cx="724243" cy="482828"/>
      </dsp:txXfrm>
    </dsp:sp>
    <dsp:sp modelId="{EAC0CF2B-1FBF-40CA-ABDC-CEE1EE4F248A}">
      <dsp:nvSpPr>
        <dsp:cNvPr id="0" name=""/>
        <dsp:cNvSpPr/>
      </dsp:nvSpPr>
      <dsp:spPr>
        <a:xfrm>
          <a:off x="4345579"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特徵建構</a:t>
          </a:r>
        </a:p>
      </dsp:txBody>
      <dsp:txXfrm>
        <a:off x="4586993" y="311564"/>
        <a:ext cx="724243" cy="482828"/>
      </dsp:txXfrm>
    </dsp:sp>
    <dsp:sp modelId="{2E9A4EAE-1198-4E49-A7B2-F73CA3FBCC84}">
      <dsp:nvSpPr>
        <dsp:cNvPr id="0" name=""/>
        <dsp:cNvSpPr/>
      </dsp:nvSpPr>
      <dsp:spPr>
        <a:xfrm>
          <a:off x="5431944"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特徵選擇</a:t>
          </a:r>
        </a:p>
      </dsp:txBody>
      <dsp:txXfrm>
        <a:off x="5673358" y="311564"/>
        <a:ext cx="724243" cy="482828"/>
      </dsp:txXfrm>
    </dsp:sp>
    <dsp:sp modelId="{EE7F8039-0CE1-4E24-8E1E-B62E2D35CB28}">
      <dsp:nvSpPr>
        <dsp:cNvPr id="0" name=""/>
        <dsp:cNvSpPr/>
      </dsp:nvSpPr>
      <dsp:spPr>
        <a:xfrm>
          <a:off x="6518308"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模型訓練</a:t>
          </a:r>
        </a:p>
      </dsp:txBody>
      <dsp:txXfrm>
        <a:off x="6759722" y="311564"/>
        <a:ext cx="724243" cy="482828"/>
      </dsp:txXfrm>
    </dsp:sp>
    <dsp:sp modelId="{06E5E437-4722-4EF7-B3A7-7AD3DD309BC4}">
      <dsp:nvSpPr>
        <dsp:cNvPr id="0" name=""/>
        <dsp:cNvSpPr/>
      </dsp:nvSpPr>
      <dsp:spPr>
        <a:xfrm>
          <a:off x="7604673"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模型評估</a:t>
          </a:r>
        </a:p>
      </dsp:txBody>
      <dsp:txXfrm>
        <a:off x="7846087" y="311564"/>
        <a:ext cx="724243" cy="482828"/>
      </dsp:txXfrm>
    </dsp:sp>
    <dsp:sp modelId="{0E5BD989-60F0-4036-A0D2-ACB695C69815}">
      <dsp:nvSpPr>
        <dsp:cNvPr id="0" name=""/>
        <dsp:cNvSpPr/>
      </dsp:nvSpPr>
      <dsp:spPr>
        <a:xfrm>
          <a:off x="8691038" y="311564"/>
          <a:ext cx="1207071" cy="482828"/>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結果</a:t>
          </a:r>
        </a:p>
      </dsp:txBody>
      <dsp:txXfrm>
        <a:off x="8932452" y="311564"/>
        <a:ext cx="724243" cy="482828"/>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47A8A0-2EBD-4EC7-8090-541AF8252590}">
      <dsp:nvSpPr>
        <dsp:cNvPr id="0" name=""/>
        <dsp:cNvSpPr/>
      </dsp:nvSpPr>
      <dsp:spPr>
        <a:xfrm>
          <a:off x="7955067" y="1525786"/>
          <a:ext cx="1985230" cy="198523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zh-TW" sz="1000" b="1" kern="1200" dirty="0"/>
            <a:t>1. 模型是否偏向 Lose？</a:t>
          </a:r>
          <a:br>
            <a:rPr lang="zh-TW" sz="1000" kern="1200" dirty="0"/>
          </a:br>
          <a:r>
            <a:rPr lang="zh-TW" sz="1000" kern="1200" dirty="0"/>
            <a:t>Mixed / Win 是否大量被預測為 Lose？</a:t>
          </a:r>
          <a:endParaRPr lang="en-US" altLang="zh-TW" sz="1000" kern="1200" dirty="0"/>
        </a:p>
        <a:p>
          <a:pPr marL="0" lvl="0" indent="0" algn="ctr" defTabSz="444500">
            <a:lnSpc>
              <a:spcPct val="90000"/>
            </a:lnSpc>
            <a:spcBef>
              <a:spcPct val="0"/>
            </a:spcBef>
            <a:spcAft>
              <a:spcPct val="35000"/>
            </a:spcAft>
            <a:buNone/>
          </a:pPr>
          <a:r>
            <a:rPr lang="zh-TW" sz="1000" b="1" kern="1200" dirty="0"/>
            <a:t>2. 少數類別 F1 是否偏低？</a:t>
          </a:r>
          <a:br>
            <a:rPr lang="zh-TW" sz="1000" kern="1200" dirty="0"/>
          </a:br>
          <a:r>
            <a:rPr lang="zh-TW" sz="1000" kern="1200" dirty="0"/>
            <a:t>Win 與 Mixed 的 Precision / Recall / F1 是否明顯低於 Lose？</a:t>
          </a:r>
          <a:endParaRPr lang="en-US" altLang="zh-TW" sz="1000" kern="1200" dirty="0"/>
        </a:p>
        <a:p>
          <a:pPr marL="0" lvl="0" indent="0" algn="ctr" defTabSz="444500">
            <a:lnSpc>
              <a:spcPct val="90000"/>
            </a:lnSpc>
            <a:spcBef>
              <a:spcPct val="0"/>
            </a:spcBef>
            <a:spcAft>
              <a:spcPct val="35000"/>
            </a:spcAft>
            <a:buNone/>
          </a:pPr>
          <a:r>
            <a:rPr lang="zh-TW" sz="1000" b="1" kern="1200" dirty="0"/>
            <a:t>3. 問題是否只出現在單一案件類型？</a:t>
          </a:r>
          <a:br>
            <a:rPr lang="zh-TW" sz="1000" kern="1200" dirty="0"/>
          </a:br>
          <a:r>
            <a:rPr lang="zh-TW" sz="1000" kern="1200" dirty="0"/>
            <a:t>四類案件中，各類別 F1 是否都呈現差異？</a:t>
          </a:r>
          <a:endParaRPr lang="zh-TW" altLang="en-US" sz="1000" kern="1200" dirty="0"/>
        </a:p>
      </dsp:txBody>
      <dsp:txXfrm>
        <a:off x="8051978" y="1622697"/>
        <a:ext cx="1791408" cy="1791408"/>
      </dsp:txXfrm>
    </dsp:sp>
    <dsp:sp modelId="{5871BD33-9B03-41FD-9DAE-63B8C4F17B73}">
      <dsp:nvSpPr>
        <dsp:cNvPr id="0" name=""/>
        <dsp:cNvSpPr/>
      </dsp:nvSpPr>
      <dsp:spPr>
        <a:xfrm rot="11184191">
          <a:off x="3112063" y="1838590"/>
          <a:ext cx="4597620" cy="565790"/>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6AEDA08D-A734-4D84-AAC3-16180D22B6B7}">
      <dsp:nvSpPr>
        <dsp:cNvPr id="0" name=""/>
        <dsp:cNvSpPr/>
      </dsp:nvSpPr>
      <dsp:spPr>
        <a:xfrm>
          <a:off x="2183419" y="1110725"/>
          <a:ext cx="1885968" cy="150877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1155700">
            <a:lnSpc>
              <a:spcPct val="90000"/>
            </a:lnSpc>
            <a:spcBef>
              <a:spcPct val="0"/>
            </a:spcBef>
            <a:spcAft>
              <a:spcPct val="35000"/>
            </a:spcAft>
            <a:buNone/>
          </a:pPr>
          <a:r>
            <a:rPr lang="zh-TW" sz="2600" kern="1200" dirty="0"/>
            <a:t>Lose：樣本多、辨識較穩定</a:t>
          </a:r>
          <a:endParaRPr lang="zh-TW" altLang="en-US" sz="2600" kern="1200" dirty="0"/>
        </a:p>
      </dsp:txBody>
      <dsp:txXfrm>
        <a:off x="2227610" y="1154916"/>
        <a:ext cx="1797586" cy="1420393"/>
      </dsp:txXfrm>
    </dsp:sp>
    <dsp:sp modelId="{4369FEDE-A6E9-4898-986E-918094C76D67}">
      <dsp:nvSpPr>
        <dsp:cNvPr id="0" name=""/>
        <dsp:cNvSpPr/>
      </dsp:nvSpPr>
      <dsp:spPr>
        <a:xfrm rot="10164684">
          <a:off x="3138926" y="2890624"/>
          <a:ext cx="4608622" cy="565790"/>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7B485E49-4DFC-46EF-8C9A-F797B987FA8B}">
      <dsp:nvSpPr>
        <dsp:cNvPr id="0" name=""/>
        <dsp:cNvSpPr/>
      </dsp:nvSpPr>
      <dsp:spPr>
        <a:xfrm>
          <a:off x="2235179" y="2842562"/>
          <a:ext cx="1885968" cy="150877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1155700">
            <a:lnSpc>
              <a:spcPct val="90000"/>
            </a:lnSpc>
            <a:spcBef>
              <a:spcPct val="0"/>
            </a:spcBef>
            <a:spcAft>
              <a:spcPct val="35000"/>
            </a:spcAft>
            <a:buNone/>
          </a:pPr>
          <a:r>
            <a:rPr lang="zh-TW" sz="2600" kern="1200" dirty="0"/>
            <a:t>Mixed：樣本少、容易流向 Lose</a:t>
          </a:r>
          <a:endParaRPr lang="zh-TW" altLang="en-US" sz="2600" kern="1200" dirty="0"/>
        </a:p>
      </dsp:txBody>
      <dsp:txXfrm>
        <a:off x="2279370" y="2886753"/>
        <a:ext cx="1797586" cy="1420393"/>
      </dsp:txXfrm>
    </dsp:sp>
    <dsp:sp modelId="{F59EB09B-F085-4A64-9CA3-CD5744F69E42}">
      <dsp:nvSpPr>
        <dsp:cNvPr id="0" name=""/>
        <dsp:cNvSpPr/>
      </dsp:nvSpPr>
      <dsp:spPr>
        <a:xfrm rot="11799741">
          <a:off x="2951486" y="1170509"/>
          <a:ext cx="4875765" cy="565790"/>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D148E05-C35D-407F-B968-AC5EBD3A9D7E}">
      <dsp:nvSpPr>
        <dsp:cNvPr id="0" name=""/>
        <dsp:cNvSpPr/>
      </dsp:nvSpPr>
      <dsp:spPr>
        <a:xfrm>
          <a:off x="2110865" y="0"/>
          <a:ext cx="1885968" cy="150877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1155700">
            <a:lnSpc>
              <a:spcPct val="90000"/>
            </a:lnSpc>
            <a:spcBef>
              <a:spcPct val="0"/>
            </a:spcBef>
            <a:spcAft>
              <a:spcPct val="35000"/>
            </a:spcAft>
            <a:buFont typeface="Arial" panose="020B0604020202020204" pitchFamily="34" charset="0"/>
            <a:buNone/>
          </a:pPr>
          <a:r>
            <a:rPr lang="zh-TW" sz="2600" kern="1200"/>
            <a:t>Win：樣本少、最容易被忽略</a:t>
          </a:r>
          <a:endParaRPr lang="zh-TW" altLang="en-US" sz="2600" kern="1200" dirty="0"/>
        </a:p>
      </dsp:txBody>
      <dsp:txXfrm>
        <a:off x="2155056" y="44191"/>
        <a:ext cx="1797586" cy="1420393"/>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DF5896-75EE-40F8-91CA-730FB9FEB271}">
      <dsp:nvSpPr>
        <dsp:cNvPr id="0" name=""/>
        <dsp:cNvSpPr/>
      </dsp:nvSpPr>
      <dsp:spPr>
        <a:xfrm>
          <a:off x="3286" y="29039"/>
          <a:ext cx="3203971" cy="1151092"/>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3360" tIns="121920" rIns="213360" bIns="121920" numCol="1" spcCol="1270" anchor="ctr" anchorCtr="0">
          <a:noAutofit/>
        </a:bodyPr>
        <a:lstStyle/>
        <a:p>
          <a:pPr marL="0" lvl="0" indent="0" algn="ctr" defTabSz="1333500">
            <a:lnSpc>
              <a:spcPct val="90000"/>
            </a:lnSpc>
            <a:spcBef>
              <a:spcPct val="0"/>
            </a:spcBef>
            <a:spcAft>
              <a:spcPct val="35000"/>
            </a:spcAft>
            <a:buNone/>
          </a:pPr>
          <a:r>
            <a:rPr lang="zh-TW" sz="3000" kern="1200" dirty="0"/>
            <a:t>非 Lose 類別訊號較不穩定</a:t>
          </a:r>
          <a:endParaRPr lang="zh-TW" altLang="en-US" sz="3000" kern="1200" dirty="0"/>
        </a:p>
      </dsp:txBody>
      <dsp:txXfrm>
        <a:off x="3286" y="29039"/>
        <a:ext cx="3203971" cy="1151092"/>
      </dsp:txXfrm>
    </dsp:sp>
    <dsp:sp modelId="{E7092FC6-450D-4906-86A8-4B145054C9D4}">
      <dsp:nvSpPr>
        <dsp:cNvPr id="0" name=""/>
        <dsp:cNvSpPr/>
      </dsp:nvSpPr>
      <dsp:spPr>
        <a:xfrm>
          <a:off x="3286" y="1180131"/>
          <a:ext cx="3203971" cy="3142167"/>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213360" bIns="240030" numCol="1" spcCol="1270" anchor="t" anchorCtr="0">
          <a:noAutofit/>
        </a:bodyPr>
        <a:lstStyle/>
        <a:p>
          <a:pPr marL="285750" lvl="1" indent="-285750" algn="l" defTabSz="1333500">
            <a:lnSpc>
              <a:spcPct val="90000"/>
            </a:lnSpc>
            <a:spcBef>
              <a:spcPct val="0"/>
            </a:spcBef>
            <a:spcAft>
              <a:spcPct val="15000"/>
            </a:spcAft>
            <a:buNone/>
          </a:pPr>
          <a:r>
            <a:rPr lang="zh-TW" sz="3000" kern="1200" dirty="0"/>
            <a:t>Mixed / Win 不一定有一致的文字訊號，容易被模型吸收到 </a:t>
          </a:r>
          <a:r>
            <a:rPr lang="zh-TW" sz="3000" kern="1200"/>
            <a:t>Lose。</a:t>
          </a:r>
          <a:endParaRPr lang="zh-TW" altLang="en-US" sz="3000" kern="1200" dirty="0"/>
        </a:p>
      </dsp:txBody>
      <dsp:txXfrm>
        <a:off x="3286" y="1180131"/>
        <a:ext cx="3203971" cy="3142167"/>
      </dsp:txXfrm>
    </dsp:sp>
    <dsp:sp modelId="{84923BC2-35A2-46DC-B519-DD77EF188E64}">
      <dsp:nvSpPr>
        <dsp:cNvPr id="0" name=""/>
        <dsp:cNvSpPr/>
      </dsp:nvSpPr>
      <dsp:spPr>
        <a:xfrm>
          <a:off x="3655814" y="29039"/>
          <a:ext cx="3203971" cy="1151092"/>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3360" tIns="121920" rIns="213360" bIns="121920" numCol="1" spcCol="1270" anchor="ctr" anchorCtr="0">
          <a:noAutofit/>
        </a:bodyPr>
        <a:lstStyle/>
        <a:p>
          <a:pPr marL="0" lvl="0" indent="0" algn="ctr" defTabSz="1333500">
            <a:lnSpc>
              <a:spcPct val="90000"/>
            </a:lnSpc>
            <a:spcBef>
              <a:spcPct val="0"/>
            </a:spcBef>
            <a:spcAft>
              <a:spcPct val="35000"/>
            </a:spcAft>
            <a:buNone/>
          </a:pPr>
          <a:r>
            <a:rPr lang="zh-TW" sz="3000" kern="1200" dirty="0"/>
            <a:t>Mixed 是複合結果</a:t>
          </a:r>
          <a:endParaRPr lang="zh-TW" altLang="en-US" sz="3000" kern="1200" dirty="0"/>
        </a:p>
      </dsp:txBody>
      <dsp:txXfrm>
        <a:off x="3655814" y="29039"/>
        <a:ext cx="3203971" cy="1151092"/>
      </dsp:txXfrm>
    </dsp:sp>
    <dsp:sp modelId="{574202B3-8C07-4F0A-91E1-0DFD2CD8D151}">
      <dsp:nvSpPr>
        <dsp:cNvPr id="0" name=""/>
        <dsp:cNvSpPr/>
      </dsp:nvSpPr>
      <dsp:spPr>
        <a:xfrm>
          <a:off x="3655814" y="1180131"/>
          <a:ext cx="3203971" cy="3142167"/>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213360" bIns="240030" numCol="1" spcCol="1270" anchor="t" anchorCtr="0">
          <a:noAutofit/>
        </a:bodyPr>
        <a:lstStyle/>
        <a:p>
          <a:pPr marL="285750" lvl="1" indent="-285750" algn="l" defTabSz="1333500">
            <a:lnSpc>
              <a:spcPct val="90000"/>
            </a:lnSpc>
            <a:spcBef>
              <a:spcPct val="0"/>
            </a:spcBef>
            <a:spcAft>
              <a:spcPct val="15000"/>
            </a:spcAft>
            <a:buNone/>
          </a:pPr>
          <a:r>
            <a:rPr lang="zh-TW" sz="3000" kern="1200" dirty="0"/>
            <a:t>部分勝訴可能同時包含勝與敗的理由，文本特徵可能與 Lose / Win </a:t>
          </a:r>
          <a:r>
            <a:rPr lang="zh-TW" sz="3000" kern="1200"/>
            <a:t>重疊。</a:t>
          </a:r>
          <a:endParaRPr lang="zh-TW" altLang="en-US" sz="3000" kern="1200" dirty="0"/>
        </a:p>
      </dsp:txBody>
      <dsp:txXfrm>
        <a:off x="3655814" y="1180131"/>
        <a:ext cx="3203971" cy="3142167"/>
      </dsp:txXfrm>
    </dsp:sp>
    <dsp:sp modelId="{1B958CBA-FF85-40FD-BF9B-478783B4AADA}">
      <dsp:nvSpPr>
        <dsp:cNvPr id="0" name=""/>
        <dsp:cNvSpPr/>
      </dsp:nvSpPr>
      <dsp:spPr>
        <a:xfrm>
          <a:off x="7308342" y="29039"/>
          <a:ext cx="3203971" cy="1151092"/>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3360" tIns="121920" rIns="213360" bIns="121920" numCol="1" spcCol="1270" anchor="ctr" anchorCtr="0">
          <a:noAutofit/>
        </a:bodyPr>
        <a:lstStyle/>
        <a:p>
          <a:pPr marL="0" lvl="0" indent="0" algn="ctr" defTabSz="1333500">
            <a:lnSpc>
              <a:spcPct val="90000"/>
            </a:lnSpc>
            <a:spcBef>
              <a:spcPct val="0"/>
            </a:spcBef>
            <a:spcAft>
              <a:spcPct val="35000"/>
            </a:spcAft>
            <a:buNone/>
          </a:pPr>
          <a:r>
            <a:rPr lang="zh-TW" sz="3000" kern="1200" dirty="0"/>
            <a:t>Win 樣本少且邊界不清</a:t>
          </a:r>
          <a:endParaRPr lang="zh-TW" altLang="en-US" sz="3000" kern="1200" dirty="0"/>
        </a:p>
      </dsp:txBody>
      <dsp:txXfrm>
        <a:off x="7308342" y="29039"/>
        <a:ext cx="3203971" cy="1151092"/>
      </dsp:txXfrm>
    </dsp:sp>
    <dsp:sp modelId="{D255D4DB-1D17-4972-A885-CD0CFEB5844C}">
      <dsp:nvSpPr>
        <dsp:cNvPr id="0" name=""/>
        <dsp:cNvSpPr/>
      </dsp:nvSpPr>
      <dsp:spPr>
        <a:xfrm>
          <a:off x="7308342" y="1180131"/>
          <a:ext cx="3203971" cy="3142167"/>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213360" bIns="240030" numCol="1" spcCol="1270" anchor="t" anchorCtr="0">
          <a:noAutofit/>
        </a:bodyPr>
        <a:lstStyle/>
        <a:p>
          <a:pPr marL="285750" lvl="1" indent="-285750" algn="l" defTabSz="1333500">
            <a:lnSpc>
              <a:spcPct val="90000"/>
            </a:lnSpc>
            <a:spcBef>
              <a:spcPct val="0"/>
            </a:spcBef>
            <a:spcAft>
              <a:spcPct val="15000"/>
            </a:spcAft>
            <a:buNone/>
          </a:pPr>
          <a:r>
            <a:rPr lang="zh-TW" sz="3000" kern="1200" dirty="0"/>
            <a:t>Win 的樣本數較少，且在不同案件類型中表現不穩定，模型較難學到穩定分類</a:t>
          </a:r>
          <a:r>
            <a:rPr lang="zh-TW" sz="3000" kern="1200"/>
            <a:t>邊界。</a:t>
          </a:r>
          <a:endParaRPr lang="zh-TW" altLang="en-US" sz="3000" kern="1200" dirty="0"/>
        </a:p>
      </dsp:txBody>
      <dsp:txXfrm>
        <a:off x="7308342" y="1180131"/>
        <a:ext cx="3203971" cy="3142167"/>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6410CF-8280-4855-866D-2B63882DF562}">
      <dsp:nvSpPr>
        <dsp:cNvPr id="0" name=""/>
        <dsp:cNvSpPr/>
      </dsp:nvSpPr>
      <dsp:spPr>
        <a:xfrm>
          <a:off x="3286" y="93215"/>
          <a:ext cx="3203971" cy="1073693"/>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13792" rIns="199136" bIns="113792" numCol="1" spcCol="1270" anchor="ctr" anchorCtr="0">
          <a:noAutofit/>
        </a:bodyPr>
        <a:lstStyle/>
        <a:p>
          <a:pPr marL="0" lvl="0" indent="0" algn="ctr" defTabSz="1244600">
            <a:lnSpc>
              <a:spcPct val="90000"/>
            </a:lnSpc>
            <a:spcBef>
              <a:spcPct val="0"/>
            </a:spcBef>
            <a:spcAft>
              <a:spcPct val="35000"/>
            </a:spcAft>
            <a:buNone/>
          </a:pPr>
          <a:r>
            <a:rPr lang="zh-TW" sz="2800" kern="1200"/>
            <a:t>建立臺灣智財判決分類任務</a:t>
          </a:r>
          <a:endParaRPr lang="zh-TW" altLang="en-US" sz="2800" kern="1200" dirty="0"/>
        </a:p>
      </dsp:txBody>
      <dsp:txXfrm>
        <a:off x="3286" y="93215"/>
        <a:ext cx="3203971" cy="1073693"/>
      </dsp:txXfrm>
    </dsp:sp>
    <dsp:sp modelId="{20BC77CF-BF45-4952-9277-C56B192D22AA}">
      <dsp:nvSpPr>
        <dsp:cNvPr id="0" name=""/>
        <dsp:cNvSpPr/>
      </dsp:nvSpPr>
      <dsp:spPr>
        <a:xfrm>
          <a:off x="3286" y="1166909"/>
          <a:ext cx="3203971" cy="3091213"/>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9352" tIns="149352" rIns="199136" bIns="224028" numCol="1" spcCol="1270" anchor="t" anchorCtr="0">
          <a:noAutofit/>
        </a:bodyPr>
        <a:lstStyle/>
        <a:p>
          <a:pPr marL="285750" lvl="1" indent="-285750" algn="l" defTabSz="1244600">
            <a:lnSpc>
              <a:spcPct val="90000"/>
            </a:lnSpc>
            <a:spcBef>
              <a:spcPct val="0"/>
            </a:spcBef>
            <a:spcAft>
              <a:spcPct val="15000"/>
            </a:spcAft>
            <a:buNone/>
          </a:pPr>
          <a:r>
            <a:rPr lang="zh-TW" sz="2800" kern="1200" dirty="0"/>
            <a:t>聚焦臺灣智慧財產權</a:t>
          </a:r>
          <a:endParaRPr lang="zh-TW" altLang="en-US" sz="2800" kern="1200" dirty="0"/>
        </a:p>
        <a:p>
          <a:pPr marL="285750" lvl="1" indent="-285750" algn="l" defTabSz="1244600">
            <a:lnSpc>
              <a:spcPct val="90000"/>
            </a:lnSpc>
            <a:spcBef>
              <a:spcPct val="0"/>
            </a:spcBef>
            <a:spcAft>
              <a:spcPct val="15000"/>
            </a:spcAft>
            <a:buNone/>
          </a:pPr>
          <a:r>
            <a:rPr lang="zh-TW" sz="2800" kern="1200"/>
            <a:t>判決區分四類案件</a:t>
          </a:r>
          <a:endParaRPr lang="zh-TW" altLang="en-US" sz="2800" kern="1200" dirty="0"/>
        </a:p>
        <a:p>
          <a:pPr marL="285750" lvl="1" indent="-285750" algn="l" defTabSz="1244600">
            <a:lnSpc>
              <a:spcPct val="90000"/>
            </a:lnSpc>
            <a:spcBef>
              <a:spcPct val="0"/>
            </a:spcBef>
            <a:spcAft>
              <a:spcPct val="15000"/>
            </a:spcAft>
            <a:buNone/>
          </a:pPr>
          <a:r>
            <a:rPr lang="zh-TW" sz="2800" kern="1200" dirty="0"/>
            <a:t>將裁判結果整理為 Lose / Mixed / Win</a:t>
          </a:r>
          <a:endParaRPr lang="zh-TW" altLang="en-US" sz="2800" kern="1200" dirty="0"/>
        </a:p>
      </dsp:txBody>
      <dsp:txXfrm>
        <a:off x="3286" y="1166909"/>
        <a:ext cx="3203971" cy="3091213"/>
      </dsp:txXfrm>
    </dsp:sp>
    <dsp:sp modelId="{FDCCB9B5-9732-45BF-BDEF-3E148E280F62}">
      <dsp:nvSpPr>
        <dsp:cNvPr id="0" name=""/>
        <dsp:cNvSpPr/>
      </dsp:nvSpPr>
      <dsp:spPr>
        <a:xfrm>
          <a:off x="3655814" y="93215"/>
          <a:ext cx="3203971" cy="1073693"/>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13792" rIns="199136" bIns="113792" numCol="1" spcCol="1270" anchor="ctr" anchorCtr="0">
          <a:noAutofit/>
        </a:bodyPr>
        <a:lstStyle/>
        <a:p>
          <a:pPr marL="0" lvl="0" indent="0" algn="ctr" defTabSz="1244600">
            <a:lnSpc>
              <a:spcPct val="90000"/>
            </a:lnSpc>
            <a:spcBef>
              <a:spcPct val="0"/>
            </a:spcBef>
            <a:spcAft>
              <a:spcPct val="35000"/>
            </a:spcAft>
            <a:buNone/>
          </a:pPr>
          <a:r>
            <a:rPr lang="zh-TW" sz="2800" b="1" kern="1200" dirty="0"/>
            <a:t>系統比較文字特徵與模型流程</a:t>
          </a:r>
          <a:endParaRPr lang="zh-TW" altLang="en-US" sz="2800" kern="1200" dirty="0"/>
        </a:p>
      </dsp:txBody>
      <dsp:txXfrm>
        <a:off x="3655814" y="93215"/>
        <a:ext cx="3203971" cy="1073693"/>
      </dsp:txXfrm>
    </dsp:sp>
    <dsp:sp modelId="{963CDCD9-0B63-4B97-8B24-7B47DFA851E7}">
      <dsp:nvSpPr>
        <dsp:cNvPr id="0" name=""/>
        <dsp:cNvSpPr/>
      </dsp:nvSpPr>
      <dsp:spPr>
        <a:xfrm>
          <a:off x="3655814" y="1166909"/>
          <a:ext cx="3203971" cy="3091213"/>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9352" tIns="149352" rIns="199136" bIns="224028" numCol="1" spcCol="1270" anchor="t" anchorCtr="0">
          <a:noAutofit/>
        </a:bodyPr>
        <a:lstStyle/>
        <a:p>
          <a:pPr marL="285750" lvl="1" indent="-285750" algn="l" defTabSz="1244600">
            <a:lnSpc>
              <a:spcPct val="90000"/>
            </a:lnSpc>
            <a:spcBef>
              <a:spcPct val="0"/>
            </a:spcBef>
            <a:spcAft>
              <a:spcPct val="15000"/>
            </a:spcAft>
            <a:buNone/>
          </a:pPr>
          <a:r>
            <a:rPr lang="zh-TW" sz="2800" kern="1200" dirty="0"/>
            <a:t>比較 BoW、TF、TF-IDF</a:t>
          </a:r>
          <a:endParaRPr lang="zh-TW" altLang="en-US" sz="2800" kern="1200" dirty="0"/>
        </a:p>
        <a:p>
          <a:pPr marL="285750" lvl="1" indent="-285750" algn="l" defTabSz="1244600">
            <a:lnSpc>
              <a:spcPct val="90000"/>
            </a:lnSpc>
            <a:spcBef>
              <a:spcPct val="0"/>
            </a:spcBef>
            <a:spcAft>
              <a:spcPct val="15000"/>
            </a:spcAft>
            <a:buNone/>
          </a:pPr>
          <a:r>
            <a:rPr lang="zh-TW" sz="2800" kern="1200" dirty="0"/>
            <a:t>比較 MNIR + SVM 與 Direct SVM</a:t>
          </a:r>
          <a:endParaRPr lang="zh-TW" altLang="en-US" sz="2800" kern="1200" dirty="0"/>
        </a:p>
        <a:p>
          <a:pPr marL="285750" lvl="1" indent="-285750" algn="l" defTabSz="1244600">
            <a:lnSpc>
              <a:spcPct val="90000"/>
            </a:lnSpc>
            <a:spcBef>
              <a:spcPct val="0"/>
            </a:spcBef>
            <a:spcAft>
              <a:spcPct val="15000"/>
            </a:spcAft>
            <a:buNone/>
          </a:pPr>
          <a:r>
            <a:rPr lang="zh-TW" sz="2800" kern="1200" dirty="0"/>
            <a:t>提供傳統稀疏文本模型的基準結果</a:t>
          </a:r>
          <a:endParaRPr lang="zh-TW" altLang="en-US" sz="2800" kern="1200" dirty="0"/>
        </a:p>
      </dsp:txBody>
      <dsp:txXfrm>
        <a:off x="3655814" y="1166909"/>
        <a:ext cx="3203971" cy="3091213"/>
      </dsp:txXfrm>
    </dsp:sp>
    <dsp:sp modelId="{99D3A3D1-C1BF-4AA8-9BE8-E0EE2A08D233}">
      <dsp:nvSpPr>
        <dsp:cNvPr id="0" name=""/>
        <dsp:cNvSpPr/>
      </dsp:nvSpPr>
      <dsp:spPr>
        <a:xfrm>
          <a:off x="7308342" y="93215"/>
          <a:ext cx="3203971" cy="1073693"/>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13792" rIns="199136" bIns="113792" numCol="1" spcCol="1270" anchor="ctr" anchorCtr="0">
          <a:noAutofit/>
        </a:bodyPr>
        <a:lstStyle/>
        <a:p>
          <a:pPr marL="0" lvl="0" indent="0" algn="ctr" defTabSz="1244600">
            <a:lnSpc>
              <a:spcPct val="90000"/>
            </a:lnSpc>
            <a:spcBef>
              <a:spcPct val="0"/>
            </a:spcBef>
            <a:spcAft>
              <a:spcPct val="35000"/>
            </a:spcAft>
            <a:buNone/>
          </a:pPr>
          <a:r>
            <a:rPr lang="zh-TW" sz="2800" b="1" kern="1200" dirty="0"/>
            <a:t>指出少數裁判結果辨識限制</a:t>
          </a:r>
          <a:endParaRPr lang="zh-TW" altLang="en-US" sz="2800" kern="1200" dirty="0"/>
        </a:p>
      </dsp:txBody>
      <dsp:txXfrm>
        <a:off x="7308342" y="93215"/>
        <a:ext cx="3203971" cy="1073693"/>
      </dsp:txXfrm>
    </dsp:sp>
    <dsp:sp modelId="{5B96CA20-AB07-4214-B23D-AD28F7663676}">
      <dsp:nvSpPr>
        <dsp:cNvPr id="0" name=""/>
        <dsp:cNvSpPr/>
      </dsp:nvSpPr>
      <dsp:spPr>
        <a:xfrm>
          <a:off x="7308342" y="1166909"/>
          <a:ext cx="3203971" cy="3091213"/>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9352" tIns="149352" rIns="199136" bIns="224028" numCol="1" spcCol="1270" anchor="t" anchorCtr="0">
          <a:noAutofit/>
        </a:bodyPr>
        <a:lstStyle/>
        <a:p>
          <a:pPr marL="285750" lvl="1" indent="-285750" algn="l" defTabSz="1244600">
            <a:lnSpc>
              <a:spcPct val="90000"/>
            </a:lnSpc>
            <a:spcBef>
              <a:spcPct val="0"/>
            </a:spcBef>
            <a:spcAft>
              <a:spcPct val="15000"/>
            </a:spcAft>
            <a:buNone/>
          </a:pPr>
          <a:r>
            <a:rPr lang="zh-TW" sz="2800" kern="1200"/>
            <a:t>Mixed / Win 辨識不穩定</a:t>
          </a:r>
          <a:endParaRPr lang="zh-TW" altLang="en-US" sz="2800" kern="1200" dirty="0"/>
        </a:p>
        <a:p>
          <a:pPr marL="285750" lvl="1" indent="-285750" algn="l" defTabSz="1244600">
            <a:lnSpc>
              <a:spcPct val="90000"/>
            </a:lnSpc>
            <a:spcBef>
              <a:spcPct val="0"/>
            </a:spcBef>
            <a:spcAft>
              <a:spcPct val="15000"/>
            </a:spcAft>
            <a:buNone/>
          </a:pPr>
          <a:r>
            <a:rPr lang="zh-TW" sz="2800" kern="1200" dirty="0"/>
            <a:t>類別不平衡影響模型學習</a:t>
          </a:r>
          <a:endParaRPr lang="zh-TW" altLang="en-US" sz="2800" kern="1200" dirty="0"/>
        </a:p>
        <a:p>
          <a:pPr marL="285750" lvl="1" indent="-285750" algn="l" defTabSz="1244600">
            <a:lnSpc>
              <a:spcPct val="90000"/>
            </a:lnSpc>
            <a:spcBef>
              <a:spcPct val="0"/>
            </a:spcBef>
            <a:spcAft>
              <a:spcPct val="15000"/>
            </a:spcAft>
            <a:buNone/>
          </a:pPr>
          <a:r>
            <a:rPr lang="zh-TW" sz="2800" kern="1200" dirty="0"/>
            <a:t>裁判結果標籤本身具有語意複雜度</a:t>
          </a:r>
          <a:endParaRPr lang="zh-TW" altLang="en-US" sz="2800" kern="1200" dirty="0"/>
        </a:p>
      </dsp:txBody>
      <dsp:txXfrm>
        <a:off x="7308342" y="1166909"/>
        <a:ext cx="3203971" cy="3091213"/>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3.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5.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6.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7.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8.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9.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0.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4.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2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6.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B95271-E4EF-4BD1-83EC-56B9B4680BFD}" type="datetimeFigureOut">
              <a:rPr lang="zh-TW" altLang="en-US" smtClean="0"/>
              <a:t>2026/6/20</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167617-123C-4481-8862-4356DFDDE33D}" type="slidenum">
              <a:rPr lang="zh-TW" altLang="en-US" smtClean="0"/>
              <a:t>‹#›</a:t>
            </a:fld>
            <a:endParaRPr lang="zh-TW" altLang="en-US"/>
          </a:p>
        </p:txBody>
      </p:sp>
    </p:spTree>
    <p:extLst>
      <p:ext uri="{BB962C8B-B14F-4D97-AF65-F5344CB8AC3E}">
        <p14:creationId xmlns:p14="http://schemas.microsoft.com/office/powerpoint/2010/main" val="13353678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05167617-123C-4481-8862-4356DFDDE33D}" type="slidenum">
              <a:rPr lang="zh-TW" altLang="en-US" smtClean="0"/>
              <a:t>3</a:t>
            </a:fld>
            <a:endParaRPr lang="zh-TW" altLang="en-US"/>
          </a:p>
        </p:txBody>
      </p:sp>
    </p:spTree>
    <p:extLst>
      <p:ext uri="{BB962C8B-B14F-4D97-AF65-F5344CB8AC3E}">
        <p14:creationId xmlns:p14="http://schemas.microsoft.com/office/powerpoint/2010/main" val="21557685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dirty="0"/>
              <a:t>本研究的背景可以放在法學研究方法轉變的脈絡下理解。傳統法學研究多重視法規範解釋、個案分析與法理推演，也就是比較接近 Law in Books 的研究取向。 </a:t>
            </a:r>
          </a:p>
          <a:p>
            <a:r>
              <a:rPr lang="zh-TW" altLang="zh-TW" dirty="0"/>
              <a:t>但隨著法院判決資料公開，實證法律研究開始關注 Law in Action，也就是法律在實際案件中如何被操作與適用。我的論文中也整理到幾個例子，例如 Eren and Mocan 研究外部事件是否影響法官量刑，Heyes and Saberian 分析環境溫度與法院判決的關係；在臺灣脈絡下，Chen et al. 分析最高法院民事案件中訴訟資源與裁判結果的關係，Chang et al. 則研究賠償金額判斷中的定錨效果。 </a:t>
            </a:r>
          </a:p>
          <a:p>
            <a:r>
              <a:rPr lang="zh-TW" altLang="zh-TW" dirty="0"/>
              <a:t>這些研究共同說明，判決不只是個案閱讀的對象，也可以被視為可觀察、可量化的資料。本研究就是承接這個脈絡，進一步把臺灣智慧財產權判決文本轉換為文字特徵，檢驗其是否能用於裁判結果分類。</a:t>
            </a:r>
          </a:p>
        </p:txBody>
      </p:sp>
      <p:sp>
        <p:nvSpPr>
          <p:cNvPr id="4" name="投影片編號版面配置區 3"/>
          <p:cNvSpPr>
            <a:spLocks noGrp="1"/>
          </p:cNvSpPr>
          <p:nvPr>
            <p:ph type="sldNum" sz="quarter" idx="5"/>
          </p:nvPr>
        </p:nvSpPr>
        <p:spPr/>
        <p:txBody>
          <a:bodyPr/>
          <a:lstStyle/>
          <a:p>
            <a:fld id="{05167617-123C-4481-8862-4356DFDDE33D}" type="slidenum">
              <a:rPr lang="zh-TW" altLang="en-US" smtClean="0"/>
              <a:t>4</a:t>
            </a:fld>
            <a:endParaRPr lang="zh-TW" altLang="en-US"/>
          </a:p>
        </p:txBody>
      </p:sp>
    </p:spTree>
    <p:extLst>
      <p:ext uri="{BB962C8B-B14F-4D97-AF65-F5344CB8AC3E}">
        <p14:creationId xmlns:p14="http://schemas.microsoft.com/office/powerpoint/2010/main" val="40387104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dirty="0"/>
              <a:t>既然判決書可以作為實證法律研究的資料，下一個問題就是：判決文本本身是否包含和裁判結果有關的訊號。 </a:t>
            </a:r>
          </a:p>
          <a:p>
            <a:r>
              <a:rPr lang="zh-TW" altLang="zh-TW" dirty="0"/>
              <a:t>判決書並不是只寫最後誰勝誰敗，它通常會依序記載當事人主張、爭點整理、證據資料、法院認定與法律適用。這些內容可能反映案件強弱、爭點類型，或法院判斷的方向。 </a:t>
            </a:r>
          </a:p>
          <a:p>
            <a:r>
              <a:rPr lang="zh-TW" altLang="zh-TW" dirty="0"/>
              <a:t>所以本研究要問的是：在移除明顯裁判結果詞彙後，模型是否仍能從判決文本中的間接語言訊號，區分敗訴、部分勝訴與勝訴。進一步來說，如果可以分類，那 BoW、TF、TF-IDF，以及 MNIR + SVM 和 Direct SVM 哪一種流程比較適合。</a:t>
            </a:r>
          </a:p>
        </p:txBody>
      </p:sp>
      <p:sp>
        <p:nvSpPr>
          <p:cNvPr id="4" name="投影片編號版面配置區 3"/>
          <p:cNvSpPr>
            <a:spLocks noGrp="1"/>
          </p:cNvSpPr>
          <p:nvPr>
            <p:ph type="sldNum" sz="quarter" idx="5"/>
          </p:nvPr>
        </p:nvSpPr>
        <p:spPr/>
        <p:txBody>
          <a:bodyPr/>
          <a:lstStyle/>
          <a:p>
            <a:fld id="{05167617-123C-4481-8862-4356DFDDE33D}" type="slidenum">
              <a:rPr lang="zh-TW" altLang="en-US" smtClean="0"/>
              <a:t>5</a:t>
            </a:fld>
            <a:endParaRPr lang="zh-TW" altLang="en-US"/>
          </a:p>
        </p:txBody>
      </p:sp>
    </p:spTree>
    <p:extLst>
      <p:ext uri="{BB962C8B-B14F-4D97-AF65-F5344CB8AC3E}">
        <p14:creationId xmlns:p14="http://schemas.microsoft.com/office/powerpoint/2010/main" val="28170091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0E8D5-EE17-F71D-8D65-A0E7F01D4D2A}"/>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130C788-16A3-19D6-6CCE-E55EB1D7AC02}"/>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F470A109-0257-46BA-3A80-8715F6749B83}"/>
              </a:ext>
            </a:extLst>
          </p:cNvPr>
          <p:cNvSpPr>
            <a:spLocks noGrp="1"/>
          </p:cNvSpPr>
          <p:nvPr>
            <p:ph type="body" idx="1"/>
          </p:nvPr>
        </p:nvSpPr>
        <p:spPr/>
        <p:txBody>
          <a:bodyPr/>
          <a:lstStyle/>
          <a:p>
            <a:r>
              <a:rPr lang="zh-TW" altLang="zh-TW" dirty="0"/>
              <a:t>本研究選擇智慧財產權判決，主要不是因為它一定比較容易分類，而是因為它很適合作為法律文本分類的研究場域。 </a:t>
            </a:r>
          </a:p>
          <a:p>
            <a:r>
              <a:rPr lang="zh-TW" altLang="zh-TW" dirty="0"/>
              <a:t>第一，智慧財產權案件具有高度專業性，包含專利、商標、著作權、營業秘密等專門用語。第二，這類案件常涉及技術事實、權利範圍、侵權判斷與法律要件，因此法律與技術內容會交織在同一份判決文本中。 </a:t>
            </a:r>
          </a:p>
          <a:p>
            <a:r>
              <a:rPr lang="zh-TW" altLang="zh-TW" dirty="0"/>
              <a:t>第三，智慧財產權案件的案件類型多元，包括行政、民事、刑事與刑事附帶民事案件，這也使得後面需要分開建模。第四，從文字探勘角度來看，判決中的請求類型、程序用語、侵權判斷用語與裁判理由用語，可能形成可供模型辨識的分類訊號。 </a:t>
            </a:r>
          </a:p>
          <a:p>
            <a:r>
              <a:rPr lang="zh-TW" altLang="zh-TW" dirty="0"/>
              <a:t>因此，本研究選擇智慧財產權判決，不只是因為資料可取得，而是因為它同時具備法律專業性、文本複雜性與方法檢驗價值。</a:t>
            </a:r>
          </a:p>
        </p:txBody>
      </p:sp>
      <p:sp>
        <p:nvSpPr>
          <p:cNvPr id="4" name="投影片編號版面配置區 3">
            <a:extLst>
              <a:ext uri="{FF2B5EF4-FFF2-40B4-BE49-F238E27FC236}">
                <a16:creationId xmlns:a16="http://schemas.microsoft.com/office/drawing/2014/main" id="{6A3261C4-69BA-9159-862E-0CEB934C7500}"/>
              </a:ext>
            </a:extLst>
          </p:cNvPr>
          <p:cNvSpPr>
            <a:spLocks noGrp="1"/>
          </p:cNvSpPr>
          <p:nvPr>
            <p:ph type="sldNum" sz="quarter" idx="5"/>
          </p:nvPr>
        </p:nvSpPr>
        <p:spPr/>
        <p:txBody>
          <a:bodyPr/>
          <a:lstStyle/>
          <a:p>
            <a:fld id="{05167617-123C-4481-8862-4356DFDDE33D}" type="slidenum">
              <a:rPr lang="zh-TW" altLang="en-US" smtClean="0"/>
              <a:t>6</a:t>
            </a:fld>
            <a:endParaRPr lang="zh-TW" altLang="en-US"/>
          </a:p>
        </p:txBody>
      </p:sp>
    </p:spTree>
    <p:extLst>
      <p:ext uri="{BB962C8B-B14F-4D97-AF65-F5344CB8AC3E}">
        <p14:creationId xmlns:p14="http://schemas.microsoft.com/office/powerpoint/2010/main" val="14925257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其實還有個</a:t>
            </a:r>
            <a:r>
              <a:rPr lang="zh-TW" altLang="zh-TW" dirty="0"/>
              <a:t>評估上的問題。裁判結果分類通常會遇到類別分布不均的情況，本研究也是如此，Lose 明顯多於 Mixed 和 Win。 </a:t>
            </a:r>
          </a:p>
          <a:p>
            <a:r>
              <a:rPr lang="zh-TW" altLang="zh-TW" dirty="0"/>
              <a:t>當 Lose、Mixed 和 Win 的樣本數差距很大時，模型比較容易學到多數類別的模式，整體評估結果也可能看起來不錯。但這不代表模型真的能辨識少數類別。 </a:t>
            </a:r>
          </a:p>
          <a:p>
            <a:r>
              <a:rPr lang="zh-TW" altLang="zh-TW" dirty="0"/>
              <a:t>因此，類別不平衡在本研究中不只是資料分布現象，也會影響我們如何解讀模型表現。</a:t>
            </a:r>
          </a:p>
        </p:txBody>
      </p:sp>
      <p:sp>
        <p:nvSpPr>
          <p:cNvPr id="4" name="投影片編號版面配置區 3"/>
          <p:cNvSpPr>
            <a:spLocks noGrp="1"/>
          </p:cNvSpPr>
          <p:nvPr>
            <p:ph type="sldNum" sz="quarter" idx="5"/>
          </p:nvPr>
        </p:nvSpPr>
        <p:spPr/>
        <p:txBody>
          <a:bodyPr/>
          <a:lstStyle/>
          <a:p>
            <a:fld id="{05167617-123C-4481-8862-4356DFDDE33D}" type="slidenum">
              <a:rPr lang="zh-TW" altLang="en-US" smtClean="0"/>
              <a:t>7</a:t>
            </a:fld>
            <a:endParaRPr lang="zh-TW" altLang="en-US"/>
          </a:p>
        </p:txBody>
      </p:sp>
    </p:spTree>
    <p:extLst>
      <p:ext uri="{BB962C8B-B14F-4D97-AF65-F5344CB8AC3E}">
        <p14:creationId xmlns:p14="http://schemas.microsoft.com/office/powerpoint/2010/main" val="13153372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dirty="0"/>
              <a:t>首先，實證法律研究指出，判決書不只是個案閱讀的材料，也可以被視為觀察法院行為與訴訟結果的資料。特別是在臺灣，公開裁判書提供了大量可供分析的判決全文。</a:t>
            </a:r>
          </a:p>
          <a:p>
            <a:r>
              <a:rPr lang="zh-TW" altLang="zh-TW" dirty="0"/>
              <a:t>第二，因為判決書本身是非結構化文本，所以要進行模型分析，必須先把文字轉換成可計算的特徵。這也是本研究比較 BoW、TF 和 TF-IDF 的原因。</a:t>
            </a:r>
          </a:p>
          <a:p>
            <a:r>
              <a:rPr lang="zh-TW" altLang="zh-TW" dirty="0"/>
              <a:t>第三，法律判決預測的相關研究顯示，案件事實、法院理由或法律文本中，可能包含和裁判結果有關的訊號。不過法律場域不能只看 Accuracy，還要關注模型是否能合理比較、是否能處理不同類別的表現差異。</a:t>
            </a:r>
          </a:p>
          <a:p>
            <a:r>
              <a:rPr lang="zh-TW" altLang="zh-TW" dirty="0"/>
              <a:t>最後，MNIR 文獻提供了一種處理高維文字特徵的方式，也就是把文字特徵轉換為和結果相關的低維表示。因此，本研究把 MNIR + SVM 作為一條模型流程，並和不經 MNIR 的 Direct SVM 比較。</a:t>
            </a:r>
          </a:p>
        </p:txBody>
      </p:sp>
      <p:sp>
        <p:nvSpPr>
          <p:cNvPr id="4" name="投影片編號版面配置區 3"/>
          <p:cNvSpPr>
            <a:spLocks noGrp="1"/>
          </p:cNvSpPr>
          <p:nvPr>
            <p:ph type="sldNum" sz="quarter" idx="5"/>
          </p:nvPr>
        </p:nvSpPr>
        <p:spPr/>
        <p:txBody>
          <a:bodyPr/>
          <a:lstStyle/>
          <a:p>
            <a:fld id="{05167617-123C-4481-8862-4356DFDDE33D}" type="slidenum">
              <a:rPr lang="zh-TW" altLang="en-US" smtClean="0"/>
              <a:t>8</a:t>
            </a:fld>
            <a:endParaRPr lang="zh-TW" altLang="en-US"/>
          </a:p>
        </p:txBody>
      </p:sp>
    </p:spTree>
    <p:extLst>
      <p:ext uri="{BB962C8B-B14F-4D97-AF65-F5344CB8AC3E}">
        <p14:creationId xmlns:p14="http://schemas.microsoft.com/office/powerpoint/2010/main" val="21703418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研究目的是以下</a:t>
            </a:r>
            <a:endParaRPr lang="en-US" altLang="zh-TW" dirty="0"/>
          </a:p>
          <a:p>
            <a:r>
              <a:rPr lang="zh-TW" altLang="zh-TW" dirty="0"/>
              <a:t>第一，是分類可行性，也就是判決文本是否能提供足以區分 Lose、Mixed 與 Win 的文字訊號。 </a:t>
            </a:r>
          </a:p>
          <a:p>
            <a:r>
              <a:rPr lang="zh-TW" altLang="zh-TW" dirty="0"/>
              <a:t>第二，是案件類型差異。因為本研究將智慧財產權判決分成行政、民事、刑事與刑事附帶民事，所以要檢驗不同案件類型是否呈現不同的分類表現。 </a:t>
            </a:r>
          </a:p>
          <a:p>
            <a:r>
              <a:rPr lang="zh-TW" altLang="zh-TW" dirty="0"/>
              <a:t>第三，是特徵與模型流程。本研究比較 BoW、TF、TF-IDF 三種文字特徵，也比較 MNIR + SVM 與 Direct SVM 兩種流程，觀察不同設計是否影響分類結果。 </a:t>
            </a:r>
          </a:p>
          <a:p>
            <a:r>
              <a:rPr lang="zh-TW" altLang="zh-TW" dirty="0"/>
              <a:t>第四，是少數類別辨識。由於裁判結果分布不均，本研究不只看整體表現，也特別檢視 Mixed 與 Win 是否容易被模型忽略或誤判。 </a:t>
            </a:r>
          </a:p>
          <a:p>
            <a:r>
              <a:rPr lang="zh-TW" altLang="zh-TW" dirty="0"/>
              <a:t>後續的資料處理、模型設計與實證結果，都會回到這四個面向來回答。</a:t>
            </a:r>
          </a:p>
        </p:txBody>
      </p:sp>
      <p:sp>
        <p:nvSpPr>
          <p:cNvPr id="4" name="投影片編號版面配置區 3"/>
          <p:cNvSpPr>
            <a:spLocks noGrp="1"/>
          </p:cNvSpPr>
          <p:nvPr>
            <p:ph type="sldNum" sz="quarter" idx="5"/>
          </p:nvPr>
        </p:nvSpPr>
        <p:spPr/>
        <p:txBody>
          <a:bodyPr/>
          <a:lstStyle/>
          <a:p>
            <a:fld id="{05167617-123C-4481-8862-4356DFDDE33D}" type="slidenum">
              <a:rPr lang="zh-TW" altLang="en-US" smtClean="0"/>
              <a:t>9</a:t>
            </a:fld>
            <a:endParaRPr lang="zh-TW" altLang="en-US"/>
          </a:p>
        </p:txBody>
      </p:sp>
    </p:spTree>
    <p:extLst>
      <p:ext uri="{BB962C8B-B14F-4D97-AF65-F5344CB8AC3E}">
        <p14:creationId xmlns:p14="http://schemas.microsoft.com/office/powerpoint/2010/main" val="14480092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dirty="0"/>
              <a:t>為了回答前一頁的四個檢驗面向，本研究的流程可以分成七個步驟。 </a:t>
            </a:r>
          </a:p>
          <a:p>
            <a:r>
              <a:rPr lang="zh-TW" altLang="zh-TW" dirty="0"/>
              <a:t>首先，本研究以臺灣智慧財產權相關裁判書作為資料來源。接著進行資料整理，將案件分成行政、民事、刑事與刑事附帶民事四類，並將裁判結果整理為 Lose、Mixed 與 Win 三類。 </a:t>
            </a:r>
          </a:p>
          <a:p>
            <a:r>
              <a:rPr lang="zh-TW" altLang="zh-TW" dirty="0"/>
              <a:t>在文本處理上，本研究進行文本清理、停用詞處理、中文斷詞，並移除明顯裁判結果詞彙，以降低模型直接依賴結果詞的可能。 </a:t>
            </a:r>
          </a:p>
          <a:p>
            <a:r>
              <a:rPr lang="zh-TW" altLang="zh-TW" dirty="0"/>
              <a:t>接著，將判決文本轉換為 BoW、TF 與 TF-IDF 三種文字特徵，並使用 Chi-square 篩選與裁判結果較相關的詞彙。 </a:t>
            </a:r>
          </a:p>
          <a:p>
            <a:r>
              <a:rPr lang="zh-TW" altLang="zh-TW" dirty="0"/>
              <a:t>模型流程方面，本研究比較兩條路徑：第一是 Chi-square + MNIR + SVM，第二是 Chi-square + Direct SVM。最後使用 Macro F1、混淆矩陣與各類別 F1 來評估模型表現，尤其檢視少數類別是否被正確辨識。</a:t>
            </a:r>
          </a:p>
        </p:txBody>
      </p:sp>
      <p:sp>
        <p:nvSpPr>
          <p:cNvPr id="4" name="投影片編號版面配置區 3"/>
          <p:cNvSpPr>
            <a:spLocks noGrp="1"/>
          </p:cNvSpPr>
          <p:nvPr>
            <p:ph type="sldNum" sz="quarter" idx="5"/>
          </p:nvPr>
        </p:nvSpPr>
        <p:spPr/>
        <p:txBody>
          <a:bodyPr/>
          <a:lstStyle/>
          <a:p>
            <a:fld id="{05167617-123C-4481-8862-4356DFDDE33D}" type="slidenum">
              <a:rPr lang="zh-TW" altLang="en-US" smtClean="0"/>
              <a:t>10</a:t>
            </a:fld>
            <a:endParaRPr lang="zh-TW" altLang="en-US"/>
          </a:p>
        </p:txBody>
      </p:sp>
    </p:spTree>
    <p:extLst>
      <p:ext uri="{BB962C8B-B14F-4D97-AF65-F5344CB8AC3E}">
        <p14:creationId xmlns:p14="http://schemas.microsoft.com/office/powerpoint/2010/main" val="20979633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dirty="0"/>
              <a:t>這一頁呈現本研究主要分析樣本的分布，也就是論文中的表 3-3。 </a:t>
            </a:r>
          </a:p>
          <a:p>
            <a:r>
              <a:rPr lang="zh-TW" altLang="zh-TW" dirty="0"/>
              <a:t>完成資料篩選與標籤整理後，本研究主要分析樣本共有 45,344 筆。從整體來看，Lose 是明顯最多的類別，共 39,293 筆；Mixed 有 3,037 筆；Win 有 3,014 筆。 </a:t>
            </a:r>
          </a:p>
          <a:p>
            <a:r>
              <a:rPr lang="zh-TW" altLang="zh-TW" dirty="0"/>
              <a:t>這代表資料本身存在明顯的類別不平衡。如果模型傾向預測 Lose，即使它沒有真正學會辨識 Mixed 或 Win，也可能得到不錯的 Accuracy。 </a:t>
            </a:r>
          </a:p>
          <a:p>
            <a:r>
              <a:rPr lang="zh-TW" altLang="zh-TW" dirty="0"/>
              <a:t>另外，不同案件類型的分布也不一樣。刑事案件中 Lose 特別多，有 24,552 筆，但 Mixed 只有 80 筆。相反地，刑事附帶民事案件中 Mixed 有 1,047 筆，反而比 Lose 還多，但 Win 只有 32 筆。 </a:t>
            </a:r>
          </a:p>
          <a:p>
            <a:r>
              <a:rPr lang="zh-TW" altLang="zh-TW" dirty="0"/>
              <a:t>這些差異說明，模型表現不能只用整體分數解讀，也不能假設四類案件有相同的分類難度。因此，本研究後續除了 Accuracy，也會特別看 Macro F1，並搭配分類報告與混淆矩陣，檢查模型對 Lose、Mixed、Win 三類結果的辨識能力。</a:t>
            </a:r>
          </a:p>
        </p:txBody>
      </p:sp>
      <p:sp>
        <p:nvSpPr>
          <p:cNvPr id="4" name="投影片編號版面配置區 3"/>
          <p:cNvSpPr>
            <a:spLocks noGrp="1"/>
          </p:cNvSpPr>
          <p:nvPr>
            <p:ph type="sldNum" sz="quarter" idx="5"/>
          </p:nvPr>
        </p:nvSpPr>
        <p:spPr/>
        <p:txBody>
          <a:bodyPr/>
          <a:lstStyle/>
          <a:p>
            <a:fld id="{05167617-123C-4481-8862-4356DFDDE33D}" type="slidenum">
              <a:rPr lang="zh-TW" altLang="en-US" smtClean="0"/>
              <a:t>12</a:t>
            </a:fld>
            <a:endParaRPr lang="zh-TW" altLang="en-US"/>
          </a:p>
        </p:txBody>
      </p:sp>
    </p:spTree>
    <p:extLst>
      <p:ext uri="{BB962C8B-B14F-4D97-AF65-F5344CB8AC3E}">
        <p14:creationId xmlns:p14="http://schemas.microsoft.com/office/powerpoint/2010/main" val="14570617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dirty="0"/>
              <a:t>本研究使用的是中文判決全文。中文文本和英文文本不同，英文通常可以用空白初步切分單字，但中文句子中詞與詞之間沒有明確空格。因此，在建立文字特徵之前，必須先進行中文斷詞，讓模型能夠把判決文本轉換成可以計算的詞彙單位。</a:t>
            </a:r>
          </a:p>
          <a:p>
            <a:r>
              <a:rPr lang="zh-TW" altLang="zh-TW" dirty="0"/>
              <a:t>不過，在斷詞之前，本研究先處理另一個問題，也就是資料洩漏。</a:t>
            </a:r>
          </a:p>
          <a:p>
            <a:r>
              <a:rPr lang="zh-TW" altLang="zh-TW" dirty="0"/>
              <a:t>所謂資料洩漏，在這裡指的是判決文本中可能直接包含裁判結果本身。例如「駁回」、「准許」、「撤銷」、「有理由」、「無理由」、「有罪」、「無罪」這些詞，本身就和 Lose、Mixed、Win 有很強的關聯。如果模型在訓練過程中大量依賴這些詞，那模型可能不是從案件事實、法律爭點或法院理由中學習分類訊號，而只是記住了裁判結果用語。</a:t>
            </a:r>
          </a:p>
          <a:p>
            <a:r>
              <a:rPr lang="zh-TW" altLang="zh-TW" dirty="0"/>
              <a:t>因此，本研究在文字特徵建構前，先於全文層級移除明顯裁判結果詞。這個步驟放在斷詞之前，是因為部分結果線索可能不是單一詞，而是固定法律表述或片語。如果先斷詞，這些表述可能被拆成不同詞項，後續反而不容易完整控制。</a:t>
            </a:r>
          </a:p>
          <a:p>
            <a:r>
              <a:rPr lang="zh-TW" altLang="zh-TW" dirty="0"/>
              <a:t>在移除明顯結果詞之後，本研究再使用 CKIP 進行中文斷詞。CKIP 的作用是將連續的中文判決文字切分成詞彙單位，例如把一整段判決理由轉換成一個一個可供計算的詞。完成斷詞後，才進一步進行停用詞與低資訊詞處理，排除對分類幫助較低的常見詞或格式性詞彙。</a:t>
            </a:r>
          </a:p>
          <a:p>
            <a:r>
              <a:rPr lang="zh-TW" altLang="zh-TW" dirty="0"/>
              <a:t>最後，這些處理後的詞彙會被轉換成後續模型使用的文字特徵，也就是 BoW、TF 和 TF-IDF。</a:t>
            </a:r>
          </a:p>
          <a:p>
            <a:r>
              <a:rPr lang="zh-TW" altLang="zh-TW" dirty="0"/>
              <a:t>所以這一頁的重點是：本研究不是直接把原始判決全文丟進模型，而是先控制明顯裁判結果詞，再透過 CKIP 斷詞與詞彙整理，建立較適合機器學習模型使用的文字資料。後續的模型比較，也主要是建立在這個 no-leakage 的文本版本上。</a:t>
            </a:r>
          </a:p>
        </p:txBody>
      </p:sp>
      <p:sp>
        <p:nvSpPr>
          <p:cNvPr id="4" name="投影片編號版面配置區 3"/>
          <p:cNvSpPr>
            <a:spLocks noGrp="1"/>
          </p:cNvSpPr>
          <p:nvPr>
            <p:ph type="sldNum" sz="quarter" idx="5"/>
          </p:nvPr>
        </p:nvSpPr>
        <p:spPr/>
        <p:txBody>
          <a:bodyPr/>
          <a:lstStyle/>
          <a:p>
            <a:fld id="{05167617-123C-4481-8862-4356DFDDE33D}" type="slidenum">
              <a:rPr lang="zh-TW" altLang="en-US" smtClean="0"/>
              <a:t>13</a:t>
            </a:fld>
            <a:endParaRPr lang="zh-TW" altLang="en-US"/>
          </a:p>
        </p:txBody>
      </p:sp>
    </p:spTree>
    <p:extLst>
      <p:ext uri="{BB962C8B-B14F-4D97-AF65-F5344CB8AC3E}">
        <p14:creationId xmlns:p14="http://schemas.microsoft.com/office/powerpoint/2010/main" val="21980051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dirty="0"/>
              <a:t>下一步要把文字轉成數值型的特徵矩陣。</a:t>
            </a:r>
          </a:p>
          <a:p>
            <a:r>
              <a:rPr lang="zh-TW" altLang="zh-TW" dirty="0"/>
              <a:t>本研究比較三種常見的文字特徵表示，分別是 BoW、TF 和 TF-IDF。</a:t>
            </a:r>
          </a:p>
          <a:p>
            <a:r>
              <a:rPr lang="zh-TW" altLang="zh-TW" dirty="0"/>
              <a:t>第一種是 BoW，也就是詞袋模型。它的核心概念是看某個詞是否出現在文件中，或出現了幾次。BoW 不考慮詞的順序，也不理解句子的深層語意，但它的優點是簡單、清楚，而且在法律文本中仍然有意義。因為很多法律詞彙本身就帶有制度性訊號，例如「專利範圍」、「混淆誤認」、「損害賠償」、「商標近似」等詞，只要出現在判決中，就可能反映案件爭點或法律關係。</a:t>
            </a:r>
          </a:p>
          <a:p>
            <a:r>
              <a:rPr lang="zh-TW" altLang="zh-TW" dirty="0"/>
              <a:t>第二種是 TF，也就是詞頻表示。TF 比較重視某個詞在單篇判決中出現的頻率。如果某些詞在一篇判決裡反覆出現，代表該判決可能高度圍繞某個法律爭點或事實問題。例如專利案件中，如果「技術特徵」、「請求項」、「均等論」等詞反覆出現，就可能反映該案的爭點集中在專利侵權或權利範圍判斷。TF 的作用是讓模型看見這種詞彙在個案內部的相對強度。</a:t>
            </a:r>
          </a:p>
          <a:p>
            <a:r>
              <a:rPr lang="zh-TW" altLang="zh-TW" dirty="0"/>
              <a:t>第三種是 TF-IDF。它除了考慮詞在單篇判決中出現的頻率，也會考慮這個詞在整體資料中是不是常見。如果一個詞在某篇判決中常出現，但在所有判決中不是到處都出現，TF-IDF 就會給它比較高的權重。這對智慧財產權判決可能有幫助，因為某些專門技術詞、權利類型或特定爭點詞，不一定在所有案件中都很常見，但一旦出現，可能具有較高的區辨力。</a:t>
            </a:r>
          </a:p>
          <a:p>
            <a:r>
              <a:rPr lang="zh-TW" altLang="zh-TW" dirty="0"/>
              <a:t>本研究之所以同時比較這三種表示，是因為智慧財產權判決的文本結構和案件類型差異很大。不同案件可能依賴不同形式的文字訊號。有些案件可能只要某些關鍵法律用語出現，就有分類意義；有些案件則可能更看重詞彙出現的頻率；也有些案件可能需要強化相對稀有但具代表性的專門詞彙。</a:t>
            </a:r>
          </a:p>
        </p:txBody>
      </p:sp>
      <p:sp>
        <p:nvSpPr>
          <p:cNvPr id="4" name="投影片編號版面配置區 3"/>
          <p:cNvSpPr>
            <a:spLocks noGrp="1"/>
          </p:cNvSpPr>
          <p:nvPr>
            <p:ph type="sldNum" sz="quarter" idx="5"/>
          </p:nvPr>
        </p:nvSpPr>
        <p:spPr/>
        <p:txBody>
          <a:bodyPr/>
          <a:lstStyle/>
          <a:p>
            <a:fld id="{05167617-123C-4481-8862-4356DFDDE33D}" type="slidenum">
              <a:rPr lang="zh-TW" altLang="en-US" smtClean="0"/>
              <a:t>14</a:t>
            </a:fld>
            <a:endParaRPr lang="zh-TW" altLang="en-US"/>
          </a:p>
        </p:txBody>
      </p:sp>
    </p:spTree>
    <p:extLst>
      <p:ext uri="{BB962C8B-B14F-4D97-AF65-F5344CB8AC3E}">
        <p14:creationId xmlns:p14="http://schemas.microsoft.com/office/powerpoint/2010/main" val="2345004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這裡</a:t>
            </a:r>
            <a:r>
              <a:rPr lang="zh-TW" altLang="zh-TW" dirty="0"/>
              <a:t>說明 Chi-square 在本研究中的作用。</a:t>
            </a:r>
          </a:p>
          <a:p>
            <a:r>
              <a:rPr lang="zh-TW" altLang="zh-TW" dirty="0"/>
              <a:t>前面提到，BoW、TF 和 TF-IDF 會把判決文本轉換成「判決文件乘以詞彙特徵」的矩陣。每一列是一份判決，每一欄是一個詞彙特徵，欄位裡的數值可能代表詞是否出現、出現頻率，或 TF-IDF 權重。</a:t>
            </a:r>
          </a:p>
          <a:p>
            <a:r>
              <a:rPr lang="zh-TW" altLang="zh-TW" dirty="0"/>
              <a:t>但是在法律文本中，詞彙數量非常大。不是所有詞都對裁判結果分類有幫助。有些詞在 Lose、Mixed、Win 三類中都差不多常見，這類詞即使出現，也不太能幫助模型區分類別。相對地，如果某些詞在某一類裁判結果中特別常出現，而在其他類別中比較少出現，那它可能就具有較高的分類訊號。</a:t>
            </a:r>
          </a:p>
          <a:p>
            <a:r>
              <a:rPr lang="zh-TW" altLang="zh-TW" dirty="0"/>
              <a:t>Chi-square 特徵選擇就是在做這件事。它會針對每一個詞彙特徵，檢查這個詞和裁判結果類別之間是否有關聯。用比較直觀的方式說，就是問：這個詞在 Lose、Mixed、Win 三類中的分布，有沒有明顯差異？</a:t>
            </a:r>
          </a:p>
          <a:p>
            <a:r>
              <a:rPr lang="zh-TW" altLang="zh-TW" dirty="0"/>
              <a:t>如果一個詞在三類中都差不多常見，它的區辨力就比較低。</a:t>
            </a:r>
            <a:br>
              <a:rPr lang="zh-TW" altLang="zh-TW" dirty="0"/>
            </a:br>
            <a:r>
              <a:rPr lang="zh-TW" altLang="zh-TW" dirty="0"/>
              <a:t>如果一個詞明顯集中在某些類別，或者在不同類別中出現差異很大，它的 Chi-square 分數就會比較高。</a:t>
            </a:r>
          </a:p>
          <a:p>
            <a:r>
              <a:rPr lang="zh-TW" altLang="zh-TW" dirty="0"/>
              <a:t>所以 Chi-square 在本研究中不是分類器。它不直接預測 Lose、Mixed 或 Win，而是先幫我從大量詞彙中挑出和裁判結果較有關聯的前 K 個特徵。</a:t>
            </a:r>
          </a:p>
          <a:p>
            <a:r>
              <a:rPr lang="zh-TW" altLang="zh-TW" dirty="0"/>
              <a:t>這個步驟很重要，因為後面的 MNIR + SVM 和 Direct SVM 都是在 Chi-square 篩選後的特徵上進行。也就是說，我先用同一套方法把詞彙空間縮小，再比較兩條模型流程：一條是經過 MNIR 監督式轉換後再進 SVM，另一條是直接把 Chi-square 篩選後的特徵送進 SVM。</a:t>
            </a:r>
          </a:p>
          <a:p>
            <a:r>
              <a:rPr lang="zh-TW" altLang="zh-TW" dirty="0"/>
              <a:t>因此，這頁的重點是：Chi-square 的功能是「特徵篩選」，不是「模型分類」。它的目的是降低高維稀疏文字資料的複雜度，並讓後續模型聚焦在較可能與裁判結果有關的文字訊號上。</a:t>
            </a:r>
          </a:p>
        </p:txBody>
      </p:sp>
      <p:sp>
        <p:nvSpPr>
          <p:cNvPr id="4" name="投影片編號版面配置區 3"/>
          <p:cNvSpPr>
            <a:spLocks noGrp="1"/>
          </p:cNvSpPr>
          <p:nvPr>
            <p:ph type="sldNum" sz="quarter" idx="5"/>
          </p:nvPr>
        </p:nvSpPr>
        <p:spPr/>
        <p:txBody>
          <a:bodyPr/>
          <a:lstStyle/>
          <a:p>
            <a:fld id="{05167617-123C-4481-8862-4356DFDDE33D}" type="slidenum">
              <a:rPr lang="zh-TW" altLang="en-US" smtClean="0"/>
              <a:t>15</a:t>
            </a:fld>
            <a:endParaRPr lang="zh-TW" altLang="en-US"/>
          </a:p>
        </p:txBody>
      </p:sp>
    </p:spTree>
    <p:extLst>
      <p:ext uri="{BB962C8B-B14F-4D97-AF65-F5344CB8AC3E}">
        <p14:creationId xmlns:p14="http://schemas.microsoft.com/office/powerpoint/2010/main" val="16641027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dirty="0"/>
              <a:t>這一頁是本研究模型設計的核心。</a:t>
            </a:r>
          </a:p>
          <a:p>
            <a:r>
              <a:rPr lang="zh-TW" altLang="zh-TW" dirty="0"/>
              <a:t>前面已經說明，本研究會先把判決文字轉換成 BoW、TF 和 TF-IDF 三種文字特徵，接著使用 Chi-square 篩選與裁判結果較有關聯的詞彙特徵。完成這些步驟後，本研究比較兩條模型流程。</a:t>
            </a:r>
          </a:p>
          <a:p>
            <a:r>
              <a:rPr lang="zh-TW" altLang="zh-TW" dirty="0"/>
              <a:t>第一條流程是 Chi-square + MNIR + SVM。這條流程會在 Chi-square 特徵選擇之後，再加入 MNIR，也就是多項式逆迴歸。MNIR 的作用是把原本高維的文字特徵，轉換成一組較低維、且帶有監督式分類訊號的分數，然後再把這些分數送進 SVM 做 Lose、Mixed、Win 的分類。</a:t>
            </a:r>
          </a:p>
          <a:p>
            <a:r>
              <a:rPr lang="zh-TW" altLang="zh-TW" dirty="0"/>
              <a:t>第二條流程是 Chi-square + Direct SVM。這條流程不經過 MNIR 轉換，而是直接把 Chi-square 篩選後的文字特徵送進 SVM。也就是說，它保留較原始的稀疏詞彙特徵，直接讓 SVM 學習分類邊界。</a:t>
            </a:r>
          </a:p>
          <a:p>
            <a:r>
              <a:rPr lang="zh-TW" altLang="zh-TW" dirty="0"/>
              <a:t>這兩條流程的前半段是相同的。資料來源相同，案件類型相同，裁判結果標籤相同，文字特徵表示也是同樣的 BoW、TF 和 TF-IDF，並且都先經過 Chi-square 特徵選擇。因此，兩者真正的差異在於：是否加入 MNIR 這個監督式特徵轉換步驟。</a:t>
            </a:r>
          </a:p>
          <a:p>
            <a:r>
              <a:rPr lang="zh-TW" altLang="zh-TW" dirty="0"/>
              <a:t>本研究之所以要這樣設計，是因為法律文本特徵通常具有高維、稀疏的特性。理論上，MNIR 可能有助於把大量詞彙特徵壓縮成較有分類意義的低維表示，進而改善後續分類效果。可是這件事不能只從理論上假設，所以本研究設計 Direct SVM 作為對照流程。</a:t>
            </a:r>
          </a:p>
          <a:p>
            <a:r>
              <a:rPr lang="zh-TW" altLang="zh-TW" dirty="0"/>
              <a:t>換句話說，Direct SVM 在這裡不是隨便拿來比較的模型，而是用來回答一個很具體的問題：在已經做過 Chi-square 特徵選擇之後，MNIR 是否還能提供額外的分類增益？</a:t>
            </a:r>
          </a:p>
          <a:p>
            <a:r>
              <a:rPr lang="zh-TW" altLang="zh-TW" dirty="0"/>
              <a:t>所以這一頁的重點是：本研究不是單純比較兩個模型誰分數高，而是在相同前處理與特徵篩選基礎上，檢驗 MNIR 這個監督式特徵轉換步驟是否真的有助於臺灣智慧財產權判決的裁判結果分類。</a:t>
            </a:r>
          </a:p>
        </p:txBody>
      </p:sp>
      <p:sp>
        <p:nvSpPr>
          <p:cNvPr id="4" name="投影片編號版面配置區 3"/>
          <p:cNvSpPr>
            <a:spLocks noGrp="1"/>
          </p:cNvSpPr>
          <p:nvPr>
            <p:ph type="sldNum" sz="quarter" idx="5"/>
          </p:nvPr>
        </p:nvSpPr>
        <p:spPr/>
        <p:txBody>
          <a:bodyPr/>
          <a:lstStyle/>
          <a:p>
            <a:fld id="{05167617-123C-4481-8862-4356DFDDE33D}" type="slidenum">
              <a:rPr lang="zh-TW" altLang="en-US" smtClean="0"/>
              <a:t>16</a:t>
            </a:fld>
            <a:endParaRPr lang="zh-TW" altLang="en-US"/>
          </a:p>
        </p:txBody>
      </p:sp>
    </p:spTree>
    <p:extLst>
      <p:ext uri="{BB962C8B-B14F-4D97-AF65-F5344CB8AC3E}">
        <p14:creationId xmlns:p14="http://schemas.microsoft.com/office/powerpoint/2010/main" val="33584777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dirty="0"/>
              <a:t>前面提到，判決文本經過斷詞、特徵表示與 Chi-square 特徵選擇後，每一篇判決都可以表示成一個詞彙向量。這裡我用 \(\mathbf{x}_i\) 表示第 \(i\) 篇判決的詞彙計數向量，\(m_i\) 是這篇判決的總詞數。因此，\(\mathbf{f}_i = \mathbf{x}_i / m_i\)，代表標準化後的詞頻向量。</a:t>
            </a:r>
          </a:p>
          <a:p>
            <a:r>
              <a:rPr lang="zh-TW" altLang="zh-TW" dirty="0"/>
              <a:t>這樣做的目的，是避免篇幅較長的判決因為詞彙總數較多，而在模型中占有不成比例的影響。換句話說，MNIR 使用的不是單純原始詞數，而是經過標準化後的詞頻表示。</a:t>
            </a:r>
          </a:p>
          <a:p>
            <a:r>
              <a:rPr lang="zh-TW" altLang="zh-TW" dirty="0"/>
              <a:t>接著，MNIR 會估計一個詞彙投影參數矩陣，也就是這裡的 \(\hat{\boldsymbol{\Phi}}\)。這個矩陣可以理解為：不同詞彙特徵如何被組合成較低維的分類方向。公式上，就是用 \(\hat{\boldsymbol{\Phi}}^\top\) 乘上 \(\mathbf{f}_i\)，得到 \(\mathbf{z}_i\)。</a:t>
            </a:r>
          </a:p>
          <a:p>
            <a:r>
              <a:rPr lang="zh-TW" altLang="zh-TW" dirty="0"/>
              <a:t>\(\mathbf{z}_i\) 就是第 \(i\) 篇判決的 MNIR scores，也可以稱為 sufficient reduction scores。它不是最終分類結果，而是 MNIR 轉換後產生的低維特徵。</a:t>
            </a:r>
          </a:p>
          <a:p>
            <a:r>
              <a:rPr lang="zh-TW" altLang="zh-TW" dirty="0"/>
              <a:t>在本研究中，裁判結果有三類：Lose、Mixed、Win。三個類別在多類別模型中只需要兩個獨立方向來表示，所以雖然標籤有三類，但 MNIR 轉換後的 SR scores 是二維，也就是 \(K = 2\)。因此右邊的圖用 SR1 和 SR2 兩個軸來示意。</a:t>
            </a:r>
          </a:p>
          <a:p>
            <a:r>
              <a:rPr lang="zh-TW" altLang="zh-TW" dirty="0"/>
              <a:t>右邊這張圖是概念示意圖，不是實際樣本座標。它想表達的是：原本每篇判決可能有很多個詞彙特徵，也就是 \(P\) 維；經過 MNIR 轉換後，每篇判決會被投影到二維 SR 空間中。後續的 SVM 不是直接使用原本的高維詞彙向量，而是使用這兩個 SR scores 來建立分類邊界，判斷判決屬於 Lose、Mixed 或 Win。</a:t>
            </a:r>
          </a:p>
          <a:p>
            <a:r>
              <a:rPr lang="zh-TW" altLang="zh-TW" dirty="0"/>
              <a:t>所以這一頁的重點是：MNIR 在我的研究中不是分類器，而是一個監督式降維步驟。它利用裁判結果標籤學習詞彙投影方向，將 Chi-square 後仍然高維的文字特徵，壓縮成兩個與分類任務相關的 SR scores，再交給 SVM 做最後分類。</a:t>
            </a:r>
          </a:p>
        </p:txBody>
      </p:sp>
      <p:sp>
        <p:nvSpPr>
          <p:cNvPr id="4" name="投影片編號版面配置區 3"/>
          <p:cNvSpPr>
            <a:spLocks noGrp="1"/>
          </p:cNvSpPr>
          <p:nvPr>
            <p:ph type="sldNum" sz="quarter" idx="5"/>
          </p:nvPr>
        </p:nvSpPr>
        <p:spPr/>
        <p:txBody>
          <a:bodyPr/>
          <a:lstStyle/>
          <a:p>
            <a:fld id="{05167617-123C-4481-8862-4356DFDDE33D}" type="slidenum">
              <a:rPr lang="zh-TW" altLang="en-US" smtClean="0"/>
              <a:t>17</a:t>
            </a:fld>
            <a:endParaRPr lang="zh-TW" altLang="en-US"/>
          </a:p>
        </p:txBody>
      </p:sp>
    </p:spTree>
    <p:extLst>
      <p:ext uri="{BB962C8B-B14F-4D97-AF65-F5344CB8AC3E}">
        <p14:creationId xmlns:p14="http://schemas.microsoft.com/office/powerpoint/2010/main" val="21969206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dirty="0"/>
              <a:t>在本研究中，MNIR + SVM 和 Direct SVM 最後都使用 SVM 作為分類器。也就是說，真正不同的地方不是分類器，而是 SVM 接收到的輸入特徵不同。</a:t>
            </a:r>
          </a:p>
          <a:p>
            <a:r>
              <a:rPr lang="zh-TW" altLang="zh-TW" dirty="0"/>
              <a:t>左邊是 MNIR + SVM。判決文本先形成詞頻向量，經過 MNIR 投影後，會得到二維的 SR scores，也就是這裡的 \(\mathbf{z}_i\)。因為本研究有三個裁判結果類別，所以 MNIR 形成兩個獨立的 sufficient reduction scores。後續 SVM 使用這兩個分數進行 Lose、Mixed、Win 的分類。</a:t>
            </a:r>
          </a:p>
          <a:p>
            <a:r>
              <a:rPr lang="zh-TW" altLang="zh-TW" dirty="0"/>
              <a:t>右邊是 Direct SVM。這條流程不經過 MNIR，而是直接使用 Chi-square 篩選後的詞彙特徵。這裡的 \(\mathbf{v}_i\) 代表第 \(i\) 篇判決的詞彙特徵向量，維度是 \(P\)。其中每一個 \(v_{ij}\) 對應到某一個被 Chi-square 保留下來的詞彙特徵，其數值可能來自 BoW、TF 或 TF-IDF。</a:t>
            </a:r>
          </a:p>
          <a:p>
            <a:r>
              <a:rPr lang="zh-TW" altLang="zh-TW" dirty="0"/>
              <a:t>所以兩者的核心差異是：MNIR + SVM 把高維詞彙特徵壓縮成二維 SR scores；Direct SVM 則保留卡方篩選後的高維稀疏詞彙特徵，直接讓 SVM 建立分類邊界。</a:t>
            </a:r>
          </a:p>
          <a:p>
            <a:r>
              <a:rPr lang="zh-TW" altLang="zh-TW" dirty="0"/>
              <a:t>這也對應到本研究的主要實證問題：在卡方已經篩選出較有關聯詞彙的情況下，是否還需要 MNIR 進一步轉換成低維 SR scores，或者 Direct SVM 直接使用詞彙特徵反而能保留更多分類訊號。</a:t>
            </a:r>
          </a:p>
        </p:txBody>
      </p:sp>
      <p:sp>
        <p:nvSpPr>
          <p:cNvPr id="4" name="投影片編號版面配置區 3"/>
          <p:cNvSpPr>
            <a:spLocks noGrp="1"/>
          </p:cNvSpPr>
          <p:nvPr>
            <p:ph type="sldNum" sz="quarter" idx="5"/>
          </p:nvPr>
        </p:nvSpPr>
        <p:spPr/>
        <p:txBody>
          <a:bodyPr/>
          <a:lstStyle/>
          <a:p>
            <a:fld id="{05167617-123C-4481-8862-4356DFDDE33D}" type="slidenum">
              <a:rPr lang="zh-TW" altLang="en-US" smtClean="0"/>
              <a:t>18</a:t>
            </a:fld>
            <a:endParaRPr lang="zh-TW" altLang="en-US"/>
          </a:p>
        </p:txBody>
      </p:sp>
    </p:spTree>
    <p:extLst>
      <p:ext uri="{BB962C8B-B14F-4D97-AF65-F5344CB8AC3E}">
        <p14:creationId xmlns:p14="http://schemas.microsoft.com/office/powerpoint/2010/main" val="14015842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dirty="0"/>
              <a:t>這一頁先說明本研究使用的最低基準模型，也就是 Majority Class baseline。</a:t>
            </a:r>
          </a:p>
          <a:p>
            <a:r>
              <a:rPr lang="zh-TW" altLang="zh-TW" dirty="0"/>
              <a:t>由於本研究的裁判結果分布明顯不平衡，尤其 Lose 是多數類別，如果模型只是大量預測 Lose，也可能得到看似不低的 Accuracy。因此，在比較 MNIR + SVM 和 Direct SVM 之前，我先設置一個最低基準，用來檢查模型是否真的有學到文本中的分類訊號。</a:t>
            </a:r>
          </a:p>
          <a:p>
            <a:r>
              <a:rPr lang="zh-TW" altLang="zh-TW" dirty="0"/>
              <a:t>Majority Class baseline 的做法很簡單。它不使用任何判決文字，也不做文字特徵建構，而是先在訓練集中找出樣本數最多的類別，接著不論測試集的判決內容是什麼，都一律預測為這個多數類別。</a:t>
            </a:r>
          </a:p>
          <a:p>
            <a:r>
              <a:rPr lang="zh-TW" altLang="en-US" dirty="0"/>
              <a:t>若模型分數比</a:t>
            </a:r>
            <a:r>
              <a:rPr lang="en-US" altLang="zh-TW" dirty="0"/>
              <a:t>baseline</a:t>
            </a:r>
            <a:r>
              <a:rPr lang="zh-TW" altLang="en-US" dirty="0"/>
              <a:t>更高，則</a:t>
            </a:r>
            <a:r>
              <a:rPr lang="zh-TW" altLang="zh-TW" dirty="0"/>
              <a:t>這表示模型並不是單純依靠類別分布取得分數，而是至少從判決文本的詞彙特徵中學到部分與裁判結果相關的訊號。</a:t>
            </a:r>
            <a:endParaRPr lang="zh-TW" altLang="en-US" dirty="0"/>
          </a:p>
        </p:txBody>
      </p:sp>
      <p:sp>
        <p:nvSpPr>
          <p:cNvPr id="4" name="投影片編號版面配置區 3"/>
          <p:cNvSpPr>
            <a:spLocks noGrp="1"/>
          </p:cNvSpPr>
          <p:nvPr>
            <p:ph type="sldNum" sz="quarter" idx="5"/>
          </p:nvPr>
        </p:nvSpPr>
        <p:spPr/>
        <p:txBody>
          <a:bodyPr/>
          <a:lstStyle/>
          <a:p>
            <a:fld id="{05167617-123C-4481-8862-4356DFDDE33D}" type="slidenum">
              <a:rPr lang="zh-TW" altLang="en-US" smtClean="0"/>
              <a:t>19</a:t>
            </a:fld>
            <a:endParaRPr lang="zh-TW" altLang="en-US"/>
          </a:p>
        </p:txBody>
      </p:sp>
    </p:spTree>
    <p:extLst>
      <p:ext uri="{BB962C8B-B14F-4D97-AF65-F5344CB8AC3E}">
        <p14:creationId xmlns:p14="http://schemas.microsoft.com/office/powerpoint/2010/main" val="28359595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dirty="0"/>
              <a:t>接下來進入實證結果。這一頁先把後面幾個表格會支持的主要發現整理出來。 </a:t>
            </a:r>
          </a:p>
          <a:p>
            <a:r>
              <a:rPr lang="zh-TW" altLang="zh-TW" dirty="0"/>
              <a:t>第一，Direct SVM 的表現較佳。也就是在四類案件中，Direct SVM 的 Macro F1 都高於 MNIR + SVM。這表示在本研究的資料、標籤與參數設定下，MNIR 轉換沒有帶來額外增益。 </a:t>
            </a:r>
          </a:p>
          <a:p>
            <a:r>
              <a:rPr lang="zh-TW" altLang="zh-TW" dirty="0"/>
              <a:t>第二，沒有單一最佳文字特徵。行政案件是 BoW 較佳，民事案件是 TF-IDF 較佳，刑事案件是 TF 較佳，刑事附帶民事案件則是 BoW 較佳。這代表文字特徵的選擇不能一概而論，而是會受到案件類型影響。 </a:t>
            </a:r>
          </a:p>
          <a:p>
            <a:r>
              <a:rPr lang="zh-TW" altLang="zh-TW" dirty="0"/>
              <a:t>第三，少數類別仍然難以辨識，尤其是 Mixed 和 Win。以民事案件為例，Win 的 F1 只有 0.130，而且 Mixed 和 Win 經常被模型誤判為 Lose。這說明類別不平衡仍然是本研究最主要的限制。 </a:t>
            </a:r>
          </a:p>
          <a:p>
            <a:r>
              <a:rPr lang="zh-TW" altLang="zh-TW" dirty="0"/>
              <a:t>後面我會依序用表 4-1 到表 4-8 來支持這三個發現。</a:t>
            </a:r>
          </a:p>
        </p:txBody>
      </p:sp>
      <p:sp>
        <p:nvSpPr>
          <p:cNvPr id="4" name="投影片編號版面配置區 3"/>
          <p:cNvSpPr>
            <a:spLocks noGrp="1"/>
          </p:cNvSpPr>
          <p:nvPr>
            <p:ph type="sldNum" sz="quarter" idx="5"/>
          </p:nvPr>
        </p:nvSpPr>
        <p:spPr/>
        <p:txBody>
          <a:bodyPr/>
          <a:lstStyle/>
          <a:p>
            <a:fld id="{05167617-123C-4481-8862-4356DFDDE33D}" type="slidenum">
              <a:rPr lang="zh-TW" altLang="en-US" smtClean="0"/>
              <a:t>20</a:t>
            </a:fld>
            <a:endParaRPr lang="zh-TW" altLang="en-US"/>
          </a:p>
        </p:txBody>
      </p:sp>
    </p:spTree>
    <p:extLst>
      <p:ext uri="{BB962C8B-B14F-4D97-AF65-F5344CB8AC3E}">
        <p14:creationId xmlns:p14="http://schemas.microsoft.com/office/powerpoint/2010/main" val="28153768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dirty="0"/>
              <a:t>這一頁先看第一條模型流程，也就是 Chi-square 加上 MNIR，再接 SVM。 </a:t>
            </a:r>
          </a:p>
          <a:p>
            <a:r>
              <a:rPr lang="zh-TW" altLang="zh-TW" dirty="0"/>
              <a:t>這裡</a:t>
            </a:r>
            <a:r>
              <a:rPr lang="zh-TW" altLang="en-US" dirty="0"/>
              <a:t>把 </a:t>
            </a:r>
            <a:r>
              <a:rPr lang="zh-TW" altLang="zh-TW" dirty="0"/>
              <a:t>MNIR + SVM 在四類案件中的最佳設定與結果列出來，作為後續比較 Direct SVM 的基準。 </a:t>
            </a:r>
          </a:p>
          <a:p>
            <a:r>
              <a:rPr lang="zh-TW" altLang="zh-TW" dirty="0"/>
              <a:t>從表 4-1 可以看到，四類案件的最佳文字特徵並不完全相同。行政案件是 BoW，民事與刑事案件是 TF-IDF，刑事附帶民事案件則是 TF。 </a:t>
            </a:r>
          </a:p>
          <a:p>
            <a:r>
              <a:rPr lang="zh-TW" altLang="zh-TW" dirty="0"/>
              <a:t>另外，表中同時列出 Accuracy 和 Macro F1。Accuracy 反映整體預測正確比例，而 Macro F1 更能觀察三類裁判結果的平均辨識表現。</a:t>
            </a:r>
          </a:p>
        </p:txBody>
      </p:sp>
      <p:sp>
        <p:nvSpPr>
          <p:cNvPr id="4" name="投影片編號版面配置區 3"/>
          <p:cNvSpPr>
            <a:spLocks noGrp="1"/>
          </p:cNvSpPr>
          <p:nvPr>
            <p:ph type="sldNum" sz="quarter" idx="5"/>
          </p:nvPr>
        </p:nvSpPr>
        <p:spPr/>
        <p:txBody>
          <a:bodyPr/>
          <a:lstStyle/>
          <a:p>
            <a:fld id="{05167617-123C-4481-8862-4356DFDDE33D}" type="slidenum">
              <a:rPr lang="zh-TW" altLang="en-US" smtClean="0"/>
              <a:t>21</a:t>
            </a:fld>
            <a:endParaRPr lang="zh-TW" altLang="en-US"/>
          </a:p>
        </p:txBody>
      </p:sp>
    </p:spTree>
    <p:extLst>
      <p:ext uri="{BB962C8B-B14F-4D97-AF65-F5344CB8AC3E}">
        <p14:creationId xmlns:p14="http://schemas.microsoft.com/office/powerpoint/2010/main" val="17306854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dirty="0"/>
              <a:t>接著看第二條模型流程，也就是不經 MNIR 轉換，直接將 Chi-square 篩選後的文字特徵送入 SVM。 </a:t>
            </a:r>
          </a:p>
          <a:p>
            <a:r>
              <a:rPr lang="zh-TW" altLang="zh-TW" dirty="0"/>
              <a:t>從表 4-2 可以看到，四類案件的最佳 Direct SVM 結果都高於 Majority Class baseline。行政案件的 Macro F1 從 baseline 的 0.311 提升到 0.380，民事從 0.269 提升到 0.428，刑事從 0.322 提升到 0.577，刑事附帶民事則從 0.245 提升到 0.654。 </a:t>
            </a:r>
          </a:p>
          <a:p>
            <a:r>
              <a:rPr lang="zh-TW" altLang="zh-TW" dirty="0"/>
              <a:t>這代表 Direct SVM 不是單純預測最多數類別，而是有利用到判決文本中的分類訊號。 </a:t>
            </a:r>
          </a:p>
          <a:p>
            <a:r>
              <a:rPr lang="zh-TW" altLang="zh-TW" dirty="0"/>
              <a:t>同時，這一頁也可以先看到不同案件類型的最佳文字特徵並不相同：行政是 BoW，民事是 TF-IDF，刑事是 TF，刑事附帶民事是 BoW。</a:t>
            </a:r>
          </a:p>
        </p:txBody>
      </p:sp>
      <p:sp>
        <p:nvSpPr>
          <p:cNvPr id="4" name="投影片編號版面配置區 3"/>
          <p:cNvSpPr>
            <a:spLocks noGrp="1"/>
          </p:cNvSpPr>
          <p:nvPr>
            <p:ph type="sldNum" sz="quarter" idx="5"/>
          </p:nvPr>
        </p:nvSpPr>
        <p:spPr/>
        <p:txBody>
          <a:bodyPr/>
          <a:lstStyle/>
          <a:p>
            <a:fld id="{05167617-123C-4481-8862-4356DFDDE33D}" type="slidenum">
              <a:rPr lang="zh-TW" altLang="en-US" smtClean="0"/>
              <a:t>22</a:t>
            </a:fld>
            <a:endParaRPr lang="zh-TW" altLang="en-US"/>
          </a:p>
        </p:txBody>
      </p:sp>
    </p:spTree>
    <p:extLst>
      <p:ext uri="{BB962C8B-B14F-4D97-AF65-F5344CB8AC3E}">
        <p14:creationId xmlns:p14="http://schemas.microsoft.com/office/powerpoint/2010/main" val="33802096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dirty="0"/>
              <a:t>這一頁是模型流程比較的核心結果。由於本研究資料有明顯類別不平衡，所以我用 Macro F1 比較 MNIR + SVM 和 Direct SVM，而不是只看 Accuracy。 </a:t>
            </a:r>
          </a:p>
          <a:p>
            <a:r>
              <a:rPr lang="zh-TW" altLang="zh-TW" dirty="0"/>
              <a:t>從表 4-3 可以看到，四類案件中 Direct SVM 的 Macro F1 都高於 MNIR + SVM。行政差距是 0.062，民事是 0.075，刑事最大，是 0.187，刑事附帶民事則是 0.109。 </a:t>
            </a:r>
          </a:p>
          <a:p>
            <a:r>
              <a:rPr lang="zh-TW" altLang="zh-TW" dirty="0"/>
              <a:t>這表示在本研究設定下，MNIR 轉換沒有帶來額外增益；直接使用 Chi-square 篩選後的文字特徵進入 SVM，反而得到較好的 Macro F1。 </a:t>
            </a:r>
          </a:p>
          <a:p>
            <a:r>
              <a:rPr lang="zh-TW" altLang="zh-TW" dirty="0"/>
              <a:t>但這個結論應該保守解讀：不是說 MNIR 方法本身無效，而是說在本研究資料與任務設定下，Direct SVM 較適合作為基準流程。</a:t>
            </a:r>
          </a:p>
        </p:txBody>
      </p:sp>
      <p:sp>
        <p:nvSpPr>
          <p:cNvPr id="4" name="投影片編號版面配置區 3"/>
          <p:cNvSpPr>
            <a:spLocks noGrp="1"/>
          </p:cNvSpPr>
          <p:nvPr>
            <p:ph type="sldNum" sz="quarter" idx="5"/>
          </p:nvPr>
        </p:nvSpPr>
        <p:spPr/>
        <p:txBody>
          <a:bodyPr/>
          <a:lstStyle/>
          <a:p>
            <a:fld id="{05167617-123C-4481-8862-4356DFDDE33D}" type="slidenum">
              <a:rPr lang="zh-TW" altLang="en-US" smtClean="0"/>
              <a:t>23</a:t>
            </a:fld>
            <a:endParaRPr lang="zh-TW" altLang="en-US"/>
          </a:p>
        </p:txBody>
      </p:sp>
    </p:spTree>
    <p:extLst>
      <p:ext uri="{BB962C8B-B14F-4D97-AF65-F5344CB8AC3E}">
        <p14:creationId xmlns:p14="http://schemas.microsoft.com/office/powerpoint/2010/main" val="10928684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dirty="0"/>
              <a:t>從結果來看，沒有一種特徵在四類案件中都最好。行政案件是 BoW，民事案件是 TF-IDF，刑事案件是 TF，刑事附帶民事案件則是 BoW。 </a:t>
            </a:r>
          </a:p>
          <a:p>
            <a:r>
              <a:rPr lang="zh-TW" altLang="zh-TW" dirty="0"/>
              <a:t>這裡我會保守解讀。文獻可以支持的是，BoW、TF、TF-IDF 對文字資訊的表示方式不同，而且不同文本分類任務中，特徵表示的效果可能會不同。但文獻並不能直接告訴我們臺灣智財行政案件一定適合 BoW，或民事案件一定適合 TF-IDF。 </a:t>
            </a:r>
          </a:p>
          <a:p>
            <a:r>
              <a:rPr lang="zh-TW" altLang="zh-TW" dirty="0"/>
              <a:t>因此，本研究的結果比較像是一個實證發現：在本資料與模型設定下，不同案件類型確實對文字特徵有不同反應。 </a:t>
            </a:r>
          </a:p>
          <a:p>
            <a:r>
              <a:rPr lang="zh-TW" altLang="zh-TW" dirty="0"/>
              <a:t>可能的解釋是，行政案件與刑事附帶民事案件中，部分結果訊號可能集中在特定詞彙是否出現，因此 BoW 表現較佳。民事案件中，TF-IDF 表現較佳，可能與常見法律用語需要被降權、相對稀有詞較有辨識力有關。刑事案件中，TF 表現較佳，可能表示詞頻訊號比單純是否出現更能反映分類差異。 </a:t>
            </a:r>
          </a:p>
          <a:p>
            <a:r>
              <a:rPr lang="zh-TW" altLang="zh-TW" dirty="0"/>
              <a:t>不過這些解釋仍屬於本研究對結果的合理推論，未來可以透過重要詞分析、段落結構分析或模型解釋方法進一步驗證。 </a:t>
            </a:r>
          </a:p>
          <a:p>
            <a:r>
              <a:rPr lang="zh-TW" altLang="zh-TW" dirty="0"/>
              <a:t>因此，這一頁最保守也最重要的結論是：文字特徵沒有單一最佳解，特徵選擇必須回到案件類型與資料特性中判斷。</a:t>
            </a:r>
          </a:p>
        </p:txBody>
      </p:sp>
      <p:sp>
        <p:nvSpPr>
          <p:cNvPr id="4" name="投影片編號版面配置區 3"/>
          <p:cNvSpPr>
            <a:spLocks noGrp="1"/>
          </p:cNvSpPr>
          <p:nvPr>
            <p:ph type="sldNum" sz="quarter" idx="5"/>
          </p:nvPr>
        </p:nvSpPr>
        <p:spPr/>
        <p:txBody>
          <a:bodyPr/>
          <a:lstStyle/>
          <a:p>
            <a:fld id="{05167617-123C-4481-8862-4356DFDDE33D}" type="slidenum">
              <a:rPr lang="zh-TW" altLang="en-US" smtClean="0"/>
              <a:t>24</a:t>
            </a:fld>
            <a:endParaRPr lang="zh-TW" altLang="en-US"/>
          </a:p>
        </p:txBody>
      </p:sp>
    </p:spTree>
    <p:extLst>
      <p:ext uri="{BB962C8B-B14F-4D97-AF65-F5344CB8AC3E}">
        <p14:creationId xmlns:p14="http://schemas.microsoft.com/office/powerpoint/2010/main" val="38496010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dirty="0"/>
              <a:t>這一頁是參數選擇結果，主要用來補充說明模型設定不是任意決定的。 </a:t>
            </a:r>
          </a:p>
          <a:p>
            <a:r>
              <a:rPr lang="zh-TW" altLang="zh-TW" dirty="0"/>
              <a:t>在 Direct SVM 流程中，我針對不同案件類型比較不同特徵數 K 值與 SVM 的 C 值，並依驗證集的 Macro F1 選出較佳設定。 </a:t>
            </a:r>
          </a:p>
          <a:p>
            <a:r>
              <a:rPr lang="zh-TW" altLang="zh-TW" dirty="0"/>
              <a:t>從表 4-5 可以看到，不同案件類型的最佳設定並不完全相同。行政案件和刑事附帶民事案件的最佳 K 值是 3000，而民事和刑事案件則是 5000。C 值方面，行政、民事和刑事案件的最佳 C 是 4.0，但刑事附帶民事案件的最佳 C 是 0.0625。 </a:t>
            </a:r>
          </a:p>
          <a:p>
            <a:r>
              <a:rPr lang="zh-TW" altLang="zh-TW" dirty="0"/>
              <a:t>這個結果再次支持本研究的設計：四類案件不只在法律程序和樣本分布上不同，在模型參數選擇上也呈現差異。因此，如果把所有案件混在一起建模，可能會掩蓋各類案件本身的資料特性。 </a:t>
            </a:r>
          </a:p>
          <a:p>
            <a:r>
              <a:rPr lang="zh-TW" altLang="zh-TW" dirty="0"/>
              <a:t>不過這頁不是要說哪一個參數具有法律上的實質意義，而是說本研究透過驗證程序選擇模型設定，並且結果顯示各案件類型確實需要分開處理。</a:t>
            </a:r>
          </a:p>
        </p:txBody>
      </p:sp>
      <p:sp>
        <p:nvSpPr>
          <p:cNvPr id="4" name="投影片編號版面配置區 3"/>
          <p:cNvSpPr>
            <a:spLocks noGrp="1"/>
          </p:cNvSpPr>
          <p:nvPr>
            <p:ph type="sldNum" sz="quarter" idx="5"/>
          </p:nvPr>
        </p:nvSpPr>
        <p:spPr/>
        <p:txBody>
          <a:bodyPr/>
          <a:lstStyle/>
          <a:p>
            <a:fld id="{05167617-123C-4481-8862-4356DFDDE33D}" type="slidenum">
              <a:rPr lang="zh-TW" altLang="en-US" smtClean="0"/>
              <a:t>25</a:t>
            </a:fld>
            <a:endParaRPr lang="zh-TW" altLang="en-US"/>
          </a:p>
        </p:txBody>
      </p:sp>
    </p:spTree>
    <p:extLst>
      <p:ext uri="{BB962C8B-B14F-4D97-AF65-F5344CB8AC3E}">
        <p14:creationId xmlns:p14="http://schemas.microsoft.com/office/powerpoint/2010/main" val="5003264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dirty="0"/>
              <a:t>前面幾頁說明了 Direct SVM 是本研究中較佳的模型流程，也說明不同案件類型適合不同文字特徵。 </a:t>
            </a:r>
          </a:p>
          <a:p>
            <a:r>
              <a:rPr lang="zh-TW" altLang="zh-TW" dirty="0"/>
              <a:t>但是，這並不代表模型對三種裁判結果都辨識得一樣好。由於本研究的裁判結果分布明顯不平衡，Lose 是多數類別，而 Mixed 和 Win 的樣本數相對少很多，所以模型可能會傾向把不確定的案件判成 Lose。 </a:t>
            </a:r>
          </a:p>
          <a:p>
            <a:r>
              <a:rPr lang="zh-TW" altLang="zh-TW" dirty="0"/>
              <a:t>因此，接下來我會從錯誤分析來看模型真正的限制。第一，透過混淆矩陣檢查 Mixed 和 Win 是否大量被誤判為 Lose。第二，透過分類報告檢查各類別的 Precision、Recall 和 F1，特別是 Win 類別是否偏低。第三，再從四類案件的類別 F1 來看，這個問題是否只出現在單一案件類型，還是不同案件中都存在類別層級差異。 </a:t>
            </a:r>
          </a:p>
          <a:p>
            <a:r>
              <a:rPr lang="zh-TW" altLang="zh-TW" dirty="0"/>
              <a:t>所以這一段的重點是：Direct SVM 雖然是較佳流程，但少數類別，尤其 Mixed 和 Win，仍然是模型最主要的辨識限制。</a:t>
            </a:r>
          </a:p>
        </p:txBody>
      </p:sp>
      <p:sp>
        <p:nvSpPr>
          <p:cNvPr id="4" name="投影片編號版面配置區 3"/>
          <p:cNvSpPr>
            <a:spLocks noGrp="1"/>
          </p:cNvSpPr>
          <p:nvPr>
            <p:ph type="sldNum" sz="quarter" idx="5"/>
          </p:nvPr>
        </p:nvSpPr>
        <p:spPr/>
        <p:txBody>
          <a:bodyPr/>
          <a:lstStyle/>
          <a:p>
            <a:fld id="{05167617-123C-4481-8862-4356DFDDE33D}" type="slidenum">
              <a:rPr lang="zh-TW" altLang="en-US" smtClean="0"/>
              <a:t>26</a:t>
            </a:fld>
            <a:endParaRPr lang="zh-TW" altLang="en-US"/>
          </a:p>
        </p:txBody>
      </p:sp>
    </p:spTree>
    <p:extLst>
      <p:ext uri="{BB962C8B-B14F-4D97-AF65-F5344CB8AC3E}">
        <p14:creationId xmlns:p14="http://schemas.microsoft.com/office/powerpoint/2010/main" val="25739708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dirty="0"/>
              <a:t>這一頁把民事案件的混淆矩陣和分類報告合併來看。左邊是混淆矩陣，我把它轉成列百分比，也就是以每個實際類別為分母，觀察它最後被預測成哪一類。 </a:t>
            </a:r>
          </a:p>
          <a:p>
            <a:r>
              <a:rPr lang="zh-TW" altLang="zh-TW" dirty="0"/>
              <a:t>實際 Lose 的案件中，有 89.2% 被正確預測為 Lose，代表模型對多數類別 Lose 的辨識相對穩定。 </a:t>
            </a:r>
          </a:p>
          <a:p>
            <a:r>
              <a:rPr lang="zh-TW" altLang="zh-TW" dirty="0"/>
              <a:t>但實際 Mixed 的案件中，有 68.3% 被預測為 Lose，只有 28.5% 被正確預測為 Mixed。實際 Win 的案件中，有 72.1% 被預測為 Lose，只有 8.1% 被正確預測為 Win。 </a:t>
            </a:r>
          </a:p>
          <a:p>
            <a:r>
              <a:rPr lang="zh-TW" altLang="zh-TW" dirty="0"/>
              <a:t>右邊的 F1 也呈現同樣趨勢。Lose 的 F1 是 0.802，Mixed 降到 0.352，Win 只有 0.130。尤其 Win 的 Recall 只有 0.081，表示實際 Win 案件中，只有很少比例被模型成功抓到。 </a:t>
            </a:r>
          </a:p>
          <a:p>
            <a:r>
              <a:rPr lang="zh-TW" altLang="zh-TW" dirty="0"/>
              <a:t>因此，民事案件的錯誤型態很清楚：模型不是平均地錯，而是把大量 Mixed 和 Win 吸收到 Lose。這也說明本研究的主要限制並不是模型完全沒有分類能力，而是分類能力集中在多數類別，少數類別仍然難以辨識。</a:t>
            </a:r>
          </a:p>
        </p:txBody>
      </p:sp>
      <p:sp>
        <p:nvSpPr>
          <p:cNvPr id="4" name="投影片編號版面配置區 3"/>
          <p:cNvSpPr>
            <a:spLocks noGrp="1"/>
          </p:cNvSpPr>
          <p:nvPr>
            <p:ph type="sldNum" sz="quarter" idx="5"/>
          </p:nvPr>
        </p:nvSpPr>
        <p:spPr/>
        <p:txBody>
          <a:bodyPr/>
          <a:lstStyle/>
          <a:p>
            <a:fld id="{05167617-123C-4481-8862-4356DFDDE33D}" type="slidenum">
              <a:rPr lang="zh-TW" altLang="en-US" smtClean="0"/>
              <a:t>27</a:t>
            </a:fld>
            <a:endParaRPr lang="zh-TW" altLang="en-US"/>
          </a:p>
        </p:txBody>
      </p:sp>
    </p:spTree>
    <p:extLst>
      <p:ext uri="{BB962C8B-B14F-4D97-AF65-F5344CB8AC3E}">
        <p14:creationId xmlns:p14="http://schemas.microsoft.com/office/powerpoint/2010/main" val="81014745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dirty="0"/>
              <a:t>這一頁把視角從前一頁的民事案件，擴大到四類案件的類別 F1。 </a:t>
            </a:r>
          </a:p>
          <a:p>
            <a:r>
              <a:rPr lang="zh-TW" altLang="zh-TW" dirty="0"/>
              <a:t>圖表的橫軸是 Lose、Mixed、Win 以及 Macro F1，顏色則代表四種案件類型。下方表格列出對應數值。 </a:t>
            </a:r>
          </a:p>
          <a:p>
            <a:r>
              <a:rPr lang="zh-TW" altLang="zh-TW" dirty="0"/>
              <a:t>可以看到，Lose 類別在四類案件中表現都相對高。行政案件 Lose F1 是 0.908，民事是 0.802，刑事是 0.974，刑事附帶民事是 0.834。這表示模型對多數類別，也就是敗訴案件，辨識相對穩定。 </a:t>
            </a:r>
          </a:p>
          <a:p>
            <a:r>
              <a:rPr lang="zh-TW" altLang="zh-TW" dirty="0"/>
              <a:t>但 Mixed 和 Win 的表現就不穩定。行政案件的 Mixed F1 只有 0.114，Win F1 也只有 0.119。民事案件的 Win F1 只有 0.130。刑事案件的 Mixed F1 只有 0.167。刑事附帶民事案件雖然 Mixed F1 達到 0.878，但 Win F1 仍只有 0.250。 </a:t>
            </a:r>
          </a:p>
          <a:p>
            <a:r>
              <a:rPr lang="zh-TW" altLang="zh-TW" dirty="0"/>
              <a:t>這說明模型表現不是平均分布在三種裁判結果上，而是明顯集中在 Lose。不同案件類型雖然各自的弱點不完全相同，但整體來看，Mixed 和 Win 這類少數或較複雜的結果仍然比較難辨識。 </a:t>
            </a:r>
          </a:p>
          <a:p>
            <a:r>
              <a:rPr lang="zh-TW" altLang="zh-TW" dirty="0"/>
              <a:t>因此，這頁支持本研究第三個主要發現：即使 Direct SVM 是較佳流程，少數類別辨識仍然是主要限制。這也是為什麼本研究不能只看 Accuracy，而需要看 Macro F1 和類別層級 F1。</a:t>
            </a:r>
          </a:p>
        </p:txBody>
      </p:sp>
      <p:sp>
        <p:nvSpPr>
          <p:cNvPr id="4" name="投影片編號版面配置區 3"/>
          <p:cNvSpPr>
            <a:spLocks noGrp="1"/>
          </p:cNvSpPr>
          <p:nvPr>
            <p:ph type="sldNum" sz="quarter" idx="5"/>
          </p:nvPr>
        </p:nvSpPr>
        <p:spPr/>
        <p:txBody>
          <a:bodyPr/>
          <a:lstStyle/>
          <a:p>
            <a:fld id="{05167617-123C-4481-8862-4356DFDDE33D}" type="slidenum">
              <a:rPr lang="zh-TW" altLang="en-US" smtClean="0"/>
              <a:t>28</a:t>
            </a:fld>
            <a:endParaRPr lang="zh-TW" altLang="en-US"/>
          </a:p>
        </p:txBody>
      </p:sp>
    </p:spTree>
    <p:extLst>
      <p:ext uri="{BB962C8B-B14F-4D97-AF65-F5344CB8AC3E}">
        <p14:creationId xmlns:p14="http://schemas.microsoft.com/office/powerpoint/2010/main" val="22422488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dirty="0"/>
              <a:t>這一頁我想進一步整理錯誤分析的意義。前面已經看到，模型不是隨機出錯，而是常把 Mixed 和 Win 預測為 Lose。這背後可能不只是樣本數不平衡，也和裁判結果本身的語意特性有關。 </a:t>
            </a:r>
          </a:p>
          <a:p>
            <a:r>
              <a:rPr lang="zh-TW" altLang="zh-TW" dirty="0"/>
              <a:t>第一，非 Lose 類別的文字訊號可能比較不穩定。Lose 是多數類別，模型比較容易從大量樣本中學到穩定模式；但 Mixed 和 Win 樣本較少，且文本表現可能較分散，因此容易被模型歸到 Lose。 </a:t>
            </a:r>
          </a:p>
          <a:p>
            <a:r>
              <a:rPr lang="zh-TW" altLang="zh-TW" dirty="0"/>
              <a:t>第二，Mixed 本身是比較複合的標籤。部分勝訴可能同時包含勝訴與敗訴的理由，所以文本中可能同時出現支持與不支持請求的語句。這會讓 Mixed 在文字特徵上和 Lose 或 Win 都有重疊，分類邊界比較不清楚。 </a:t>
            </a:r>
          </a:p>
          <a:p>
            <a:r>
              <a:rPr lang="zh-TW" altLang="zh-TW" dirty="0"/>
              <a:t>第三，Win 的樣本數較少，模型比較難學到穩定訊號。以民事案件為例，Win 的 F1 只有 0.130，Recall 也很低，表示模型很少成功把實際 Win 抓出來。 </a:t>
            </a:r>
          </a:p>
          <a:p>
            <a:r>
              <a:rPr lang="zh-TW" altLang="zh-TW" dirty="0"/>
              <a:t>所以這裡的重點是：少數類別困難不只是技術問題，也反映裁判結果標籤本身的複雜性。未來如果要改善，可以考慮更細緻的標籤設計、段落層級分析，或針對不平衡資料進行處理。</a:t>
            </a:r>
          </a:p>
        </p:txBody>
      </p:sp>
      <p:sp>
        <p:nvSpPr>
          <p:cNvPr id="4" name="投影片編號版面配置區 3"/>
          <p:cNvSpPr>
            <a:spLocks noGrp="1"/>
          </p:cNvSpPr>
          <p:nvPr>
            <p:ph type="sldNum" sz="quarter" idx="5"/>
          </p:nvPr>
        </p:nvSpPr>
        <p:spPr/>
        <p:txBody>
          <a:bodyPr/>
          <a:lstStyle/>
          <a:p>
            <a:fld id="{05167617-123C-4481-8862-4356DFDDE33D}" type="slidenum">
              <a:rPr lang="zh-TW" altLang="en-US" smtClean="0"/>
              <a:t>29</a:t>
            </a:fld>
            <a:endParaRPr lang="zh-TW" altLang="en-US"/>
          </a:p>
        </p:txBody>
      </p:sp>
    </p:spTree>
    <p:extLst>
      <p:ext uri="{BB962C8B-B14F-4D97-AF65-F5344CB8AC3E}">
        <p14:creationId xmlns:p14="http://schemas.microsoft.com/office/powerpoint/2010/main" val="288406888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dirty="0"/>
              <a:t>這一頁回到一開始提出的四個研究問題。 </a:t>
            </a:r>
          </a:p>
          <a:p>
            <a:r>
              <a:rPr lang="zh-TW" altLang="zh-TW" dirty="0"/>
              <a:t>第一，判決文本能否分類裁判結果？本研究的回答是，可以具有一定分類能力，但不同結果類別的難度不同。Direct SVM 高於 baseline，而且 Lose F1 普遍較高，表示判決文本中確實存在可被模型利用的訊號；但 Mixed 和 Win 的辨識較困難。 </a:t>
            </a:r>
          </a:p>
          <a:p>
            <a:r>
              <a:rPr lang="zh-TW" altLang="zh-TW" dirty="0"/>
              <a:t>第二，案件類型是否影響模型表現？答案是會。四類案件的 Macro F1、最佳文字特徵和參數設定都不完全相同，這支持本研究分開建模的設計。 </a:t>
            </a:r>
          </a:p>
          <a:p>
            <a:r>
              <a:rPr lang="zh-TW" altLang="zh-TW" dirty="0"/>
              <a:t>第三，BoW、TF 和 TF-IDF 哪一種較佳？結果顯示沒有單一最佳特徵。行政案件是 BoW，民事案件是 TF-IDF，刑事案件是 TF，刑事附帶民事案件則是 BoW。 </a:t>
            </a:r>
          </a:p>
          <a:p>
            <a:r>
              <a:rPr lang="zh-TW" altLang="zh-TW" dirty="0"/>
              <a:t>第四，MNIR 是否優於 Direct SVM？在本研究設定下，答案是否定的。四類案件中 Direct SVM 的 Macro F1 都高於 MNIR + SVM，因此 Direct SVM 是較適合本研究任務的基準流程。 </a:t>
            </a:r>
          </a:p>
          <a:p>
            <a:r>
              <a:rPr lang="zh-TW" altLang="zh-TW" dirty="0"/>
              <a:t>整體而言，本研究的重點不是宣稱模型可以準確預測所有案件結果，而是指出法律文本分類的表現必須放回案件類型、文字特徵、模型流程與類別差異中解讀。</a:t>
            </a:r>
          </a:p>
        </p:txBody>
      </p:sp>
      <p:sp>
        <p:nvSpPr>
          <p:cNvPr id="4" name="投影片編號版面配置區 3"/>
          <p:cNvSpPr>
            <a:spLocks noGrp="1"/>
          </p:cNvSpPr>
          <p:nvPr>
            <p:ph type="sldNum" sz="quarter" idx="5"/>
          </p:nvPr>
        </p:nvSpPr>
        <p:spPr/>
        <p:txBody>
          <a:bodyPr/>
          <a:lstStyle/>
          <a:p>
            <a:fld id="{05167617-123C-4481-8862-4356DFDDE33D}" type="slidenum">
              <a:rPr lang="zh-TW" altLang="en-US" smtClean="0"/>
              <a:t>30</a:t>
            </a:fld>
            <a:endParaRPr lang="zh-TW" altLang="en-US"/>
          </a:p>
        </p:txBody>
      </p:sp>
    </p:spTree>
    <p:extLst>
      <p:ext uri="{BB962C8B-B14F-4D97-AF65-F5344CB8AC3E}">
        <p14:creationId xmlns:p14="http://schemas.microsoft.com/office/powerpoint/2010/main" val="23877900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dirty="0"/>
              <a:t>這一頁整理本研究的主要貢獻。 </a:t>
            </a:r>
          </a:p>
          <a:p>
            <a:r>
              <a:rPr lang="zh-TW" altLang="zh-TW" dirty="0"/>
              <a:t>第一，本研究建立了臺灣智慧財產權判決的裁判結果分類任務。研究中不是把所有判決混在一起，而是依行政、民事、刑事和刑事附帶民事四類案件分開建模，並將裁判結果整理為 Lose、Mixed 和 Win。這讓臺灣智財判決文本可以被轉換成可比較的分類任務。 </a:t>
            </a:r>
          </a:p>
          <a:p>
            <a:r>
              <a:rPr lang="zh-TW" altLang="zh-TW" dirty="0"/>
              <a:t>第二，本研究系統比較了不同文字特徵與模型流程。文字特徵部分比較了 BoW、TF 和 TF-IDF；模型流程部分比較了 MNIR + SVM 和 Direct SVM。這提供了傳統稀疏文本模型在臺灣智財判決分類上的基準結果。 </a:t>
            </a:r>
          </a:p>
          <a:p>
            <a:r>
              <a:rPr lang="zh-TW" altLang="zh-TW" dirty="0"/>
              <a:t>第三，本研究指出少數裁判結果的辨識限制。實證結果顯示，模型對 Lose 較穩定，但 Mixed 和 Win 的辨識較不穩定。這不只是類別不平衡的問題，也可能與部分勝訴、勝訴等標籤本身的語意複雜度有關。 </a:t>
            </a:r>
          </a:p>
          <a:p>
            <a:r>
              <a:rPr lang="zh-TW" altLang="zh-TW" dirty="0"/>
              <a:t>所以，本研究的貢獻不是宣稱模型能精準預測所有案件，而是建立一個可比較的法律文本分類流程，並指出案件類型差異與少數類別限制是法律文本分類中必須面對的問題。</a:t>
            </a:r>
          </a:p>
        </p:txBody>
      </p:sp>
      <p:sp>
        <p:nvSpPr>
          <p:cNvPr id="4" name="投影片編號版面配置區 3"/>
          <p:cNvSpPr>
            <a:spLocks noGrp="1"/>
          </p:cNvSpPr>
          <p:nvPr>
            <p:ph type="sldNum" sz="quarter" idx="5"/>
          </p:nvPr>
        </p:nvSpPr>
        <p:spPr/>
        <p:txBody>
          <a:bodyPr/>
          <a:lstStyle/>
          <a:p>
            <a:fld id="{05167617-123C-4481-8862-4356DFDDE33D}" type="slidenum">
              <a:rPr lang="zh-TW" altLang="en-US" smtClean="0"/>
              <a:t>31</a:t>
            </a:fld>
            <a:endParaRPr lang="zh-TW" altLang="en-US"/>
          </a:p>
        </p:txBody>
      </p:sp>
    </p:spTree>
    <p:extLst>
      <p:ext uri="{BB962C8B-B14F-4D97-AF65-F5344CB8AC3E}">
        <p14:creationId xmlns:p14="http://schemas.microsoft.com/office/powerpoint/2010/main" val="37898215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dirty="0"/>
              <a:t>最後，我整理本研究的限制與未來研究方向。 </a:t>
            </a:r>
          </a:p>
          <a:p>
            <a:r>
              <a:rPr lang="zh-TW" altLang="zh-TW" dirty="0"/>
              <a:t>第一，是類別不平衡問題。本研究的裁判結果分布並不平均，Lose 樣本明顯多於 Mixed 和 Win。這會使模型較容易學到多數類別的文字訊號，而對少數類別的辨識能力較弱。前面的錯誤分析也顯示，Mixed 和 Win 容易被預測為 Lose。因此，未來研究可以加入類別權重、重抽樣或成本敏感學習等方法，進一步檢驗是否能改善少數類別辨識。 </a:t>
            </a:r>
          </a:p>
          <a:p>
            <a:r>
              <a:rPr lang="zh-TW" altLang="zh-TW" dirty="0"/>
              <a:t>第二，是 Mixed 標籤本身較複雜。本研究將部分勝訴整理為 Mixed，但部分勝訴可能包含多種情形，例如只有部分請求成立、部分金額被法院准許，或不同爭點有不同勝敗結果。這些案件雖然都被歸入 Mixed，但其法律意義與文本特徵未必一致。因此，未來可以進一步細分部分勝訴型態，或結合請求項目與裁判主文，建立更細緻的標籤。 </a:t>
            </a:r>
          </a:p>
          <a:p>
            <a:r>
              <a:rPr lang="zh-TW" altLang="zh-TW" dirty="0"/>
              <a:t>第三，是文本段落尚未分開建模。這裡要特別說明，本研究並不是完全沒有處理判決文本結構。程式中有先從判決全文中萃取事實、事實及理由或理由等相關段落，再進行斷詞與特徵建構。但是，在後續模型中，本研究是將萃取後的文本作為一個整體輸入，並沒有進一步把主文、事實、當事人主張、法院理由、法條引用等段落分別建模，也沒有比較不同段落各自對分類結果的貢獻。因此，未來研究可以進一步做段落層級分析，檢驗模型究竟是依賴案件事實、法院理由、程序用語，還是其他判決結構中的文字訊號。 </a:t>
            </a:r>
          </a:p>
          <a:p>
            <a:r>
              <a:rPr lang="zh-TW" altLang="zh-TW" dirty="0"/>
              <a:t>第四，是傳統文字特徵仍有語意限制。本研究主要使用 BoW、TF 和 TF-IDF。這些方法具備可解釋性與計算效率，也適合作為基準模型，但它們不處理語序、上下文與長距離語意關係。智慧財產權判決常涉及技術事實、權利範圍、法律要件與法院推論，如果只依靠詞彙分布，可能無法完整呈現法院裁判理由。未來可以比較深度語意模型，例如 BERT 類模型，並搭配可解釋性分析，檢驗是否能在提升表現的同時保留法律場域所需的可說明性。 </a:t>
            </a:r>
          </a:p>
          <a:p>
            <a:r>
              <a:rPr lang="zh-TW" altLang="zh-TW" dirty="0"/>
              <a:t>總結來說，本研究建立的是臺灣智慧財產權判決結果分類的基準流程。後續研究可以在少數類別處理、Mixed 標籤細緻化、段落層級分析與深度語意模型上進一步深化。</a:t>
            </a:r>
          </a:p>
        </p:txBody>
      </p:sp>
      <p:sp>
        <p:nvSpPr>
          <p:cNvPr id="4" name="投影片編號版面配置區 3"/>
          <p:cNvSpPr>
            <a:spLocks noGrp="1"/>
          </p:cNvSpPr>
          <p:nvPr>
            <p:ph type="sldNum" sz="quarter" idx="5"/>
          </p:nvPr>
        </p:nvSpPr>
        <p:spPr/>
        <p:txBody>
          <a:bodyPr/>
          <a:lstStyle/>
          <a:p>
            <a:fld id="{05167617-123C-4481-8862-4356DFDDE33D}" type="slidenum">
              <a:rPr lang="zh-TW" altLang="en-US" smtClean="0"/>
              <a:t>32</a:t>
            </a:fld>
            <a:endParaRPr lang="zh-TW" altLang="en-US"/>
          </a:p>
        </p:txBody>
      </p:sp>
    </p:spTree>
    <p:extLst>
      <p:ext uri="{BB962C8B-B14F-4D97-AF65-F5344CB8AC3E}">
        <p14:creationId xmlns:p14="http://schemas.microsoft.com/office/powerpoint/2010/main" val="388973365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dirty="0"/>
              <a:t>最後回到論文題目：判決文本會說話嗎？ </a:t>
            </a:r>
          </a:p>
          <a:p>
            <a:r>
              <a:rPr lang="zh-TW" altLang="zh-TW" dirty="0"/>
              <a:t>本研究的回答是，會。臺灣智慧財產權判決文本中確實包含可供模型辨識的裁判結果訊號。透過文字特徵建構、卡方特徵選擇、MNIR 轉換與 SVM 分類流程，本研究可以觀察到模型在不同案件類型與不同裁判結果上的表現差異。 </a:t>
            </a:r>
          </a:p>
          <a:p>
            <a:r>
              <a:rPr lang="zh-TW" altLang="zh-TW" dirty="0"/>
              <a:t>但這個回答需要加上限制條件。第一，在本研究設定下，Direct SVM 比 MNIR + SVM 更適合作為基準流程。第二，BoW、TF 和 TF-IDF 沒有單一最佳方法，文字特徵選擇必須依案件類型判斷。第三，模型雖然能在多數類別上形成一定分類能力，但 Mixed 和 Win 仍然是主要辨識限制。 </a:t>
            </a:r>
          </a:p>
          <a:p>
            <a:r>
              <a:rPr lang="zh-TW" altLang="zh-TW" dirty="0"/>
              <a:t>因此，本研究不是要宣稱模型可以準確預測所有案件勝敗，而是建立一套可比較的法律文本分類流程，並指出在智慧財產權判決分類中，案件類型、文字特徵、模型流程與少數類別問題都會影響模型表現。</a:t>
            </a:r>
          </a:p>
        </p:txBody>
      </p:sp>
      <p:sp>
        <p:nvSpPr>
          <p:cNvPr id="4" name="投影片編號版面配置區 3"/>
          <p:cNvSpPr>
            <a:spLocks noGrp="1"/>
          </p:cNvSpPr>
          <p:nvPr>
            <p:ph type="sldNum" sz="quarter" idx="5"/>
          </p:nvPr>
        </p:nvSpPr>
        <p:spPr/>
        <p:txBody>
          <a:bodyPr/>
          <a:lstStyle/>
          <a:p>
            <a:fld id="{05167617-123C-4481-8862-4356DFDDE33D}" type="slidenum">
              <a:rPr lang="zh-TW" altLang="en-US" smtClean="0"/>
              <a:t>33</a:t>
            </a:fld>
            <a:endParaRPr lang="zh-TW" altLang="en-US"/>
          </a:p>
        </p:txBody>
      </p:sp>
    </p:spTree>
    <p:extLst>
      <p:ext uri="{BB962C8B-B14F-4D97-AF65-F5344CB8AC3E}">
        <p14:creationId xmlns:p14="http://schemas.microsoft.com/office/powerpoint/2010/main" val="5515761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EB5153-B7DE-C512-B207-B804B5F9083B}"/>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2A49FA2C-AD73-C11D-85B1-5A084E2DC6E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1B11CF22-66F3-D289-3BFF-F1104A4F0490}"/>
              </a:ext>
            </a:extLst>
          </p:cNvPr>
          <p:cNvSpPr>
            <a:spLocks noGrp="1"/>
          </p:cNvSpPr>
          <p:nvPr>
            <p:ph type="dt" sz="half" idx="10"/>
          </p:nvPr>
        </p:nvSpPr>
        <p:spPr/>
        <p:txBody>
          <a:bodyPr/>
          <a:lstStyle/>
          <a:p>
            <a:fld id="{65ACB8DC-6FE4-4580-A1D9-0427FBAEDDF5}" type="datetimeFigureOut">
              <a:rPr lang="zh-TW" altLang="en-US" smtClean="0"/>
              <a:t>2026/6/20</a:t>
            </a:fld>
            <a:endParaRPr lang="zh-TW" altLang="en-US"/>
          </a:p>
        </p:txBody>
      </p:sp>
      <p:sp>
        <p:nvSpPr>
          <p:cNvPr id="5" name="頁尾版面配置區 4">
            <a:extLst>
              <a:ext uri="{FF2B5EF4-FFF2-40B4-BE49-F238E27FC236}">
                <a16:creationId xmlns:a16="http://schemas.microsoft.com/office/drawing/2014/main" id="{1039D4FB-8B91-636A-21F5-44ABBF57647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E3D41BFA-223D-74BF-4F12-A66F6799DE99}"/>
              </a:ext>
            </a:extLst>
          </p:cNvPr>
          <p:cNvSpPr>
            <a:spLocks noGrp="1"/>
          </p:cNvSpPr>
          <p:nvPr>
            <p:ph type="sldNum" sz="quarter" idx="12"/>
          </p:nvPr>
        </p:nvSpPr>
        <p:spPr/>
        <p:txBody>
          <a:bodyPr/>
          <a:lstStyle/>
          <a:p>
            <a:fld id="{97EDEE4B-5975-4A89-8274-18EA4658D50A}" type="slidenum">
              <a:rPr lang="zh-TW" altLang="en-US" smtClean="0"/>
              <a:t>‹#›</a:t>
            </a:fld>
            <a:endParaRPr lang="zh-TW" altLang="en-US"/>
          </a:p>
        </p:txBody>
      </p:sp>
    </p:spTree>
    <p:extLst>
      <p:ext uri="{BB962C8B-B14F-4D97-AF65-F5344CB8AC3E}">
        <p14:creationId xmlns:p14="http://schemas.microsoft.com/office/powerpoint/2010/main" val="38555621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C6F80EC-FDE4-CED9-51E5-CD2F61240627}"/>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20D6C4DC-029E-7C35-9297-26B53A61BFA0}"/>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12B5A407-EADF-67AF-48E7-ED1EFA0DF432}"/>
              </a:ext>
            </a:extLst>
          </p:cNvPr>
          <p:cNvSpPr>
            <a:spLocks noGrp="1"/>
          </p:cNvSpPr>
          <p:nvPr>
            <p:ph type="dt" sz="half" idx="10"/>
          </p:nvPr>
        </p:nvSpPr>
        <p:spPr/>
        <p:txBody>
          <a:bodyPr/>
          <a:lstStyle/>
          <a:p>
            <a:fld id="{65ACB8DC-6FE4-4580-A1D9-0427FBAEDDF5}" type="datetimeFigureOut">
              <a:rPr lang="zh-TW" altLang="en-US" smtClean="0"/>
              <a:t>2026/6/20</a:t>
            </a:fld>
            <a:endParaRPr lang="zh-TW" altLang="en-US"/>
          </a:p>
        </p:txBody>
      </p:sp>
      <p:sp>
        <p:nvSpPr>
          <p:cNvPr id="5" name="頁尾版面配置區 4">
            <a:extLst>
              <a:ext uri="{FF2B5EF4-FFF2-40B4-BE49-F238E27FC236}">
                <a16:creationId xmlns:a16="http://schemas.microsoft.com/office/drawing/2014/main" id="{2643F772-A98E-905B-F3DA-5653BDFFCD4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1FC8D44-001D-533C-579E-9985210F4DC0}"/>
              </a:ext>
            </a:extLst>
          </p:cNvPr>
          <p:cNvSpPr>
            <a:spLocks noGrp="1"/>
          </p:cNvSpPr>
          <p:nvPr>
            <p:ph type="sldNum" sz="quarter" idx="12"/>
          </p:nvPr>
        </p:nvSpPr>
        <p:spPr/>
        <p:txBody>
          <a:bodyPr/>
          <a:lstStyle/>
          <a:p>
            <a:fld id="{97EDEE4B-5975-4A89-8274-18EA4658D50A}" type="slidenum">
              <a:rPr lang="zh-TW" altLang="en-US" smtClean="0"/>
              <a:t>‹#›</a:t>
            </a:fld>
            <a:endParaRPr lang="zh-TW" altLang="en-US"/>
          </a:p>
        </p:txBody>
      </p:sp>
    </p:spTree>
    <p:extLst>
      <p:ext uri="{BB962C8B-B14F-4D97-AF65-F5344CB8AC3E}">
        <p14:creationId xmlns:p14="http://schemas.microsoft.com/office/powerpoint/2010/main" val="19150116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B8F8CB5-CE19-AB9C-6B5C-A521B7DD4FB2}"/>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F35819B7-2C3F-CC09-14F2-BA1E180E7D1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DA395E0E-8A62-A4C0-4C2F-DF722B926E8D}"/>
              </a:ext>
            </a:extLst>
          </p:cNvPr>
          <p:cNvSpPr>
            <a:spLocks noGrp="1"/>
          </p:cNvSpPr>
          <p:nvPr>
            <p:ph type="dt" sz="half" idx="10"/>
          </p:nvPr>
        </p:nvSpPr>
        <p:spPr/>
        <p:txBody>
          <a:bodyPr/>
          <a:lstStyle/>
          <a:p>
            <a:fld id="{65ACB8DC-6FE4-4580-A1D9-0427FBAEDDF5}" type="datetimeFigureOut">
              <a:rPr lang="zh-TW" altLang="en-US" smtClean="0"/>
              <a:t>2026/6/20</a:t>
            </a:fld>
            <a:endParaRPr lang="zh-TW" altLang="en-US"/>
          </a:p>
        </p:txBody>
      </p:sp>
      <p:sp>
        <p:nvSpPr>
          <p:cNvPr id="5" name="頁尾版面配置區 4">
            <a:extLst>
              <a:ext uri="{FF2B5EF4-FFF2-40B4-BE49-F238E27FC236}">
                <a16:creationId xmlns:a16="http://schemas.microsoft.com/office/drawing/2014/main" id="{3E06DAF6-0A4A-D842-5E04-FCD82576848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3BD7912-3487-DB8F-1EFB-CC59CCBCB0CF}"/>
              </a:ext>
            </a:extLst>
          </p:cNvPr>
          <p:cNvSpPr>
            <a:spLocks noGrp="1"/>
          </p:cNvSpPr>
          <p:nvPr>
            <p:ph type="sldNum" sz="quarter" idx="12"/>
          </p:nvPr>
        </p:nvSpPr>
        <p:spPr/>
        <p:txBody>
          <a:bodyPr/>
          <a:lstStyle/>
          <a:p>
            <a:fld id="{97EDEE4B-5975-4A89-8274-18EA4658D50A}" type="slidenum">
              <a:rPr lang="zh-TW" altLang="en-US" smtClean="0"/>
              <a:t>‹#›</a:t>
            </a:fld>
            <a:endParaRPr lang="zh-TW" altLang="en-US"/>
          </a:p>
        </p:txBody>
      </p:sp>
    </p:spTree>
    <p:extLst>
      <p:ext uri="{BB962C8B-B14F-4D97-AF65-F5344CB8AC3E}">
        <p14:creationId xmlns:p14="http://schemas.microsoft.com/office/powerpoint/2010/main" val="3438686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AE05C89-E73D-D07A-B36E-A9C093D14CE8}"/>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2B5102BE-6C51-53BB-485D-C0A2E9032912}"/>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35BC307A-1B04-833F-8B69-E33431B74F79}"/>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0E3ABBE2-1F01-E1DA-2383-F78DB12D0825}"/>
              </a:ext>
            </a:extLst>
          </p:cNvPr>
          <p:cNvSpPr>
            <a:spLocks noGrp="1"/>
          </p:cNvSpPr>
          <p:nvPr>
            <p:ph type="dt" sz="half" idx="10"/>
          </p:nvPr>
        </p:nvSpPr>
        <p:spPr/>
        <p:txBody>
          <a:bodyPr/>
          <a:lstStyle/>
          <a:p>
            <a:fld id="{65ACB8DC-6FE4-4580-A1D9-0427FBAEDDF5}" type="datetimeFigureOut">
              <a:rPr lang="zh-TW" altLang="en-US" smtClean="0"/>
              <a:t>2026/6/20</a:t>
            </a:fld>
            <a:endParaRPr lang="zh-TW" altLang="en-US"/>
          </a:p>
        </p:txBody>
      </p:sp>
      <p:sp>
        <p:nvSpPr>
          <p:cNvPr id="6" name="頁尾版面配置區 5">
            <a:extLst>
              <a:ext uri="{FF2B5EF4-FFF2-40B4-BE49-F238E27FC236}">
                <a16:creationId xmlns:a16="http://schemas.microsoft.com/office/drawing/2014/main" id="{C3B8B3EB-AF9A-D359-F6EC-DD8ED8F96B91}"/>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DE320968-64AD-544A-1438-F2A955534F66}"/>
              </a:ext>
            </a:extLst>
          </p:cNvPr>
          <p:cNvSpPr>
            <a:spLocks noGrp="1"/>
          </p:cNvSpPr>
          <p:nvPr>
            <p:ph type="sldNum" sz="quarter" idx="12"/>
          </p:nvPr>
        </p:nvSpPr>
        <p:spPr/>
        <p:txBody>
          <a:bodyPr/>
          <a:lstStyle/>
          <a:p>
            <a:fld id="{97EDEE4B-5975-4A89-8274-18EA4658D50A}" type="slidenum">
              <a:rPr lang="zh-TW" altLang="en-US" smtClean="0"/>
              <a:t>‹#›</a:t>
            </a:fld>
            <a:endParaRPr lang="zh-TW" altLang="en-US"/>
          </a:p>
        </p:txBody>
      </p:sp>
    </p:spTree>
    <p:extLst>
      <p:ext uri="{BB962C8B-B14F-4D97-AF65-F5344CB8AC3E}">
        <p14:creationId xmlns:p14="http://schemas.microsoft.com/office/powerpoint/2010/main" val="37175909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7DEB4C9-363C-0A6E-DC02-519B9E52361E}"/>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2B54941D-B336-3F09-5AE5-E8A5508D054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2E1AF598-7DF8-BF4C-10C2-DC962D74EDEA}"/>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2AA77991-25A6-5B51-72B8-6DE9D87633E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A4B631BB-FEE2-2DDF-272B-6527F5153B29}"/>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E2AF1B8C-6760-73B2-CFBA-FB95B5577E62}"/>
              </a:ext>
            </a:extLst>
          </p:cNvPr>
          <p:cNvSpPr>
            <a:spLocks noGrp="1"/>
          </p:cNvSpPr>
          <p:nvPr>
            <p:ph type="dt" sz="half" idx="10"/>
          </p:nvPr>
        </p:nvSpPr>
        <p:spPr/>
        <p:txBody>
          <a:bodyPr/>
          <a:lstStyle/>
          <a:p>
            <a:fld id="{65ACB8DC-6FE4-4580-A1D9-0427FBAEDDF5}" type="datetimeFigureOut">
              <a:rPr lang="zh-TW" altLang="en-US" smtClean="0"/>
              <a:t>2026/6/20</a:t>
            </a:fld>
            <a:endParaRPr lang="zh-TW" altLang="en-US"/>
          </a:p>
        </p:txBody>
      </p:sp>
      <p:sp>
        <p:nvSpPr>
          <p:cNvPr id="8" name="頁尾版面配置區 7">
            <a:extLst>
              <a:ext uri="{FF2B5EF4-FFF2-40B4-BE49-F238E27FC236}">
                <a16:creationId xmlns:a16="http://schemas.microsoft.com/office/drawing/2014/main" id="{258BCA1E-561A-C8D6-AEA8-C8D6F5FFB12C}"/>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F093127B-A377-512D-B96D-BF13CA030AA8}"/>
              </a:ext>
            </a:extLst>
          </p:cNvPr>
          <p:cNvSpPr>
            <a:spLocks noGrp="1"/>
          </p:cNvSpPr>
          <p:nvPr>
            <p:ph type="sldNum" sz="quarter" idx="12"/>
          </p:nvPr>
        </p:nvSpPr>
        <p:spPr/>
        <p:txBody>
          <a:bodyPr/>
          <a:lstStyle/>
          <a:p>
            <a:fld id="{97EDEE4B-5975-4A89-8274-18EA4658D50A}" type="slidenum">
              <a:rPr lang="zh-TW" altLang="en-US" smtClean="0"/>
              <a:t>‹#›</a:t>
            </a:fld>
            <a:endParaRPr lang="zh-TW" altLang="en-US"/>
          </a:p>
        </p:txBody>
      </p:sp>
    </p:spTree>
    <p:extLst>
      <p:ext uri="{BB962C8B-B14F-4D97-AF65-F5344CB8AC3E}">
        <p14:creationId xmlns:p14="http://schemas.microsoft.com/office/powerpoint/2010/main" val="27959320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0C2E9BD-1E1A-005A-BB5A-C996947AA205}"/>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19C7B331-E75C-15C8-D936-4E36292C8CA3}"/>
              </a:ext>
            </a:extLst>
          </p:cNvPr>
          <p:cNvSpPr>
            <a:spLocks noGrp="1"/>
          </p:cNvSpPr>
          <p:nvPr>
            <p:ph type="dt" sz="half" idx="10"/>
          </p:nvPr>
        </p:nvSpPr>
        <p:spPr/>
        <p:txBody>
          <a:bodyPr/>
          <a:lstStyle/>
          <a:p>
            <a:fld id="{65ACB8DC-6FE4-4580-A1D9-0427FBAEDDF5}" type="datetimeFigureOut">
              <a:rPr lang="zh-TW" altLang="en-US" smtClean="0"/>
              <a:t>2026/6/20</a:t>
            </a:fld>
            <a:endParaRPr lang="zh-TW" altLang="en-US"/>
          </a:p>
        </p:txBody>
      </p:sp>
      <p:sp>
        <p:nvSpPr>
          <p:cNvPr id="4" name="頁尾版面配置區 3">
            <a:extLst>
              <a:ext uri="{FF2B5EF4-FFF2-40B4-BE49-F238E27FC236}">
                <a16:creationId xmlns:a16="http://schemas.microsoft.com/office/drawing/2014/main" id="{B27E0EEA-36EF-E364-6605-897657A8A927}"/>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004666DC-1BAF-F101-AACD-4379473BBC1C}"/>
              </a:ext>
            </a:extLst>
          </p:cNvPr>
          <p:cNvSpPr>
            <a:spLocks noGrp="1"/>
          </p:cNvSpPr>
          <p:nvPr>
            <p:ph type="sldNum" sz="quarter" idx="12"/>
          </p:nvPr>
        </p:nvSpPr>
        <p:spPr/>
        <p:txBody>
          <a:bodyPr/>
          <a:lstStyle/>
          <a:p>
            <a:fld id="{97EDEE4B-5975-4A89-8274-18EA4658D50A}" type="slidenum">
              <a:rPr lang="zh-TW" altLang="en-US" smtClean="0"/>
              <a:t>‹#›</a:t>
            </a:fld>
            <a:endParaRPr lang="zh-TW" altLang="en-US"/>
          </a:p>
        </p:txBody>
      </p:sp>
    </p:spTree>
    <p:extLst>
      <p:ext uri="{BB962C8B-B14F-4D97-AF65-F5344CB8AC3E}">
        <p14:creationId xmlns:p14="http://schemas.microsoft.com/office/powerpoint/2010/main" val="6946589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D7A679E4-287C-0527-7B5D-0ED63A0241F8}"/>
              </a:ext>
            </a:extLst>
          </p:cNvPr>
          <p:cNvSpPr>
            <a:spLocks noGrp="1"/>
          </p:cNvSpPr>
          <p:nvPr>
            <p:ph type="dt" sz="half" idx="10"/>
          </p:nvPr>
        </p:nvSpPr>
        <p:spPr/>
        <p:txBody>
          <a:bodyPr/>
          <a:lstStyle/>
          <a:p>
            <a:fld id="{65ACB8DC-6FE4-4580-A1D9-0427FBAEDDF5}" type="datetimeFigureOut">
              <a:rPr lang="zh-TW" altLang="en-US" smtClean="0"/>
              <a:t>2026/6/20</a:t>
            </a:fld>
            <a:endParaRPr lang="zh-TW" altLang="en-US"/>
          </a:p>
        </p:txBody>
      </p:sp>
      <p:sp>
        <p:nvSpPr>
          <p:cNvPr id="3" name="頁尾版面配置區 2">
            <a:extLst>
              <a:ext uri="{FF2B5EF4-FFF2-40B4-BE49-F238E27FC236}">
                <a16:creationId xmlns:a16="http://schemas.microsoft.com/office/drawing/2014/main" id="{D2ACC899-5259-648F-A3EB-7A07201504FB}"/>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E42BC619-80DD-055D-7F17-B067314C0D14}"/>
              </a:ext>
            </a:extLst>
          </p:cNvPr>
          <p:cNvSpPr>
            <a:spLocks noGrp="1"/>
          </p:cNvSpPr>
          <p:nvPr>
            <p:ph type="sldNum" sz="quarter" idx="12"/>
          </p:nvPr>
        </p:nvSpPr>
        <p:spPr/>
        <p:txBody>
          <a:bodyPr/>
          <a:lstStyle/>
          <a:p>
            <a:fld id="{97EDEE4B-5975-4A89-8274-18EA4658D50A}" type="slidenum">
              <a:rPr lang="zh-TW" altLang="en-US" smtClean="0"/>
              <a:t>‹#›</a:t>
            </a:fld>
            <a:endParaRPr lang="zh-TW" altLang="en-US"/>
          </a:p>
        </p:txBody>
      </p:sp>
    </p:spTree>
    <p:extLst>
      <p:ext uri="{BB962C8B-B14F-4D97-AF65-F5344CB8AC3E}">
        <p14:creationId xmlns:p14="http://schemas.microsoft.com/office/powerpoint/2010/main" val="42483706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3F43C7F-7B1C-AAE0-5297-A6454AE9A3A7}"/>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A72FEB10-AC1C-CF34-C9A4-16E3749FC4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5E7D70DC-A127-35FA-8F86-19C39CFB1A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FAF052AF-4727-7793-ACB8-E8BF8934B8D7}"/>
              </a:ext>
            </a:extLst>
          </p:cNvPr>
          <p:cNvSpPr>
            <a:spLocks noGrp="1"/>
          </p:cNvSpPr>
          <p:nvPr>
            <p:ph type="dt" sz="half" idx="10"/>
          </p:nvPr>
        </p:nvSpPr>
        <p:spPr/>
        <p:txBody>
          <a:bodyPr/>
          <a:lstStyle/>
          <a:p>
            <a:fld id="{65ACB8DC-6FE4-4580-A1D9-0427FBAEDDF5}" type="datetimeFigureOut">
              <a:rPr lang="zh-TW" altLang="en-US" smtClean="0"/>
              <a:t>2026/6/20</a:t>
            </a:fld>
            <a:endParaRPr lang="zh-TW" altLang="en-US"/>
          </a:p>
        </p:txBody>
      </p:sp>
      <p:sp>
        <p:nvSpPr>
          <p:cNvPr id="6" name="頁尾版面配置區 5">
            <a:extLst>
              <a:ext uri="{FF2B5EF4-FFF2-40B4-BE49-F238E27FC236}">
                <a16:creationId xmlns:a16="http://schemas.microsoft.com/office/drawing/2014/main" id="{D5F2DA7A-B5FF-45AC-0F62-8DBD5A0BA9BF}"/>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74215CB-6AE3-5532-E7D0-6A85A5382A0D}"/>
              </a:ext>
            </a:extLst>
          </p:cNvPr>
          <p:cNvSpPr>
            <a:spLocks noGrp="1"/>
          </p:cNvSpPr>
          <p:nvPr>
            <p:ph type="sldNum" sz="quarter" idx="12"/>
          </p:nvPr>
        </p:nvSpPr>
        <p:spPr/>
        <p:txBody>
          <a:bodyPr/>
          <a:lstStyle/>
          <a:p>
            <a:fld id="{97EDEE4B-5975-4A89-8274-18EA4658D50A}" type="slidenum">
              <a:rPr lang="zh-TW" altLang="en-US" smtClean="0"/>
              <a:t>‹#›</a:t>
            </a:fld>
            <a:endParaRPr lang="zh-TW" altLang="en-US"/>
          </a:p>
        </p:txBody>
      </p:sp>
    </p:spTree>
    <p:extLst>
      <p:ext uri="{BB962C8B-B14F-4D97-AF65-F5344CB8AC3E}">
        <p14:creationId xmlns:p14="http://schemas.microsoft.com/office/powerpoint/2010/main" val="30087799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E4BC21B-5A3B-AC06-F326-EAD684F6E83C}"/>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A6BB2C4B-2BD4-10CA-586F-DC72FC2DE66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089AB61B-03F8-C8F4-D1FB-4863B12473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E1D1AE63-D1BE-5B26-79C3-6E4F9FF39DB7}"/>
              </a:ext>
            </a:extLst>
          </p:cNvPr>
          <p:cNvSpPr>
            <a:spLocks noGrp="1"/>
          </p:cNvSpPr>
          <p:nvPr>
            <p:ph type="dt" sz="half" idx="10"/>
          </p:nvPr>
        </p:nvSpPr>
        <p:spPr/>
        <p:txBody>
          <a:bodyPr/>
          <a:lstStyle/>
          <a:p>
            <a:fld id="{65ACB8DC-6FE4-4580-A1D9-0427FBAEDDF5}" type="datetimeFigureOut">
              <a:rPr lang="zh-TW" altLang="en-US" smtClean="0"/>
              <a:t>2026/6/20</a:t>
            </a:fld>
            <a:endParaRPr lang="zh-TW" altLang="en-US"/>
          </a:p>
        </p:txBody>
      </p:sp>
      <p:sp>
        <p:nvSpPr>
          <p:cNvPr id="6" name="頁尾版面配置區 5">
            <a:extLst>
              <a:ext uri="{FF2B5EF4-FFF2-40B4-BE49-F238E27FC236}">
                <a16:creationId xmlns:a16="http://schemas.microsoft.com/office/drawing/2014/main" id="{C6265E17-E444-A942-EC7F-DA81E4F087F4}"/>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69371639-8269-45AA-8754-53EBB08237A9}"/>
              </a:ext>
            </a:extLst>
          </p:cNvPr>
          <p:cNvSpPr>
            <a:spLocks noGrp="1"/>
          </p:cNvSpPr>
          <p:nvPr>
            <p:ph type="sldNum" sz="quarter" idx="12"/>
          </p:nvPr>
        </p:nvSpPr>
        <p:spPr/>
        <p:txBody>
          <a:bodyPr/>
          <a:lstStyle/>
          <a:p>
            <a:fld id="{97EDEE4B-5975-4A89-8274-18EA4658D50A}" type="slidenum">
              <a:rPr lang="zh-TW" altLang="en-US" smtClean="0"/>
              <a:t>‹#›</a:t>
            </a:fld>
            <a:endParaRPr lang="zh-TW" altLang="en-US"/>
          </a:p>
        </p:txBody>
      </p:sp>
    </p:spTree>
    <p:extLst>
      <p:ext uri="{BB962C8B-B14F-4D97-AF65-F5344CB8AC3E}">
        <p14:creationId xmlns:p14="http://schemas.microsoft.com/office/powerpoint/2010/main" val="31238552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0003C6A-EF1B-92BB-7666-91A545C7A653}"/>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1E83D9BC-C072-D108-344C-F34B83D677E0}"/>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39214D90-4704-8734-C83F-EB774B38B3AC}"/>
              </a:ext>
            </a:extLst>
          </p:cNvPr>
          <p:cNvSpPr>
            <a:spLocks noGrp="1"/>
          </p:cNvSpPr>
          <p:nvPr>
            <p:ph type="dt" sz="half" idx="10"/>
          </p:nvPr>
        </p:nvSpPr>
        <p:spPr/>
        <p:txBody>
          <a:bodyPr/>
          <a:lstStyle/>
          <a:p>
            <a:fld id="{65ACB8DC-6FE4-4580-A1D9-0427FBAEDDF5}" type="datetimeFigureOut">
              <a:rPr lang="zh-TW" altLang="en-US" smtClean="0"/>
              <a:t>2026/6/20</a:t>
            </a:fld>
            <a:endParaRPr lang="zh-TW" altLang="en-US"/>
          </a:p>
        </p:txBody>
      </p:sp>
      <p:sp>
        <p:nvSpPr>
          <p:cNvPr id="5" name="頁尾版面配置區 4">
            <a:extLst>
              <a:ext uri="{FF2B5EF4-FFF2-40B4-BE49-F238E27FC236}">
                <a16:creationId xmlns:a16="http://schemas.microsoft.com/office/drawing/2014/main" id="{DE4CC781-94CC-C8D1-E635-5761E2C398B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ED8C5FB-3F72-AFF1-CDCC-2376BC75C290}"/>
              </a:ext>
            </a:extLst>
          </p:cNvPr>
          <p:cNvSpPr>
            <a:spLocks noGrp="1"/>
          </p:cNvSpPr>
          <p:nvPr>
            <p:ph type="sldNum" sz="quarter" idx="12"/>
          </p:nvPr>
        </p:nvSpPr>
        <p:spPr/>
        <p:txBody>
          <a:bodyPr/>
          <a:lstStyle/>
          <a:p>
            <a:fld id="{97EDEE4B-5975-4A89-8274-18EA4658D50A}" type="slidenum">
              <a:rPr lang="zh-TW" altLang="en-US" smtClean="0"/>
              <a:t>‹#›</a:t>
            </a:fld>
            <a:endParaRPr lang="zh-TW" altLang="en-US"/>
          </a:p>
        </p:txBody>
      </p:sp>
    </p:spTree>
    <p:extLst>
      <p:ext uri="{BB962C8B-B14F-4D97-AF65-F5344CB8AC3E}">
        <p14:creationId xmlns:p14="http://schemas.microsoft.com/office/powerpoint/2010/main" val="24565064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35DFF3BA-AF29-AA1C-77C6-2FBAB6294FF2}"/>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EA056810-E468-1923-CCDA-391A9A0A0822}"/>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DD6E9755-425E-A220-9BB0-A3D797972F1D}"/>
              </a:ext>
            </a:extLst>
          </p:cNvPr>
          <p:cNvSpPr>
            <a:spLocks noGrp="1"/>
          </p:cNvSpPr>
          <p:nvPr>
            <p:ph type="dt" sz="half" idx="10"/>
          </p:nvPr>
        </p:nvSpPr>
        <p:spPr/>
        <p:txBody>
          <a:bodyPr/>
          <a:lstStyle/>
          <a:p>
            <a:fld id="{65ACB8DC-6FE4-4580-A1D9-0427FBAEDDF5}" type="datetimeFigureOut">
              <a:rPr lang="zh-TW" altLang="en-US" smtClean="0"/>
              <a:t>2026/6/20</a:t>
            </a:fld>
            <a:endParaRPr lang="zh-TW" altLang="en-US"/>
          </a:p>
        </p:txBody>
      </p:sp>
      <p:sp>
        <p:nvSpPr>
          <p:cNvPr id="5" name="頁尾版面配置區 4">
            <a:extLst>
              <a:ext uri="{FF2B5EF4-FFF2-40B4-BE49-F238E27FC236}">
                <a16:creationId xmlns:a16="http://schemas.microsoft.com/office/drawing/2014/main" id="{2CF02810-6C4C-C640-8BD7-F8F25CF8927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4E7AA2B-D984-FA99-B9F0-916392313998}"/>
              </a:ext>
            </a:extLst>
          </p:cNvPr>
          <p:cNvSpPr>
            <a:spLocks noGrp="1"/>
          </p:cNvSpPr>
          <p:nvPr>
            <p:ph type="sldNum" sz="quarter" idx="12"/>
          </p:nvPr>
        </p:nvSpPr>
        <p:spPr/>
        <p:txBody>
          <a:bodyPr/>
          <a:lstStyle/>
          <a:p>
            <a:fld id="{97EDEE4B-5975-4A89-8274-18EA4658D50A}" type="slidenum">
              <a:rPr lang="zh-TW" altLang="en-US" smtClean="0"/>
              <a:t>‹#›</a:t>
            </a:fld>
            <a:endParaRPr lang="zh-TW" altLang="en-US"/>
          </a:p>
        </p:txBody>
      </p:sp>
    </p:spTree>
    <p:extLst>
      <p:ext uri="{BB962C8B-B14F-4D97-AF65-F5344CB8AC3E}">
        <p14:creationId xmlns:p14="http://schemas.microsoft.com/office/powerpoint/2010/main" val="12155608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E589D4B8-EA34-00E5-CDD8-27A96D75A53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268A55D4-952A-2E94-4A16-95B0421773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3AE18401-B517-4B91-707B-1D40B25A57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5ACB8DC-6FE4-4580-A1D9-0427FBAEDDF5}" type="datetimeFigureOut">
              <a:rPr lang="zh-TW" altLang="en-US" smtClean="0"/>
              <a:t>2026/6/20</a:t>
            </a:fld>
            <a:endParaRPr lang="zh-TW" altLang="en-US"/>
          </a:p>
        </p:txBody>
      </p:sp>
      <p:sp>
        <p:nvSpPr>
          <p:cNvPr id="5" name="頁尾版面配置區 4">
            <a:extLst>
              <a:ext uri="{FF2B5EF4-FFF2-40B4-BE49-F238E27FC236}">
                <a16:creationId xmlns:a16="http://schemas.microsoft.com/office/drawing/2014/main" id="{C5CB1438-0B38-BE5A-18FB-259CF7A1F1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D4DB0B06-6FDF-05FF-8C82-B855EBEF3C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7EDEE4B-5975-4A89-8274-18EA4658D50A}" type="slidenum">
              <a:rPr lang="zh-TW" altLang="en-US" smtClean="0"/>
              <a:t>‹#›</a:t>
            </a:fld>
            <a:endParaRPr lang="zh-TW" altLang="en-US"/>
          </a:p>
        </p:txBody>
      </p:sp>
    </p:spTree>
    <p:extLst>
      <p:ext uri="{BB962C8B-B14F-4D97-AF65-F5344CB8AC3E}">
        <p14:creationId xmlns:p14="http://schemas.microsoft.com/office/powerpoint/2010/main" val="38457216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7.xml.rels><?xml version="1.0" encoding="UTF-8" standalone="yes"?>
<Relationships xmlns="http://schemas.openxmlformats.org/package/2006/relationships"><Relationship Id="rId8" Type="http://schemas.openxmlformats.org/officeDocument/2006/relationships/chart" Target="../charts/chart1.xml"/><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1.xml.rels><?xml version="1.0" encoding="UTF-8" standalone="yes"?>
<Relationships xmlns="http://schemas.openxmlformats.org/package/2006/relationships"><Relationship Id="rId8" Type="http://schemas.openxmlformats.org/officeDocument/2006/relationships/diagramLayout" Target="../diagrams/layout11.xml"/><Relationship Id="rId3" Type="http://schemas.openxmlformats.org/officeDocument/2006/relationships/diagramLayout" Target="../diagrams/layout10.xml"/><Relationship Id="rId7" Type="http://schemas.openxmlformats.org/officeDocument/2006/relationships/diagramData" Target="../diagrams/data11.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11" Type="http://schemas.microsoft.com/office/2007/relationships/diagramDrawing" Target="../diagrams/drawing11.xml"/><Relationship Id="rId5" Type="http://schemas.openxmlformats.org/officeDocument/2006/relationships/diagramColors" Target="../diagrams/colors10.xml"/><Relationship Id="rId10" Type="http://schemas.openxmlformats.org/officeDocument/2006/relationships/diagramColors" Target="../diagrams/colors11.xml"/><Relationship Id="rId4" Type="http://schemas.openxmlformats.org/officeDocument/2006/relationships/diagramQuickStyle" Target="../diagrams/quickStyle10.xml"/><Relationship Id="rId9" Type="http://schemas.openxmlformats.org/officeDocument/2006/relationships/diagramQuickStyle" Target="../diagrams/quickStyle11.xml"/></Relationships>
</file>

<file path=ppt/slides/_rels/slide12.xml.rels><?xml version="1.0" encoding="UTF-8" standalone="yes"?>
<Relationships xmlns="http://schemas.openxmlformats.org/package/2006/relationships"><Relationship Id="rId8" Type="http://schemas.microsoft.com/office/2007/relationships/diagramDrawing" Target="../diagrams/drawing12.xml"/><Relationship Id="rId3" Type="http://schemas.openxmlformats.org/officeDocument/2006/relationships/chart" Target="../charts/chart2.xml"/><Relationship Id="rId7" Type="http://schemas.openxmlformats.org/officeDocument/2006/relationships/diagramColors" Target="../diagrams/colors12.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QuickStyle" Target="../diagrams/quickStyle12.xml"/><Relationship Id="rId5" Type="http://schemas.openxmlformats.org/officeDocument/2006/relationships/diagramLayout" Target="../diagrams/layout12.xml"/><Relationship Id="rId4" Type="http://schemas.openxmlformats.org/officeDocument/2006/relationships/diagramData" Target="../diagrams/data12.xml"/></Relationships>
</file>

<file path=ppt/slides/_rels/slide13.xml.rels><?xml version="1.0" encoding="UTF-8" standalone="yes"?>
<Relationships xmlns="http://schemas.openxmlformats.org/package/2006/relationships"><Relationship Id="rId8" Type="http://schemas.openxmlformats.org/officeDocument/2006/relationships/diagramData" Target="../diagrams/data14.xml"/><Relationship Id="rId3" Type="http://schemas.openxmlformats.org/officeDocument/2006/relationships/diagramData" Target="../diagrams/data13.xml"/><Relationship Id="rId7" Type="http://schemas.microsoft.com/office/2007/relationships/diagramDrawing" Target="../diagrams/drawing13.xml"/><Relationship Id="rId12" Type="http://schemas.microsoft.com/office/2007/relationships/diagramDrawing" Target="../diagrams/drawing14.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13.xml"/><Relationship Id="rId11" Type="http://schemas.openxmlformats.org/officeDocument/2006/relationships/diagramColors" Target="../diagrams/colors14.xml"/><Relationship Id="rId5" Type="http://schemas.openxmlformats.org/officeDocument/2006/relationships/diagramQuickStyle" Target="../diagrams/quickStyle13.xml"/><Relationship Id="rId10" Type="http://schemas.openxmlformats.org/officeDocument/2006/relationships/diagramQuickStyle" Target="../diagrams/quickStyle14.xml"/><Relationship Id="rId4" Type="http://schemas.openxmlformats.org/officeDocument/2006/relationships/diagramLayout" Target="../diagrams/layout13.xml"/><Relationship Id="rId9" Type="http://schemas.openxmlformats.org/officeDocument/2006/relationships/diagramLayout" Target="../diagrams/layout14.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17.xml"/><Relationship Id="rId7" Type="http://schemas.microsoft.com/office/2007/relationships/diagramDrawing" Target="../diagrams/drawing17.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17.xml"/><Relationship Id="rId5" Type="http://schemas.openxmlformats.org/officeDocument/2006/relationships/diagramQuickStyle" Target="../diagrams/quickStyle17.xml"/><Relationship Id="rId4" Type="http://schemas.openxmlformats.org/officeDocument/2006/relationships/diagramLayout" Target="../diagrams/layout17.xml"/></Relationships>
</file>

<file path=ppt/slides/_rels/slide17.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diagramData" Target="../diagrams/data18.xml"/><Relationship Id="rId7" Type="http://schemas.microsoft.com/office/2007/relationships/diagramDrawing" Target="../diagrams/drawing18.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18.xml"/><Relationship Id="rId11" Type="http://schemas.openxmlformats.org/officeDocument/2006/relationships/image" Target="../media/image4.png"/><Relationship Id="rId5" Type="http://schemas.openxmlformats.org/officeDocument/2006/relationships/diagramQuickStyle" Target="../diagrams/quickStyle18.xml"/><Relationship Id="rId10" Type="http://schemas.openxmlformats.org/officeDocument/2006/relationships/image" Target="../media/image3.png"/><Relationship Id="rId4" Type="http://schemas.openxmlformats.org/officeDocument/2006/relationships/diagramLayout" Target="../diagrams/layout18.xml"/><Relationship Id="rId9" Type="http://schemas.openxmlformats.org/officeDocument/2006/relationships/image" Target="../media/image2.png"/></Relationships>
</file>

<file path=ppt/slides/_rels/slide18.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Data" Target="../diagrams/data19.xml"/><Relationship Id="rId7" Type="http://schemas.microsoft.com/office/2007/relationships/diagramDrawing" Target="../diagrams/drawing19.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19.xml"/><Relationship Id="rId5" Type="http://schemas.openxmlformats.org/officeDocument/2006/relationships/diagramQuickStyle" Target="../diagrams/quickStyle19.xml"/><Relationship Id="rId4" Type="http://schemas.openxmlformats.org/officeDocument/2006/relationships/diagramLayout" Target="../diagrams/layout19.xml"/><Relationship Id="rId9"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20.xml"/><Relationship Id="rId7" Type="http://schemas.microsoft.com/office/2007/relationships/diagramDrawing" Target="../diagrams/drawing20.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20.xml"/><Relationship Id="rId5" Type="http://schemas.openxmlformats.org/officeDocument/2006/relationships/diagramQuickStyle" Target="../diagrams/quickStyle20.xml"/><Relationship Id="rId4" Type="http://schemas.openxmlformats.org/officeDocument/2006/relationships/diagramLayout" Target="../diagrams/layout20.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21.xml"/><Relationship Id="rId7" Type="http://schemas.microsoft.com/office/2007/relationships/diagramDrawing" Target="../diagrams/drawing21.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21.xml"/><Relationship Id="rId5" Type="http://schemas.openxmlformats.org/officeDocument/2006/relationships/diagramQuickStyle" Target="../diagrams/quickStyle21.xml"/><Relationship Id="rId4" Type="http://schemas.openxmlformats.org/officeDocument/2006/relationships/diagramLayout" Target="../diagrams/layout21.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22.xml"/><Relationship Id="rId7" Type="http://schemas.microsoft.com/office/2007/relationships/diagramDrawing" Target="../diagrams/drawing22.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22.xml"/><Relationship Id="rId5" Type="http://schemas.openxmlformats.org/officeDocument/2006/relationships/diagramQuickStyle" Target="../diagrams/quickStyle22.xml"/><Relationship Id="rId4" Type="http://schemas.openxmlformats.org/officeDocument/2006/relationships/diagramLayout" Target="../diagrams/layout22.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23.xml"/><Relationship Id="rId7" Type="http://schemas.microsoft.com/office/2007/relationships/diagramDrawing" Target="../diagrams/drawing23.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Colors" Target="../diagrams/colors23.xml"/><Relationship Id="rId5" Type="http://schemas.openxmlformats.org/officeDocument/2006/relationships/diagramQuickStyle" Target="../diagrams/quickStyle23.xml"/><Relationship Id="rId4" Type="http://schemas.openxmlformats.org/officeDocument/2006/relationships/diagramLayout" Target="../diagrams/layout23.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24.xml"/><Relationship Id="rId7" Type="http://schemas.microsoft.com/office/2007/relationships/diagramDrawing" Target="../diagrams/drawing24.xm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diagramColors" Target="../diagrams/colors24.xml"/><Relationship Id="rId5" Type="http://schemas.openxmlformats.org/officeDocument/2006/relationships/diagramQuickStyle" Target="../diagrams/quickStyle24.xml"/><Relationship Id="rId4" Type="http://schemas.openxmlformats.org/officeDocument/2006/relationships/diagramLayout" Target="../diagrams/layout2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25.xml"/><Relationship Id="rId7" Type="http://schemas.microsoft.com/office/2007/relationships/diagramDrawing" Target="../diagrams/drawing25.xml"/><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diagramColors" Target="../diagrams/colors25.xml"/><Relationship Id="rId5" Type="http://schemas.openxmlformats.org/officeDocument/2006/relationships/diagramQuickStyle" Target="../diagrams/quickStyle25.xml"/><Relationship Id="rId4" Type="http://schemas.openxmlformats.org/officeDocument/2006/relationships/diagramLayout" Target="../diagrams/layout2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26.xml"/><Relationship Id="rId7" Type="http://schemas.microsoft.com/office/2007/relationships/diagramDrawing" Target="../diagrams/drawing26.xm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diagramColors" Target="../diagrams/colors26.xml"/><Relationship Id="rId5" Type="http://schemas.openxmlformats.org/officeDocument/2006/relationships/diagramQuickStyle" Target="../diagrams/quickStyle26.xml"/><Relationship Id="rId4" Type="http://schemas.openxmlformats.org/officeDocument/2006/relationships/diagramLayout" Target="../diagrams/layout2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2D9B2E0-B509-1666-0A02-6F61E69BC725}"/>
              </a:ext>
            </a:extLst>
          </p:cNvPr>
          <p:cNvSpPr>
            <a:spLocks noGrp="1"/>
          </p:cNvSpPr>
          <p:nvPr>
            <p:ph type="ctrTitle"/>
          </p:nvPr>
        </p:nvSpPr>
        <p:spPr/>
        <p:txBody>
          <a:bodyPr>
            <a:normAutofit fontScale="90000"/>
          </a:bodyPr>
          <a:lstStyle/>
          <a:p>
            <a:r>
              <a:rPr lang="zh-TW" altLang="en-US" dirty="0"/>
              <a:t>判決文本會說話嗎</a:t>
            </a:r>
            <a:r>
              <a:rPr lang="en-US" altLang="zh-TW" dirty="0"/>
              <a:t>?</a:t>
            </a:r>
            <a:br>
              <a:rPr lang="en-US" altLang="zh-TW" dirty="0"/>
            </a:br>
            <a:r>
              <a:rPr lang="zh-TW" altLang="zh-TW" dirty="0"/>
              <a:t>臺灣智慧財產權裁判結果之文字探勘與 分類研究</a:t>
            </a:r>
            <a:br>
              <a:rPr lang="en-US" altLang="zh-TW" dirty="0"/>
            </a:br>
            <a:endParaRPr lang="zh-TW" altLang="en-US" dirty="0"/>
          </a:p>
        </p:txBody>
      </p:sp>
      <p:sp>
        <p:nvSpPr>
          <p:cNvPr id="3" name="副標題 2">
            <a:extLst>
              <a:ext uri="{FF2B5EF4-FFF2-40B4-BE49-F238E27FC236}">
                <a16:creationId xmlns:a16="http://schemas.microsoft.com/office/drawing/2014/main" id="{735E4907-EDEE-6539-902E-10A4C607761B}"/>
              </a:ext>
            </a:extLst>
          </p:cNvPr>
          <p:cNvSpPr>
            <a:spLocks noGrp="1"/>
          </p:cNvSpPr>
          <p:nvPr>
            <p:ph type="subTitle" idx="1"/>
          </p:nvPr>
        </p:nvSpPr>
        <p:spPr/>
        <p:txBody>
          <a:bodyPr/>
          <a:lstStyle/>
          <a:p>
            <a:endParaRPr lang="zh-TW" altLang="en-US"/>
          </a:p>
        </p:txBody>
      </p:sp>
    </p:spTree>
    <p:extLst>
      <p:ext uri="{BB962C8B-B14F-4D97-AF65-F5344CB8AC3E}">
        <p14:creationId xmlns:p14="http://schemas.microsoft.com/office/powerpoint/2010/main" val="31237589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BB4A79B-AB0E-9AA8-24D6-695264547EF3}"/>
              </a:ext>
            </a:extLst>
          </p:cNvPr>
          <p:cNvSpPr>
            <a:spLocks noGrp="1"/>
          </p:cNvSpPr>
          <p:nvPr>
            <p:ph type="title"/>
          </p:nvPr>
        </p:nvSpPr>
        <p:spPr/>
        <p:txBody>
          <a:bodyPr/>
          <a:lstStyle/>
          <a:p>
            <a:r>
              <a:rPr lang="zh-TW" altLang="en-US" dirty="0"/>
              <a:t>研究核心</a:t>
            </a:r>
          </a:p>
        </p:txBody>
      </p:sp>
      <p:graphicFrame>
        <p:nvGraphicFramePr>
          <p:cNvPr id="4" name="內容版面配置區 3">
            <a:extLst>
              <a:ext uri="{FF2B5EF4-FFF2-40B4-BE49-F238E27FC236}">
                <a16:creationId xmlns:a16="http://schemas.microsoft.com/office/drawing/2014/main" id="{C97130E2-8FF4-F744-E515-619448D8C5DF}"/>
              </a:ext>
            </a:extLst>
          </p:cNvPr>
          <p:cNvGraphicFramePr>
            <a:graphicFrameLocks noGrp="1"/>
          </p:cNvGraphicFramePr>
          <p:nvPr>
            <p:ph idx="1"/>
            <p:extLst>
              <p:ext uri="{D42A27DB-BD31-4B8C-83A1-F6EECF244321}">
                <p14:modId xmlns:p14="http://schemas.microsoft.com/office/powerpoint/2010/main" val="2743752765"/>
              </p:ext>
            </p:extLst>
          </p:nvPr>
        </p:nvGraphicFramePr>
        <p:xfrm>
          <a:off x="2464954" y="1603952"/>
          <a:ext cx="7262091" cy="815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文字方塊 7">
            <a:extLst>
              <a:ext uri="{FF2B5EF4-FFF2-40B4-BE49-F238E27FC236}">
                <a16:creationId xmlns:a16="http://schemas.microsoft.com/office/drawing/2014/main" id="{1ADDFAD5-10FB-B1EE-790E-83ECA56AB8D3}"/>
              </a:ext>
            </a:extLst>
          </p:cNvPr>
          <p:cNvSpPr txBox="1"/>
          <p:nvPr/>
        </p:nvSpPr>
        <p:spPr>
          <a:xfrm>
            <a:off x="2464954" y="2646740"/>
            <a:ext cx="6096000" cy="369332"/>
          </a:xfrm>
          <a:prstGeom prst="rect">
            <a:avLst/>
          </a:prstGeom>
          <a:noFill/>
        </p:spPr>
        <p:txBody>
          <a:bodyPr wrap="square">
            <a:spAutoFit/>
          </a:bodyPr>
          <a:lstStyle/>
          <a:p>
            <a:pPr>
              <a:buNone/>
            </a:pPr>
            <a:endParaRPr lang="zh-TW" altLang="zh-TW" dirty="0"/>
          </a:p>
        </p:txBody>
      </p:sp>
      <p:sp>
        <p:nvSpPr>
          <p:cNvPr id="10" name="文字方塊 9">
            <a:extLst>
              <a:ext uri="{FF2B5EF4-FFF2-40B4-BE49-F238E27FC236}">
                <a16:creationId xmlns:a16="http://schemas.microsoft.com/office/drawing/2014/main" id="{460F6533-F3DE-0A90-1921-C350E9617684}"/>
              </a:ext>
            </a:extLst>
          </p:cNvPr>
          <p:cNvSpPr txBox="1"/>
          <p:nvPr/>
        </p:nvSpPr>
        <p:spPr>
          <a:xfrm>
            <a:off x="1662545" y="2827248"/>
            <a:ext cx="9337963" cy="3139321"/>
          </a:xfrm>
          <a:prstGeom prst="rect">
            <a:avLst/>
          </a:prstGeom>
          <a:noFill/>
        </p:spPr>
        <p:txBody>
          <a:bodyPr wrap="square">
            <a:spAutoFit/>
          </a:bodyPr>
          <a:lstStyle/>
          <a:p>
            <a:pPr>
              <a:buNone/>
            </a:pPr>
            <a:r>
              <a:rPr lang="zh-TW" altLang="en-US" b="1" dirty="0"/>
              <a:t>研究發現</a:t>
            </a:r>
            <a:endParaRPr lang="en-US" altLang="zh-TW" b="1" dirty="0"/>
          </a:p>
          <a:p>
            <a:pPr>
              <a:buNone/>
            </a:pPr>
            <a:r>
              <a:rPr lang="zh-TW" altLang="zh-TW" b="1" dirty="0"/>
              <a:t>01　Direct SVM 表現較佳</a:t>
            </a:r>
          </a:p>
          <a:p>
            <a:pPr>
              <a:buNone/>
            </a:pPr>
            <a:r>
              <a:rPr lang="en-US" altLang="zh-TW" dirty="0"/>
              <a:t>	</a:t>
            </a:r>
            <a:r>
              <a:rPr lang="zh-TW" altLang="zh-TW" dirty="0"/>
              <a:t>在行政、民事、刑事及刑事附帶民事案件中，</a:t>
            </a:r>
            <a:br>
              <a:rPr lang="zh-TW" altLang="zh-TW" dirty="0"/>
            </a:br>
            <a:r>
              <a:rPr lang="en-US" altLang="zh-TW" dirty="0"/>
              <a:t>	</a:t>
            </a:r>
            <a:r>
              <a:rPr lang="zh-TW" altLang="zh-TW" b="1" dirty="0"/>
              <a:t>Chi-square + Direct SVM 的 Macro F1 均高於 MNIR + SVM。</a:t>
            </a:r>
            <a:endParaRPr lang="zh-TW" altLang="zh-TW" dirty="0"/>
          </a:p>
          <a:p>
            <a:pPr>
              <a:buNone/>
            </a:pPr>
            <a:r>
              <a:rPr lang="zh-TW" altLang="zh-TW" b="1" dirty="0"/>
              <a:t>02　不同案件適合不同文字特徵</a:t>
            </a:r>
          </a:p>
          <a:p>
            <a:pPr lvl="1">
              <a:buFont typeface="Arial" panose="020B0604020202020204" pitchFamily="34" charset="0"/>
              <a:buChar char="•"/>
            </a:pPr>
            <a:r>
              <a:rPr lang="zh-TW" altLang="zh-TW" dirty="0"/>
              <a:t>行政案件：BoW</a:t>
            </a:r>
          </a:p>
          <a:p>
            <a:pPr lvl="1">
              <a:buFont typeface="Arial" panose="020B0604020202020204" pitchFamily="34" charset="0"/>
              <a:buChar char="•"/>
            </a:pPr>
            <a:r>
              <a:rPr lang="zh-TW" altLang="zh-TW" dirty="0"/>
              <a:t>民事案件：TF-IDF</a:t>
            </a:r>
          </a:p>
          <a:p>
            <a:pPr lvl="1">
              <a:buFont typeface="Arial" panose="020B0604020202020204" pitchFamily="34" charset="0"/>
              <a:buChar char="•"/>
            </a:pPr>
            <a:r>
              <a:rPr lang="zh-TW" altLang="zh-TW" dirty="0"/>
              <a:t>刑事案件：TF</a:t>
            </a:r>
          </a:p>
          <a:p>
            <a:pPr lvl="1">
              <a:buFont typeface="Arial" panose="020B0604020202020204" pitchFamily="34" charset="0"/>
              <a:buChar char="•"/>
            </a:pPr>
            <a:r>
              <a:rPr lang="zh-TW" altLang="zh-TW" dirty="0"/>
              <a:t>刑事附帶民事案件：BoW</a:t>
            </a:r>
          </a:p>
          <a:p>
            <a:pPr>
              <a:buNone/>
            </a:pPr>
            <a:r>
              <a:rPr lang="zh-TW" altLang="zh-TW" b="1" dirty="0"/>
              <a:t>03　少數類別仍難以辨識</a:t>
            </a:r>
          </a:p>
          <a:p>
            <a:pPr>
              <a:buNone/>
            </a:pPr>
            <a:r>
              <a:rPr lang="en-US" altLang="zh-TW" dirty="0"/>
              <a:t>	</a:t>
            </a:r>
            <a:r>
              <a:rPr lang="zh-TW" altLang="zh-TW" dirty="0"/>
              <a:t>模型對「敗訴」案件辨識較佳，但容易將「部分勝訴」與「勝訴」誤判為「敗訴」。</a:t>
            </a:r>
          </a:p>
        </p:txBody>
      </p:sp>
    </p:spTree>
    <p:extLst>
      <p:ext uri="{BB962C8B-B14F-4D97-AF65-F5344CB8AC3E}">
        <p14:creationId xmlns:p14="http://schemas.microsoft.com/office/powerpoint/2010/main" val="6619745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DA4A19F-7190-170F-1F72-8FDD175B772B}"/>
              </a:ext>
            </a:extLst>
          </p:cNvPr>
          <p:cNvSpPr>
            <a:spLocks noGrp="1"/>
          </p:cNvSpPr>
          <p:nvPr>
            <p:ph type="title"/>
          </p:nvPr>
        </p:nvSpPr>
        <p:spPr/>
        <p:txBody>
          <a:bodyPr/>
          <a:lstStyle/>
          <a:p>
            <a:r>
              <a:rPr lang="zh-TW" altLang="en-US" dirty="0"/>
              <a:t>報告架構</a:t>
            </a:r>
          </a:p>
        </p:txBody>
      </p:sp>
      <p:graphicFrame>
        <p:nvGraphicFramePr>
          <p:cNvPr id="6" name="內容版面配置區 5">
            <a:extLst>
              <a:ext uri="{FF2B5EF4-FFF2-40B4-BE49-F238E27FC236}">
                <a16:creationId xmlns:a16="http://schemas.microsoft.com/office/drawing/2014/main" id="{DA4C8F1A-B332-1E8F-E25A-AE72747D79AC}"/>
              </a:ext>
            </a:extLst>
          </p:cNvPr>
          <p:cNvGraphicFramePr>
            <a:graphicFrameLocks noGrp="1"/>
          </p:cNvGraphicFramePr>
          <p:nvPr>
            <p:ph idx="1"/>
            <p:extLst>
              <p:ext uri="{D42A27DB-BD31-4B8C-83A1-F6EECF244321}">
                <p14:modId xmlns:p14="http://schemas.microsoft.com/office/powerpoint/2010/main" val="19404225"/>
              </p:ext>
            </p:extLst>
          </p:nvPr>
        </p:nvGraphicFramePr>
        <p:xfrm>
          <a:off x="192808" y="1654176"/>
          <a:ext cx="11806383" cy="262269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083951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03A2A96-A3B3-2210-D118-CE34A506D701}"/>
              </a:ext>
            </a:extLst>
          </p:cNvPr>
          <p:cNvSpPr>
            <a:spLocks noGrp="1"/>
          </p:cNvSpPr>
          <p:nvPr>
            <p:ph type="title"/>
          </p:nvPr>
        </p:nvSpPr>
        <p:spPr/>
        <p:txBody>
          <a:bodyPr/>
          <a:lstStyle/>
          <a:p>
            <a:r>
              <a:rPr lang="zh-TW" altLang="en-US" dirty="0"/>
              <a:t>研究問題成立：背景與動機</a:t>
            </a:r>
          </a:p>
        </p:txBody>
      </p:sp>
      <p:graphicFrame>
        <p:nvGraphicFramePr>
          <p:cNvPr id="6" name="資料庫圖表 5">
            <a:extLst>
              <a:ext uri="{FF2B5EF4-FFF2-40B4-BE49-F238E27FC236}">
                <a16:creationId xmlns:a16="http://schemas.microsoft.com/office/drawing/2014/main" id="{591119EF-11B1-89FA-5D33-5321BC2E9C73}"/>
              </a:ext>
            </a:extLst>
          </p:cNvPr>
          <p:cNvGraphicFramePr/>
          <p:nvPr>
            <p:extLst>
              <p:ext uri="{D42A27DB-BD31-4B8C-83A1-F6EECF244321}">
                <p14:modId xmlns:p14="http://schemas.microsoft.com/office/powerpoint/2010/main" val="1854472863"/>
              </p:ext>
            </p:extLst>
          </p:nvPr>
        </p:nvGraphicFramePr>
        <p:xfrm>
          <a:off x="1892150" y="2150433"/>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7" name="表格 6">
            <a:extLst>
              <a:ext uri="{FF2B5EF4-FFF2-40B4-BE49-F238E27FC236}">
                <a16:creationId xmlns:a16="http://schemas.microsoft.com/office/drawing/2014/main" id="{180341F4-681E-834E-1E83-6EA6817F1149}"/>
              </a:ext>
            </a:extLst>
          </p:cNvPr>
          <p:cNvGraphicFramePr>
            <a:graphicFrameLocks noGrp="1"/>
          </p:cNvGraphicFramePr>
          <p:nvPr>
            <p:extLst>
              <p:ext uri="{D42A27DB-BD31-4B8C-83A1-F6EECF244321}">
                <p14:modId xmlns:p14="http://schemas.microsoft.com/office/powerpoint/2010/main" val="164286037"/>
              </p:ext>
            </p:extLst>
          </p:nvPr>
        </p:nvGraphicFramePr>
        <p:xfrm>
          <a:off x="698350" y="1690688"/>
          <a:ext cx="10515600" cy="1463040"/>
        </p:xfrm>
        <a:graphic>
          <a:graphicData uri="http://schemas.openxmlformats.org/drawingml/2006/table">
            <a:tbl>
              <a:tblPr/>
              <a:tblGrid>
                <a:gridCol w="5257800">
                  <a:extLst>
                    <a:ext uri="{9D8B030D-6E8A-4147-A177-3AD203B41FA5}">
                      <a16:colId xmlns:a16="http://schemas.microsoft.com/office/drawing/2014/main" val="4145090594"/>
                    </a:ext>
                  </a:extLst>
                </a:gridCol>
                <a:gridCol w="5257800">
                  <a:extLst>
                    <a:ext uri="{9D8B030D-6E8A-4147-A177-3AD203B41FA5}">
                      <a16:colId xmlns:a16="http://schemas.microsoft.com/office/drawing/2014/main" val="2407791228"/>
                    </a:ext>
                  </a:extLst>
                </a:gridCol>
              </a:tblGrid>
              <a:tr h="0">
                <a:tc>
                  <a:txBody>
                    <a:bodyPr/>
                    <a:lstStyle/>
                    <a:p>
                      <a:pPr>
                        <a:buNone/>
                      </a:pPr>
                      <a:r>
                        <a:rPr lang="zh-TW"/>
                        <a:t>傳統法學研究</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實證法學／資料導向研究</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2970148"/>
                  </a:ext>
                </a:extLst>
              </a:tr>
              <a:tr h="0">
                <a:tc>
                  <a:txBody>
                    <a:bodyPr/>
                    <a:lstStyle/>
                    <a:p>
                      <a:pPr>
                        <a:buNone/>
                      </a:pPr>
                      <a:r>
                        <a:rPr lang="zh-TW"/>
                        <a:t>重視法條解釋、判決理由、規範論證</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重視大量資料、可觀察模式、統計與模型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87611588"/>
                  </a:ext>
                </a:extLst>
              </a:tr>
              <a:tr h="0">
                <a:tc>
                  <a:txBody>
                    <a:bodyPr/>
                    <a:lstStyle/>
                    <a:p>
                      <a:pPr>
                        <a:buNone/>
                      </a:pPr>
                      <a:r>
                        <a:rPr lang="zh-TW" dirty="0"/>
                        <a:t>常以個案或少量判決深入分析</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dirty="0"/>
                        <a:t>可處理大規模裁判文本</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15601933"/>
                  </a:ext>
                </a:extLst>
              </a:tr>
              <a:tr h="0">
                <a:tc>
                  <a:txBody>
                    <a:bodyPr/>
                    <a:lstStyle/>
                    <a:p>
                      <a:pPr>
                        <a:buNone/>
                      </a:pPr>
                      <a:r>
                        <a:rPr lang="zh-TW"/>
                        <a:t>問「法律應如何解釋」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dirty="0"/>
                        <a:t>問「判決資料呈現什麼模式」</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31475044"/>
                  </a:ext>
                </a:extLst>
              </a:tr>
            </a:tbl>
          </a:graphicData>
        </a:graphic>
      </p:graphicFrame>
    </p:spTree>
    <p:extLst>
      <p:ext uri="{BB962C8B-B14F-4D97-AF65-F5344CB8AC3E}">
        <p14:creationId xmlns:p14="http://schemas.microsoft.com/office/powerpoint/2010/main" val="5889634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3CBE2B5-C7B4-1230-C371-957252AA5578}"/>
              </a:ext>
            </a:extLst>
          </p:cNvPr>
          <p:cNvSpPr>
            <a:spLocks noGrp="1"/>
          </p:cNvSpPr>
          <p:nvPr>
            <p:ph type="title"/>
          </p:nvPr>
        </p:nvSpPr>
        <p:spPr/>
        <p:txBody>
          <a:bodyPr/>
          <a:lstStyle/>
          <a:p>
            <a:r>
              <a:rPr lang="zh-TW" altLang="en-US" dirty="0"/>
              <a:t>研究問題成立：背景與動機</a:t>
            </a:r>
          </a:p>
        </p:txBody>
      </p:sp>
      <p:graphicFrame>
        <p:nvGraphicFramePr>
          <p:cNvPr id="17" name="內容版面配置區 16">
            <a:extLst>
              <a:ext uri="{FF2B5EF4-FFF2-40B4-BE49-F238E27FC236}">
                <a16:creationId xmlns:a16="http://schemas.microsoft.com/office/drawing/2014/main" id="{182382E4-AFF4-E7B6-32CB-0BDB7CDAB48D}"/>
              </a:ext>
            </a:extLst>
          </p:cNvPr>
          <p:cNvGraphicFramePr>
            <a:graphicFrameLocks noGrp="1"/>
          </p:cNvGraphicFramePr>
          <p:nvPr>
            <p:ph idx="1"/>
            <p:extLst>
              <p:ext uri="{D42A27DB-BD31-4B8C-83A1-F6EECF244321}">
                <p14:modId xmlns:p14="http://schemas.microsoft.com/office/powerpoint/2010/main" val="46899311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259538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B6DB3A-F2B6-DA3E-8F38-5DAF7357C8F4}"/>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363A4B39-0DF5-61D8-1A15-B7ACF3435779}"/>
              </a:ext>
            </a:extLst>
          </p:cNvPr>
          <p:cNvSpPr>
            <a:spLocks noGrp="1"/>
          </p:cNvSpPr>
          <p:nvPr>
            <p:ph type="title"/>
          </p:nvPr>
        </p:nvSpPr>
        <p:spPr/>
        <p:txBody>
          <a:bodyPr/>
          <a:lstStyle/>
          <a:p>
            <a:r>
              <a:rPr lang="zh-TW" altLang="en-US" dirty="0"/>
              <a:t>研究問題成立：智財案件特性</a:t>
            </a:r>
          </a:p>
        </p:txBody>
      </p:sp>
      <p:graphicFrame>
        <p:nvGraphicFramePr>
          <p:cNvPr id="7" name="資料庫圖表 6">
            <a:extLst>
              <a:ext uri="{FF2B5EF4-FFF2-40B4-BE49-F238E27FC236}">
                <a16:creationId xmlns:a16="http://schemas.microsoft.com/office/drawing/2014/main" id="{9C4B8F40-FE31-5A38-612B-D5709A6169F5}"/>
              </a:ext>
            </a:extLst>
          </p:cNvPr>
          <p:cNvGraphicFramePr/>
          <p:nvPr>
            <p:extLst>
              <p:ext uri="{D42A27DB-BD31-4B8C-83A1-F6EECF244321}">
                <p14:modId xmlns:p14="http://schemas.microsoft.com/office/powerpoint/2010/main" val="1106256974"/>
              </p:ext>
            </p:extLst>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683498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8C27290-E064-2CF1-B8FC-1514138A29F5}"/>
              </a:ext>
            </a:extLst>
          </p:cNvPr>
          <p:cNvSpPr>
            <a:spLocks noGrp="1"/>
          </p:cNvSpPr>
          <p:nvPr>
            <p:ph type="title"/>
          </p:nvPr>
        </p:nvSpPr>
        <p:spPr/>
        <p:txBody>
          <a:bodyPr/>
          <a:lstStyle/>
          <a:p>
            <a:r>
              <a:rPr lang="zh-TW" altLang="en-US" dirty="0"/>
              <a:t>研究問題成立：類別不平衡</a:t>
            </a:r>
          </a:p>
        </p:txBody>
      </p:sp>
      <p:graphicFrame>
        <p:nvGraphicFramePr>
          <p:cNvPr id="4" name="內容版面配置區 3">
            <a:extLst>
              <a:ext uri="{FF2B5EF4-FFF2-40B4-BE49-F238E27FC236}">
                <a16:creationId xmlns:a16="http://schemas.microsoft.com/office/drawing/2014/main" id="{FA55F6C8-CB3B-9216-3C2F-412F6CD935D3}"/>
              </a:ext>
            </a:extLst>
          </p:cNvPr>
          <p:cNvGraphicFramePr>
            <a:graphicFrameLocks noGrp="1"/>
          </p:cNvGraphicFramePr>
          <p:nvPr>
            <p:ph idx="1"/>
            <p:extLst>
              <p:ext uri="{D42A27DB-BD31-4B8C-83A1-F6EECF244321}">
                <p14:modId xmlns:p14="http://schemas.microsoft.com/office/powerpoint/2010/main" val="1551083123"/>
              </p:ext>
            </p:extLst>
          </p:nvPr>
        </p:nvGraphicFramePr>
        <p:xfrm>
          <a:off x="5248275" y="1901825"/>
          <a:ext cx="6943725" cy="34512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7" name="圖表 6">
            <a:extLst>
              <a:ext uri="{FF2B5EF4-FFF2-40B4-BE49-F238E27FC236}">
                <a16:creationId xmlns:a16="http://schemas.microsoft.com/office/drawing/2014/main" id="{C1070787-EB7C-ACCE-BF50-6F1F0161E8C8}"/>
              </a:ext>
            </a:extLst>
          </p:cNvPr>
          <p:cNvGraphicFramePr/>
          <p:nvPr>
            <p:extLst>
              <p:ext uri="{D42A27DB-BD31-4B8C-83A1-F6EECF244321}">
                <p14:modId xmlns:p14="http://schemas.microsoft.com/office/powerpoint/2010/main" val="647040407"/>
              </p:ext>
            </p:extLst>
          </p:nvPr>
        </p:nvGraphicFramePr>
        <p:xfrm>
          <a:off x="630237" y="1901825"/>
          <a:ext cx="5176837" cy="3451225"/>
        </p:xfrm>
        <a:graphic>
          <a:graphicData uri="http://schemas.openxmlformats.org/drawingml/2006/chart">
            <c:chart xmlns:c="http://schemas.openxmlformats.org/drawingml/2006/chart" xmlns:r="http://schemas.openxmlformats.org/officeDocument/2006/relationships" r:id="rId8"/>
          </a:graphicData>
        </a:graphic>
      </p:graphicFrame>
    </p:spTree>
    <p:extLst>
      <p:ext uri="{BB962C8B-B14F-4D97-AF65-F5344CB8AC3E}">
        <p14:creationId xmlns:p14="http://schemas.microsoft.com/office/powerpoint/2010/main" val="33142247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D94CC9A-4FD4-0B77-62AC-9384A706CC54}"/>
              </a:ext>
            </a:extLst>
          </p:cNvPr>
          <p:cNvSpPr>
            <a:spLocks noGrp="1"/>
          </p:cNvSpPr>
          <p:nvPr>
            <p:ph type="title"/>
          </p:nvPr>
        </p:nvSpPr>
        <p:spPr/>
        <p:txBody>
          <a:bodyPr/>
          <a:lstStyle/>
          <a:p>
            <a:r>
              <a:rPr lang="zh-TW" altLang="en-US" dirty="0"/>
              <a:t>研究問題成立：文獻回顧與缺口</a:t>
            </a:r>
          </a:p>
        </p:txBody>
      </p:sp>
      <p:graphicFrame>
        <p:nvGraphicFramePr>
          <p:cNvPr id="5" name="內容版面配置區 4">
            <a:extLst>
              <a:ext uri="{FF2B5EF4-FFF2-40B4-BE49-F238E27FC236}">
                <a16:creationId xmlns:a16="http://schemas.microsoft.com/office/drawing/2014/main" id="{2D2688BB-49BA-EDD4-F782-22F4F5598423}"/>
              </a:ext>
            </a:extLst>
          </p:cNvPr>
          <p:cNvGraphicFramePr>
            <a:graphicFrameLocks noGrp="1"/>
          </p:cNvGraphicFramePr>
          <p:nvPr>
            <p:ph idx="1"/>
            <p:extLst>
              <p:ext uri="{D42A27DB-BD31-4B8C-83A1-F6EECF244321}">
                <p14:modId xmlns:p14="http://schemas.microsoft.com/office/powerpoint/2010/main" val="111937693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055509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3DD8B-A03A-AA5A-FA7D-80F68BDC5E66}"/>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53D682DD-0F97-9E65-9EAB-A2A329B401B7}"/>
              </a:ext>
            </a:extLst>
          </p:cNvPr>
          <p:cNvSpPr>
            <a:spLocks noGrp="1"/>
          </p:cNvSpPr>
          <p:nvPr>
            <p:ph type="title"/>
          </p:nvPr>
        </p:nvSpPr>
        <p:spPr/>
        <p:txBody>
          <a:bodyPr/>
          <a:lstStyle/>
          <a:p>
            <a:r>
              <a:rPr lang="zh-TW" altLang="en-US" dirty="0"/>
              <a:t>本研究要檢驗什麼</a:t>
            </a:r>
            <a:r>
              <a:rPr lang="en-US" altLang="zh-TW" dirty="0"/>
              <a:t>?</a:t>
            </a:r>
            <a:endParaRPr lang="zh-TW" altLang="en-US" dirty="0"/>
          </a:p>
        </p:txBody>
      </p:sp>
      <p:graphicFrame>
        <p:nvGraphicFramePr>
          <p:cNvPr id="10" name="內容版面配置區 9">
            <a:extLst>
              <a:ext uri="{FF2B5EF4-FFF2-40B4-BE49-F238E27FC236}">
                <a16:creationId xmlns:a16="http://schemas.microsoft.com/office/drawing/2014/main" id="{E216F41E-3230-017D-92D0-2B9BA7EEA6D6}"/>
              </a:ext>
            </a:extLst>
          </p:cNvPr>
          <p:cNvGraphicFramePr>
            <a:graphicFrameLocks noGrp="1"/>
          </p:cNvGraphicFramePr>
          <p:nvPr>
            <p:ph idx="1"/>
            <p:extLst>
              <p:ext uri="{D42A27DB-BD31-4B8C-83A1-F6EECF244321}">
                <p14:modId xmlns:p14="http://schemas.microsoft.com/office/powerpoint/2010/main" val="176099546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023313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354011-B4F2-5A43-3BB0-889FF9E76903}"/>
              </a:ext>
            </a:extLst>
          </p:cNvPr>
          <p:cNvSpPr>
            <a:spLocks noGrp="1"/>
          </p:cNvSpPr>
          <p:nvPr>
            <p:ph type="title"/>
          </p:nvPr>
        </p:nvSpPr>
        <p:spPr/>
        <p:txBody>
          <a:bodyPr/>
          <a:lstStyle/>
          <a:p>
            <a:r>
              <a:rPr lang="zh-TW" altLang="en-US" dirty="0"/>
              <a:t>研究設計驗證：分類建模</a:t>
            </a:r>
          </a:p>
        </p:txBody>
      </p:sp>
      <p:graphicFrame>
        <p:nvGraphicFramePr>
          <p:cNvPr id="8" name="內容版面配置區 7">
            <a:extLst>
              <a:ext uri="{FF2B5EF4-FFF2-40B4-BE49-F238E27FC236}">
                <a16:creationId xmlns:a16="http://schemas.microsoft.com/office/drawing/2014/main" id="{7BB56042-A3C0-E6CB-0216-8A85FB21FB62}"/>
              </a:ext>
            </a:extLst>
          </p:cNvPr>
          <p:cNvGraphicFramePr>
            <a:graphicFrameLocks noGrp="1"/>
          </p:cNvGraphicFramePr>
          <p:nvPr>
            <p:ph idx="1"/>
            <p:extLst>
              <p:ext uri="{D42A27DB-BD31-4B8C-83A1-F6EECF244321}">
                <p14:modId xmlns:p14="http://schemas.microsoft.com/office/powerpoint/2010/main" val="258034203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270260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8AA26B9-EDBD-5E9E-EBB4-9C5E9672787D}"/>
              </a:ext>
            </a:extLst>
          </p:cNvPr>
          <p:cNvSpPr>
            <a:spLocks noGrp="1"/>
          </p:cNvSpPr>
          <p:nvPr>
            <p:ph type="title"/>
          </p:nvPr>
        </p:nvSpPr>
        <p:spPr/>
        <p:txBody>
          <a:bodyPr/>
          <a:lstStyle/>
          <a:p>
            <a:r>
              <a:rPr lang="zh-TW" altLang="en-US" dirty="0"/>
              <a:t>研究設計驗證：資料與標籤</a:t>
            </a:r>
          </a:p>
        </p:txBody>
      </p:sp>
      <p:graphicFrame>
        <p:nvGraphicFramePr>
          <p:cNvPr id="13" name="內容版面配置區 12">
            <a:extLst>
              <a:ext uri="{FF2B5EF4-FFF2-40B4-BE49-F238E27FC236}">
                <a16:creationId xmlns:a16="http://schemas.microsoft.com/office/drawing/2014/main" id="{40714C24-2103-ADD3-03DF-6E028A954AAB}"/>
              </a:ext>
            </a:extLst>
          </p:cNvPr>
          <p:cNvGraphicFramePr>
            <a:graphicFrameLocks noGrp="1"/>
          </p:cNvGraphicFramePr>
          <p:nvPr>
            <p:ph idx="1"/>
            <p:extLst>
              <p:ext uri="{D42A27DB-BD31-4B8C-83A1-F6EECF244321}">
                <p14:modId xmlns:p14="http://schemas.microsoft.com/office/powerpoint/2010/main" val="3447000493"/>
              </p:ext>
            </p:extLst>
          </p:nvPr>
        </p:nvGraphicFramePr>
        <p:xfrm>
          <a:off x="1152412" y="1363046"/>
          <a:ext cx="9887175" cy="53497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5" name="資料庫圖表 14">
            <a:extLst>
              <a:ext uri="{FF2B5EF4-FFF2-40B4-BE49-F238E27FC236}">
                <a16:creationId xmlns:a16="http://schemas.microsoft.com/office/drawing/2014/main" id="{D1952637-CDAB-EABA-10CC-E140B934B1E8}"/>
              </a:ext>
            </a:extLst>
          </p:cNvPr>
          <p:cNvGraphicFramePr/>
          <p:nvPr>
            <p:extLst>
              <p:ext uri="{D42A27DB-BD31-4B8C-83A1-F6EECF244321}">
                <p14:modId xmlns:p14="http://schemas.microsoft.com/office/powerpoint/2010/main" val="3307651959"/>
              </p:ext>
            </p:extLst>
          </p:nvPr>
        </p:nvGraphicFramePr>
        <p:xfrm>
          <a:off x="1455569" y="5939896"/>
          <a:ext cx="9898231" cy="110595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9694076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207D315-72A4-9217-434B-34C84DC99C92}"/>
              </a:ext>
            </a:extLst>
          </p:cNvPr>
          <p:cNvSpPr>
            <a:spLocks noGrp="1"/>
          </p:cNvSpPr>
          <p:nvPr>
            <p:ph type="title"/>
          </p:nvPr>
        </p:nvSpPr>
        <p:spPr/>
        <p:txBody>
          <a:bodyPr/>
          <a:lstStyle/>
          <a:p>
            <a:r>
              <a:rPr lang="zh-TW" altLang="en-US" dirty="0"/>
              <a:t>研究設計驗證：資料與標籤</a:t>
            </a:r>
          </a:p>
        </p:txBody>
      </p:sp>
      <p:graphicFrame>
        <p:nvGraphicFramePr>
          <p:cNvPr id="6" name="內容版面配置區 5">
            <a:extLst>
              <a:ext uri="{FF2B5EF4-FFF2-40B4-BE49-F238E27FC236}">
                <a16:creationId xmlns:a16="http://schemas.microsoft.com/office/drawing/2014/main" id="{9DAF74A2-1D8C-1E7C-0F77-3848D914348D}"/>
              </a:ext>
            </a:extLst>
          </p:cNvPr>
          <p:cNvGraphicFramePr>
            <a:graphicFrameLocks noGrp="1"/>
          </p:cNvGraphicFramePr>
          <p:nvPr>
            <p:ph idx="1"/>
            <p:extLst>
              <p:ext uri="{D42A27DB-BD31-4B8C-83A1-F6EECF244321}">
                <p14:modId xmlns:p14="http://schemas.microsoft.com/office/powerpoint/2010/main" val="3646837600"/>
              </p:ext>
            </p:extLst>
          </p:nvPr>
        </p:nvGraphicFramePr>
        <p:xfrm>
          <a:off x="1077777" y="4829796"/>
          <a:ext cx="5839389" cy="2028204"/>
        </p:xfrm>
        <a:graphic>
          <a:graphicData uri="http://schemas.openxmlformats.org/drawingml/2006/table">
            <a:tbl>
              <a:tblPr firstRow="1" firstCol="1" bandRow="1">
                <a:tableStyleId>{5C22544A-7EE6-4342-B048-85BDC9FD1C3A}</a:tableStyleId>
              </a:tblPr>
              <a:tblGrid>
                <a:gridCol w="1376068">
                  <a:extLst>
                    <a:ext uri="{9D8B030D-6E8A-4147-A177-3AD203B41FA5}">
                      <a16:colId xmlns:a16="http://schemas.microsoft.com/office/drawing/2014/main" val="430357785"/>
                    </a:ext>
                  </a:extLst>
                </a:gridCol>
                <a:gridCol w="938727">
                  <a:extLst>
                    <a:ext uri="{9D8B030D-6E8A-4147-A177-3AD203B41FA5}">
                      <a16:colId xmlns:a16="http://schemas.microsoft.com/office/drawing/2014/main" val="3120492096"/>
                    </a:ext>
                  </a:extLst>
                </a:gridCol>
                <a:gridCol w="1202684">
                  <a:extLst>
                    <a:ext uri="{9D8B030D-6E8A-4147-A177-3AD203B41FA5}">
                      <a16:colId xmlns:a16="http://schemas.microsoft.com/office/drawing/2014/main" val="56243927"/>
                    </a:ext>
                  </a:extLst>
                </a:gridCol>
                <a:gridCol w="1163867">
                  <a:extLst>
                    <a:ext uri="{9D8B030D-6E8A-4147-A177-3AD203B41FA5}">
                      <a16:colId xmlns:a16="http://schemas.microsoft.com/office/drawing/2014/main" val="196592143"/>
                    </a:ext>
                  </a:extLst>
                </a:gridCol>
                <a:gridCol w="1158043">
                  <a:extLst>
                    <a:ext uri="{9D8B030D-6E8A-4147-A177-3AD203B41FA5}">
                      <a16:colId xmlns:a16="http://schemas.microsoft.com/office/drawing/2014/main" val="3875740450"/>
                    </a:ext>
                  </a:extLst>
                </a:gridCol>
              </a:tblGrid>
              <a:tr h="338034">
                <a:tc>
                  <a:txBody>
                    <a:bodyPr/>
                    <a:lstStyle/>
                    <a:p>
                      <a:pPr indent="306070" algn="ctr">
                        <a:lnSpc>
                          <a:spcPct val="115000"/>
                        </a:lnSpc>
                        <a:spcAft>
                          <a:spcPts val="600"/>
                        </a:spcAft>
                        <a:buNone/>
                      </a:pPr>
                      <a:r>
                        <a:rPr lang="zh-TW" sz="1200" kern="100">
                          <a:effectLst/>
                        </a:rPr>
                        <a:t>資料集</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9850" marR="69850" marT="57150" marB="57150" anchor="ctr"/>
                </a:tc>
                <a:tc>
                  <a:txBody>
                    <a:bodyPr/>
                    <a:lstStyle/>
                    <a:p>
                      <a:pPr indent="306070" algn="ctr">
                        <a:lnSpc>
                          <a:spcPct val="115000"/>
                        </a:lnSpc>
                        <a:spcAft>
                          <a:spcPts val="600"/>
                        </a:spcAft>
                        <a:buNone/>
                      </a:pPr>
                      <a:r>
                        <a:rPr lang="en-US" sz="1200" kern="100">
                          <a:effectLst/>
                        </a:rPr>
                        <a:t>Lose</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9850" marR="69850" marT="57150" marB="57150" anchor="ctr"/>
                </a:tc>
                <a:tc>
                  <a:txBody>
                    <a:bodyPr/>
                    <a:lstStyle/>
                    <a:p>
                      <a:pPr indent="306070" algn="ctr">
                        <a:lnSpc>
                          <a:spcPct val="115000"/>
                        </a:lnSpc>
                        <a:spcAft>
                          <a:spcPts val="600"/>
                        </a:spcAft>
                        <a:buNone/>
                      </a:pPr>
                      <a:r>
                        <a:rPr lang="en-US" sz="1200" kern="100">
                          <a:effectLst/>
                        </a:rPr>
                        <a:t>Mixed</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9850" marR="69850" marT="57150" marB="57150" anchor="ctr"/>
                </a:tc>
                <a:tc>
                  <a:txBody>
                    <a:bodyPr/>
                    <a:lstStyle/>
                    <a:p>
                      <a:pPr indent="306070" algn="ctr">
                        <a:lnSpc>
                          <a:spcPct val="115000"/>
                        </a:lnSpc>
                        <a:spcAft>
                          <a:spcPts val="600"/>
                        </a:spcAft>
                        <a:buNone/>
                      </a:pPr>
                      <a:r>
                        <a:rPr lang="en-US" sz="1200" kern="100" dirty="0">
                          <a:effectLst/>
                        </a:rPr>
                        <a:t>Win</a:t>
                      </a:r>
                      <a:endParaRPr lang="zh-TW" sz="12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9850" marR="69850" marT="57150" marB="57150" anchor="ctr"/>
                </a:tc>
                <a:tc>
                  <a:txBody>
                    <a:bodyPr/>
                    <a:lstStyle/>
                    <a:p>
                      <a:pPr indent="306070" algn="ctr">
                        <a:lnSpc>
                          <a:spcPct val="115000"/>
                        </a:lnSpc>
                        <a:spcAft>
                          <a:spcPts val="600"/>
                        </a:spcAft>
                        <a:buNone/>
                      </a:pPr>
                      <a:r>
                        <a:rPr lang="zh-TW" sz="1200" kern="100" dirty="0">
                          <a:effectLst/>
                        </a:rPr>
                        <a:t>合計</a:t>
                      </a:r>
                      <a:endParaRPr lang="zh-TW" sz="12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9850" marR="69850" marT="57150" marB="57150" anchor="ctr"/>
                </a:tc>
                <a:extLst>
                  <a:ext uri="{0D108BD9-81ED-4DB2-BD59-A6C34878D82A}">
                    <a16:rowId xmlns:a16="http://schemas.microsoft.com/office/drawing/2014/main" val="1492062392"/>
                  </a:ext>
                </a:extLst>
              </a:tr>
              <a:tr h="338034">
                <a:tc>
                  <a:txBody>
                    <a:bodyPr/>
                    <a:lstStyle/>
                    <a:p>
                      <a:pPr indent="306070" algn="just">
                        <a:lnSpc>
                          <a:spcPct val="115000"/>
                        </a:lnSpc>
                        <a:spcAft>
                          <a:spcPts val="600"/>
                        </a:spcAft>
                        <a:buNone/>
                      </a:pPr>
                      <a:r>
                        <a:rPr lang="zh-TW" sz="1200" kern="100">
                          <a:effectLst/>
                        </a:rPr>
                        <a:t>行政</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9850" marR="69850" marT="57150" marB="57150" anchor="ctr"/>
                </a:tc>
                <a:tc>
                  <a:txBody>
                    <a:bodyPr/>
                    <a:lstStyle/>
                    <a:p>
                      <a:pPr indent="306070" algn="ctr">
                        <a:lnSpc>
                          <a:spcPct val="115000"/>
                        </a:lnSpc>
                        <a:spcAft>
                          <a:spcPts val="600"/>
                        </a:spcAft>
                        <a:buNone/>
                      </a:pPr>
                      <a:r>
                        <a:rPr lang="en-US" sz="1200" kern="100">
                          <a:effectLst/>
                        </a:rPr>
                        <a:t>10106</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9850" marR="69850" marT="57150" marB="57150" anchor="ctr"/>
                </a:tc>
                <a:tc>
                  <a:txBody>
                    <a:bodyPr/>
                    <a:lstStyle/>
                    <a:p>
                      <a:pPr indent="306070" algn="ctr">
                        <a:lnSpc>
                          <a:spcPct val="115000"/>
                        </a:lnSpc>
                        <a:spcAft>
                          <a:spcPts val="600"/>
                        </a:spcAft>
                        <a:buNone/>
                      </a:pPr>
                      <a:r>
                        <a:rPr lang="en-US" sz="1200" kern="100">
                          <a:effectLst/>
                        </a:rPr>
                        <a:t>502</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9850" marR="69850" marT="57150" marB="57150" anchor="ctr"/>
                </a:tc>
                <a:tc>
                  <a:txBody>
                    <a:bodyPr/>
                    <a:lstStyle/>
                    <a:p>
                      <a:pPr indent="306070" algn="ctr">
                        <a:lnSpc>
                          <a:spcPct val="115000"/>
                        </a:lnSpc>
                        <a:spcAft>
                          <a:spcPts val="600"/>
                        </a:spcAft>
                        <a:buNone/>
                      </a:pPr>
                      <a:r>
                        <a:rPr lang="en-US" sz="1200" kern="100">
                          <a:effectLst/>
                        </a:rPr>
                        <a:t>911</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9850" marR="69850" marT="57150" marB="57150" anchor="ctr"/>
                </a:tc>
                <a:tc>
                  <a:txBody>
                    <a:bodyPr/>
                    <a:lstStyle/>
                    <a:p>
                      <a:pPr indent="306070" algn="ctr">
                        <a:lnSpc>
                          <a:spcPct val="115000"/>
                        </a:lnSpc>
                        <a:spcAft>
                          <a:spcPts val="600"/>
                        </a:spcAft>
                        <a:buNone/>
                      </a:pPr>
                      <a:r>
                        <a:rPr lang="en-US" sz="1200" kern="100">
                          <a:effectLst/>
                        </a:rPr>
                        <a:t>11519</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9850" marR="69850" marT="57150" marB="57150" anchor="ctr"/>
                </a:tc>
                <a:extLst>
                  <a:ext uri="{0D108BD9-81ED-4DB2-BD59-A6C34878D82A}">
                    <a16:rowId xmlns:a16="http://schemas.microsoft.com/office/drawing/2014/main" val="4007037130"/>
                  </a:ext>
                </a:extLst>
              </a:tr>
              <a:tr h="338034">
                <a:tc>
                  <a:txBody>
                    <a:bodyPr/>
                    <a:lstStyle/>
                    <a:p>
                      <a:pPr indent="306070" algn="just">
                        <a:lnSpc>
                          <a:spcPct val="115000"/>
                        </a:lnSpc>
                        <a:spcAft>
                          <a:spcPts val="600"/>
                        </a:spcAft>
                        <a:buNone/>
                      </a:pPr>
                      <a:r>
                        <a:rPr lang="zh-TW" sz="1200" kern="100">
                          <a:effectLst/>
                        </a:rPr>
                        <a:t>民事</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9850" marR="69850" marT="57150" marB="57150" anchor="ctr"/>
                </a:tc>
                <a:tc>
                  <a:txBody>
                    <a:bodyPr/>
                    <a:lstStyle/>
                    <a:p>
                      <a:pPr indent="306070" algn="ctr">
                        <a:lnSpc>
                          <a:spcPct val="115000"/>
                        </a:lnSpc>
                        <a:spcAft>
                          <a:spcPts val="600"/>
                        </a:spcAft>
                        <a:buNone/>
                      </a:pPr>
                      <a:r>
                        <a:rPr lang="en-US" sz="1200" kern="100">
                          <a:effectLst/>
                        </a:rPr>
                        <a:t>3887</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9850" marR="69850" marT="57150" marB="57150" anchor="ctr"/>
                </a:tc>
                <a:tc>
                  <a:txBody>
                    <a:bodyPr/>
                    <a:lstStyle/>
                    <a:p>
                      <a:pPr indent="306070" algn="ctr">
                        <a:lnSpc>
                          <a:spcPct val="115000"/>
                        </a:lnSpc>
                        <a:spcAft>
                          <a:spcPts val="600"/>
                        </a:spcAft>
                        <a:buNone/>
                      </a:pPr>
                      <a:r>
                        <a:rPr lang="en-US" sz="1200" kern="100" dirty="0">
                          <a:effectLst/>
                        </a:rPr>
                        <a:t>1408</a:t>
                      </a:r>
                      <a:endParaRPr lang="zh-TW" sz="12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9850" marR="69850" marT="57150" marB="57150" anchor="ctr"/>
                </a:tc>
                <a:tc>
                  <a:txBody>
                    <a:bodyPr/>
                    <a:lstStyle/>
                    <a:p>
                      <a:pPr indent="306070" algn="ctr">
                        <a:lnSpc>
                          <a:spcPct val="115000"/>
                        </a:lnSpc>
                        <a:spcAft>
                          <a:spcPts val="600"/>
                        </a:spcAft>
                        <a:buNone/>
                      </a:pPr>
                      <a:r>
                        <a:rPr lang="en-US" sz="1200" kern="100">
                          <a:effectLst/>
                        </a:rPr>
                        <a:t>435</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9850" marR="69850" marT="57150" marB="57150" anchor="ctr"/>
                </a:tc>
                <a:tc>
                  <a:txBody>
                    <a:bodyPr/>
                    <a:lstStyle/>
                    <a:p>
                      <a:pPr indent="306070" algn="ctr">
                        <a:lnSpc>
                          <a:spcPct val="115000"/>
                        </a:lnSpc>
                        <a:spcAft>
                          <a:spcPts val="600"/>
                        </a:spcAft>
                        <a:buNone/>
                      </a:pPr>
                      <a:r>
                        <a:rPr lang="en-US" sz="1200" kern="100" dirty="0">
                          <a:effectLst/>
                        </a:rPr>
                        <a:t>5730</a:t>
                      </a:r>
                      <a:endParaRPr lang="zh-TW" sz="12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9850" marR="69850" marT="57150" marB="57150" anchor="ctr"/>
                </a:tc>
                <a:extLst>
                  <a:ext uri="{0D108BD9-81ED-4DB2-BD59-A6C34878D82A}">
                    <a16:rowId xmlns:a16="http://schemas.microsoft.com/office/drawing/2014/main" val="124873130"/>
                  </a:ext>
                </a:extLst>
              </a:tr>
              <a:tr h="338034">
                <a:tc>
                  <a:txBody>
                    <a:bodyPr/>
                    <a:lstStyle/>
                    <a:p>
                      <a:pPr indent="306070" algn="just">
                        <a:lnSpc>
                          <a:spcPct val="115000"/>
                        </a:lnSpc>
                        <a:spcAft>
                          <a:spcPts val="600"/>
                        </a:spcAft>
                        <a:buNone/>
                      </a:pPr>
                      <a:r>
                        <a:rPr lang="zh-TW" sz="1200" kern="100">
                          <a:effectLst/>
                        </a:rPr>
                        <a:t>刑事</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9850" marR="69850" marT="57150" marB="57150" anchor="ctr"/>
                </a:tc>
                <a:tc>
                  <a:txBody>
                    <a:bodyPr/>
                    <a:lstStyle/>
                    <a:p>
                      <a:pPr indent="306070" algn="ctr">
                        <a:lnSpc>
                          <a:spcPct val="115000"/>
                        </a:lnSpc>
                        <a:spcAft>
                          <a:spcPts val="600"/>
                        </a:spcAft>
                        <a:buNone/>
                      </a:pPr>
                      <a:r>
                        <a:rPr lang="en-US" sz="1200" kern="100">
                          <a:effectLst/>
                        </a:rPr>
                        <a:t>24552</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9850" marR="69850" marT="57150" marB="57150" anchor="ctr"/>
                </a:tc>
                <a:tc>
                  <a:txBody>
                    <a:bodyPr/>
                    <a:lstStyle/>
                    <a:p>
                      <a:pPr indent="306070" algn="ctr">
                        <a:lnSpc>
                          <a:spcPct val="115000"/>
                        </a:lnSpc>
                        <a:spcAft>
                          <a:spcPts val="600"/>
                        </a:spcAft>
                        <a:buNone/>
                      </a:pPr>
                      <a:r>
                        <a:rPr lang="en-US" sz="1200" kern="100">
                          <a:effectLst/>
                        </a:rPr>
                        <a:t>80</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9850" marR="69850" marT="57150" marB="57150" anchor="ctr"/>
                </a:tc>
                <a:tc>
                  <a:txBody>
                    <a:bodyPr/>
                    <a:lstStyle/>
                    <a:p>
                      <a:pPr indent="306070" algn="ctr">
                        <a:lnSpc>
                          <a:spcPct val="115000"/>
                        </a:lnSpc>
                        <a:spcAft>
                          <a:spcPts val="600"/>
                        </a:spcAft>
                        <a:buNone/>
                      </a:pPr>
                      <a:r>
                        <a:rPr lang="en-US" sz="1200" kern="100" dirty="0">
                          <a:effectLst/>
                        </a:rPr>
                        <a:t>1636</a:t>
                      </a:r>
                      <a:endParaRPr lang="zh-TW" sz="12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9850" marR="69850" marT="57150" marB="57150" anchor="ctr"/>
                </a:tc>
                <a:tc>
                  <a:txBody>
                    <a:bodyPr/>
                    <a:lstStyle/>
                    <a:p>
                      <a:pPr indent="306070" algn="ctr">
                        <a:lnSpc>
                          <a:spcPct val="115000"/>
                        </a:lnSpc>
                        <a:spcAft>
                          <a:spcPts val="600"/>
                        </a:spcAft>
                        <a:buNone/>
                      </a:pPr>
                      <a:r>
                        <a:rPr lang="en-US" sz="1200" kern="100">
                          <a:effectLst/>
                        </a:rPr>
                        <a:t>26268</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9850" marR="69850" marT="57150" marB="57150" anchor="ctr"/>
                </a:tc>
                <a:extLst>
                  <a:ext uri="{0D108BD9-81ED-4DB2-BD59-A6C34878D82A}">
                    <a16:rowId xmlns:a16="http://schemas.microsoft.com/office/drawing/2014/main" val="3857233059"/>
                  </a:ext>
                </a:extLst>
              </a:tr>
              <a:tr h="338034">
                <a:tc>
                  <a:txBody>
                    <a:bodyPr/>
                    <a:lstStyle/>
                    <a:p>
                      <a:pPr indent="306070" algn="just">
                        <a:lnSpc>
                          <a:spcPct val="115000"/>
                        </a:lnSpc>
                        <a:spcAft>
                          <a:spcPts val="600"/>
                        </a:spcAft>
                        <a:buNone/>
                      </a:pPr>
                      <a:r>
                        <a:rPr lang="zh-TW" sz="1200" kern="100" dirty="0">
                          <a:effectLst/>
                        </a:rPr>
                        <a:t>刑事附帶民事</a:t>
                      </a:r>
                      <a:endParaRPr lang="zh-TW" sz="12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9850" marR="69850" marT="57150" marB="57150" anchor="ctr"/>
                </a:tc>
                <a:tc>
                  <a:txBody>
                    <a:bodyPr/>
                    <a:lstStyle/>
                    <a:p>
                      <a:pPr indent="306070" algn="ctr">
                        <a:lnSpc>
                          <a:spcPct val="115000"/>
                        </a:lnSpc>
                        <a:spcAft>
                          <a:spcPts val="600"/>
                        </a:spcAft>
                        <a:buNone/>
                      </a:pPr>
                      <a:r>
                        <a:rPr lang="en-US" sz="1200" kern="100">
                          <a:effectLst/>
                        </a:rPr>
                        <a:t>748</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9850" marR="69850" marT="57150" marB="57150" anchor="ctr"/>
                </a:tc>
                <a:tc>
                  <a:txBody>
                    <a:bodyPr/>
                    <a:lstStyle/>
                    <a:p>
                      <a:pPr indent="306070" algn="ctr">
                        <a:lnSpc>
                          <a:spcPct val="115000"/>
                        </a:lnSpc>
                        <a:spcAft>
                          <a:spcPts val="600"/>
                        </a:spcAft>
                        <a:buNone/>
                      </a:pPr>
                      <a:r>
                        <a:rPr lang="en-US" sz="1200" kern="100">
                          <a:effectLst/>
                        </a:rPr>
                        <a:t>1047</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9850" marR="69850" marT="57150" marB="57150" anchor="ctr"/>
                </a:tc>
                <a:tc>
                  <a:txBody>
                    <a:bodyPr/>
                    <a:lstStyle/>
                    <a:p>
                      <a:pPr indent="306070" algn="ctr">
                        <a:lnSpc>
                          <a:spcPct val="115000"/>
                        </a:lnSpc>
                        <a:spcAft>
                          <a:spcPts val="600"/>
                        </a:spcAft>
                        <a:buNone/>
                      </a:pPr>
                      <a:r>
                        <a:rPr lang="en-US" sz="1200" kern="100">
                          <a:effectLst/>
                        </a:rPr>
                        <a:t>32</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9850" marR="69850" marT="57150" marB="57150" anchor="ctr"/>
                </a:tc>
                <a:tc>
                  <a:txBody>
                    <a:bodyPr/>
                    <a:lstStyle/>
                    <a:p>
                      <a:pPr indent="306070" algn="ctr">
                        <a:lnSpc>
                          <a:spcPct val="115000"/>
                        </a:lnSpc>
                        <a:spcAft>
                          <a:spcPts val="600"/>
                        </a:spcAft>
                        <a:buNone/>
                      </a:pPr>
                      <a:r>
                        <a:rPr lang="en-US" sz="1200" kern="100">
                          <a:effectLst/>
                        </a:rPr>
                        <a:t>1827</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9850" marR="69850" marT="57150" marB="57150" anchor="ctr"/>
                </a:tc>
                <a:extLst>
                  <a:ext uri="{0D108BD9-81ED-4DB2-BD59-A6C34878D82A}">
                    <a16:rowId xmlns:a16="http://schemas.microsoft.com/office/drawing/2014/main" val="2343181210"/>
                  </a:ext>
                </a:extLst>
              </a:tr>
              <a:tr h="338034">
                <a:tc>
                  <a:txBody>
                    <a:bodyPr/>
                    <a:lstStyle/>
                    <a:p>
                      <a:pPr indent="306070" algn="just">
                        <a:lnSpc>
                          <a:spcPct val="115000"/>
                        </a:lnSpc>
                        <a:spcAft>
                          <a:spcPts val="600"/>
                        </a:spcAft>
                        <a:buNone/>
                      </a:pPr>
                      <a:r>
                        <a:rPr lang="zh-TW" sz="1200" kern="100" dirty="0">
                          <a:effectLst/>
                        </a:rPr>
                        <a:t>合計</a:t>
                      </a:r>
                      <a:endParaRPr lang="zh-TW" sz="12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9850" marR="69850" marT="57150" marB="57150" anchor="ctr"/>
                </a:tc>
                <a:tc>
                  <a:txBody>
                    <a:bodyPr/>
                    <a:lstStyle/>
                    <a:p>
                      <a:pPr indent="306070" algn="ctr">
                        <a:lnSpc>
                          <a:spcPct val="115000"/>
                        </a:lnSpc>
                        <a:spcAft>
                          <a:spcPts val="600"/>
                        </a:spcAft>
                        <a:buNone/>
                      </a:pPr>
                      <a:r>
                        <a:rPr lang="en-US" sz="1200" kern="100">
                          <a:effectLst/>
                        </a:rPr>
                        <a:t>39293</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9850" marR="69850" marT="57150" marB="57150" anchor="ctr"/>
                </a:tc>
                <a:tc>
                  <a:txBody>
                    <a:bodyPr/>
                    <a:lstStyle/>
                    <a:p>
                      <a:pPr indent="306070" algn="ctr">
                        <a:lnSpc>
                          <a:spcPct val="115000"/>
                        </a:lnSpc>
                        <a:spcAft>
                          <a:spcPts val="600"/>
                        </a:spcAft>
                        <a:buNone/>
                      </a:pPr>
                      <a:r>
                        <a:rPr lang="en-US" sz="1200" kern="100">
                          <a:effectLst/>
                        </a:rPr>
                        <a:t>3037</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9850" marR="69850" marT="57150" marB="57150" anchor="ctr"/>
                </a:tc>
                <a:tc>
                  <a:txBody>
                    <a:bodyPr/>
                    <a:lstStyle/>
                    <a:p>
                      <a:pPr indent="306070" algn="ctr">
                        <a:lnSpc>
                          <a:spcPct val="115000"/>
                        </a:lnSpc>
                        <a:spcAft>
                          <a:spcPts val="600"/>
                        </a:spcAft>
                        <a:buNone/>
                      </a:pPr>
                      <a:r>
                        <a:rPr lang="en-US" sz="1200" kern="100">
                          <a:effectLst/>
                        </a:rPr>
                        <a:t>3014</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9850" marR="69850" marT="57150" marB="57150" anchor="ctr"/>
                </a:tc>
                <a:tc>
                  <a:txBody>
                    <a:bodyPr/>
                    <a:lstStyle/>
                    <a:p>
                      <a:pPr indent="306070" algn="ctr">
                        <a:lnSpc>
                          <a:spcPct val="115000"/>
                        </a:lnSpc>
                        <a:spcAft>
                          <a:spcPts val="600"/>
                        </a:spcAft>
                        <a:buNone/>
                      </a:pPr>
                      <a:r>
                        <a:rPr lang="en-US" sz="1200" kern="100" dirty="0">
                          <a:effectLst/>
                        </a:rPr>
                        <a:t>45344</a:t>
                      </a:r>
                      <a:endParaRPr lang="zh-TW" sz="12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9850" marR="69850" marT="57150" marB="57150" anchor="ctr"/>
                </a:tc>
                <a:extLst>
                  <a:ext uri="{0D108BD9-81ED-4DB2-BD59-A6C34878D82A}">
                    <a16:rowId xmlns:a16="http://schemas.microsoft.com/office/drawing/2014/main" val="2221209158"/>
                  </a:ext>
                </a:extLst>
              </a:tr>
            </a:tbl>
          </a:graphicData>
        </a:graphic>
      </p:graphicFrame>
      <p:graphicFrame>
        <p:nvGraphicFramePr>
          <p:cNvPr id="7" name="圖表 6">
            <a:extLst>
              <a:ext uri="{FF2B5EF4-FFF2-40B4-BE49-F238E27FC236}">
                <a16:creationId xmlns:a16="http://schemas.microsoft.com/office/drawing/2014/main" id="{E6416750-4035-6908-DA5A-6C7EBC3AA6AB}"/>
              </a:ext>
            </a:extLst>
          </p:cNvPr>
          <p:cNvGraphicFramePr/>
          <p:nvPr>
            <p:extLst>
              <p:ext uri="{D42A27DB-BD31-4B8C-83A1-F6EECF244321}">
                <p14:modId xmlns:p14="http://schemas.microsoft.com/office/powerpoint/2010/main" val="890860662"/>
              </p:ext>
            </p:extLst>
          </p:nvPr>
        </p:nvGraphicFramePr>
        <p:xfrm>
          <a:off x="996874" y="1278587"/>
          <a:ext cx="6103171" cy="3598185"/>
        </p:xfrm>
        <a:graphic>
          <a:graphicData uri="http://schemas.openxmlformats.org/drawingml/2006/chart">
            <c:chart xmlns:c="http://schemas.openxmlformats.org/drawingml/2006/chart" xmlns:r="http://schemas.openxmlformats.org/officeDocument/2006/relationships" r:id="rId3"/>
          </a:graphicData>
        </a:graphic>
      </p:graphicFrame>
      <p:sp>
        <p:nvSpPr>
          <p:cNvPr id="8" name="文字方塊 7">
            <a:extLst>
              <a:ext uri="{FF2B5EF4-FFF2-40B4-BE49-F238E27FC236}">
                <a16:creationId xmlns:a16="http://schemas.microsoft.com/office/drawing/2014/main" id="{A01EDCB4-0FE6-A9BA-52E7-E5AFEFA0DCAD}"/>
              </a:ext>
            </a:extLst>
          </p:cNvPr>
          <p:cNvSpPr txBox="1"/>
          <p:nvPr/>
        </p:nvSpPr>
        <p:spPr>
          <a:xfrm>
            <a:off x="7100045" y="3345628"/>
            <a:ext cx="5136406" cy="1200329"/>
          </a:xfrm>
          <a:prstGeom prst="rect">
            <a:avLst/>
          </a:prstGeom>
          <a:noFill/>
        </p:spPr>
        <p:txBody>
          <a:bodyPr wrap="none" rtlCol="0">
            <a:spAutoFit/>
          </a:bodyPr>
          <a:lstStyle/>
          <a:p>
            <a:r>
              <a:rPr lang="zh-TW" altLang="en-US" dirty="0"/>
              <a:t>挑戰 </a:t>
            </a:r>
            <a:r>
              <a:rPr lang="en-US" altLang="zh-TW" dirty="0"/>
              <a:t>1</a:t>
            </a:r>
            <a:r>
              <a:rPr lang="zh-TW" altLang="en-US" dirty="0"/>
              <a:t>：整體類別不平衡</a:t>
            </a:r>
            <a:endParaRPr lang="en-US" altLang="zh-TW" dirty="0"/>
          </a:p>
          <a:p>
            <a:r>
              <a:rPr lang="en-US" altLang="zh-TW" dirty="0"/>
              <a:t>	Lose</a:t>
            </a:r>
            <a:r>
              <a:rPr lang="zh-TW" altLang="en-US" dirty="0"/>
              <a:t> 共 </a:t>
            </a:r>
            <a:r>
              <a:rPr lang="en-US" altLang="zh-TW" dirty="0"/>
              <a:t>39,293 </a:t>
            </a:r>
            <a:r>
              <a:rPr lang="zh-TW" altLang="en-US" dirty="0"/>
              <a:t>筆，遠高於 </a:t>
            </a:r>
            <a:r>
              <a:rPr lang="en-US" altLang="zh-TW" dirty="0"/>
              <a:t>Mixed </a:t>
            </a:r>
            <a:r>
              <a:rPr lang="zh-TW" altLang="en-US" dirty="0"/>
              <a:t>和 </a:t>
            </a:r>
            <a:r>
              <a:rPr lang="en-US" altLang="zh-TW" dirty="0"/>
              <a:t>Win</a:t>
            </a:r>
          </a:p>
          <a:p>
            <a:r>
              <a:rPr lang="zh-TW" altLang="en-US" dirty="0"/>
              <a:t>挑戰 </a:t>
            </a:r>
            <a:r>
              <a:rPr lang="en-US" altLang="zh-TW" dirty="0"/>
              <a:t>2</a:t>
            </a:r>
            <a:r>
              <a:rPr lang="zh-TW" altLang="en-US" dirty="0"/>
              <a:t>：案件類型差異明顯</a:t>
            </a:r>
            <a:endParaRPr lang="en-US" altLang="zh-TW" dirty="0"/>
          </a:p>
          <a:p>
            <a:r>
              <a:rPr lang="en-US" altLang="zh-TW" dirty="0"/>
              <a:t>	</a:t>
            </a:r>
            <a:r>
              <a:rPr lang="zh-TW" altLang="en-US" dirty="0"/>
              <a:t>不同案件類型的分布差很多</a:t>
            </a:r>
          </a:p>
        </p:txBody>
      </p:sp>
      <p:graphicFrame>
        <p:nvGraphicFramePr>
          <p:cNvPr id="10" name="資料庫圖表 9">
            <a:extLst>
              <a:ext uri="{FF2B5EF4-FFF2-40B4-BE49-F238E27FC236}">
                <a16:creationId xmlns:a16="http://schemas.microsoft.com/office/drawing/2014/main" id="{0A4C7DAF-C227-BE51-AD9C-422CEF1D32DB}"/>
              </a:ext>
            </a:extLst>
          </p:cNvPr>
          <p:cNvGraphicFramePr/>
          <p:nvPr>
            <p:extLst>
              <p:ext uri="{D42A27DB-BD31-4B8C-83A1-F6EECF244321}">
                <p14:modId xmlns:p14="http://schemas.microsoft.com/office/powerpoint/2010/main" val="2964825585"/>
              </p:ext>
            </p:extLst>
          </p:nvPr>
        </p:nvGraphicFramePr>
        <p:xfrm>
          <a:off x="1455569" y="5939896"/>
          <a:ext cx="9898231" cy="110595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908929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B12C83D-26A8-F23D-A24B-6B9C31FBE09A}"/>
              </a:ext>
            </a:extLst>
          </p:cNvPr>
          <p:cNvSpPr>
            <a:spLocks noGrp="1"/>
          </p:cNvSpPr>
          <p:nvPr>
            <p:ph type="title"/>
          </p:nvPr>
        </p:nvSpPr>
        <p:spPr/>
        <p:txBody>
          <a:bodyPr/>
          <a:lstStyle/>
          <a:p>
            <a:r>
              <a:rPr lang="zh-TW" altLang="en-US" dirty="0"/>
              <a:t>研究設計驗證：特徵與模型</a:t>
            </a:r>
          </a:p>
        </p:txBody>
      </p:sp>
      <p:graphicFrame>
        <p:nvGraphicFramePr>
          <p:cNvPr id="4" name="內容版面配置區 3">
            <a:extLst>
              <a:ext uri="{FF2B5EF4-FFF2-40B4-BE49-F238E27FC236}">
                <a16:creationId xmlns:a16="http://schemas.microsoft.com/office/drawing/2014/main" id="{D83BDFB1-7A84-7673-0E3B-5418BAD66E4B}"/>
              </a:ext>
            </a:extLst>
          </p:cNvPr>
          <p:cNvGraphicFramePr>
            <a:graphicFrameLocks noGrp="1"/>
          </p:cNvGraphicFramePr>
          <p:nvPr>
            <p:ph idx="1"/>
            <p:extLst>
              <p:ext uri="{D42A27DB-BD31-4B8C-83A1-F6EECF244321}">
                <p14:modId xmlns:p14="http://schemas.microsoft.com/office/powerpoint/2010/main" val="795126316"/>
              </p:ext>
            </p:extLst>
          </p:nvPr>
        </p:nvGraphicFramePr>
        <p:xfrm>
          <a:off x="838200" y="1825625"/>
          <a:ext cx="5444266"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文字方塊 5">
            <a:extLst>
              <a:ext uri="{FF2B5EF4-FFF2-40B4-BE49-F238E27FC236}">
                <a16:creationId xmlns:a16="http://schemas.microsoft.com/office/drawing/2014/main" id="{B40FA00B-9B9C-AADC-AE14-BA713034F265}"/>
              </a:ext>
            </a:extLst>
          </p:cNvPr>
          <p:cNvSpPr txBox="1"/>
          <p:nvPr/>
        </p:nvSpPr>
        <p:spPr>
          <a:xfrm>
            <a:off x="5259594" y="2386454"/>
            <a:ext cx="6094206" cy="1477328"/>
          </a:xfrm>
          <a:prstGeom prst="rect">
            <a:avLst/>
          </a:prstGeom>
          <a:noFill/>
        </p:spPr>
        <p:txBody>
          <a:bodyPr wrap="square">
            <a:spAutoFit/>
          </a:bodyPr>
          <a:lstStyle/>
          <a:p>
            <a:r>
              <a:rPr lang="zh-TW" altLang="en-US" dirty="0"/>
              <a:t>明顯裁判結果詞：</a:t>
            </a:r>
            <a:endParaRPr lang="en-US" altLang="zh-TW" dirty="0"/>
          </a:p>
          <a:p>
            <a:r>
              <a:rPr lang="zh-TW" altLang="en-US" dirty="0"/>
              <a:t>駁回、准許、撤銷、有理由、無理由、有罪、無罪</a:t>
            </a:r>
          </a:p>
          <a:p>
            <a:endParaRPr lang="zh-TW" altLang="en-US" dirty="0"/>
          </a:p>
          <a:p>
            <a:r>
              <a:rPr lang="zh-TW" altLang="en-US" dirty="0"/>
              <a:t>停用詞：</a:t>
            </a:r>
            <a:endParaRPr lang="en-US" altLang="zh-TW" dirty="0"/>
          </a:p>
          <a:p>
            <a:r>
              <a:rPr lang="zh-TW" altLang="en-US" dirty="0"/>
              <a:t>。、依據、為何、以為、只有</a:t>
            </a:r>
          </a:p>
        </p:txBody>
      </p:sp>
      <p:graphicFrame>
        <p:nvGraphicFramePr>
          <p:cNvPr id="7" name="資料庫圖表 6">
            <a:extLst>
              <a:ext uri="{FF2B5EF4-FFF2-40B4-BE49-F238E27FC236}">
                <a16:creationId xmlns:a16="http://schemas.microsoft.com/office/drawing/2014/main" id="{A1A5C925-F8B6-2ACA-A1DE-DCA973EB0E9F}"/>
              </a:ext>
            </a:extLst>
          </p:cNvPr>
          <p:cNvGraphicFramePr/>
          <p:nvPr>
            <p:extLst>
              <p:ext uri="{D42A27DB-BD31-4B8C-83A1-F6EECF244321}">
                <p14:modId xmlns:p14="http://schemas.microsoft.com/office/powerpoint/2010/main" val="1853253440"/>
              </p:ext>
            </p:extLst>
          </p:nvPr>
        </p:nvGraphicFramePr>
        <p:xfrm>
          <a:off x="1455569" y="5939896"/>
          <a:ext cx="9898231" cy="1105958"/>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1379810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50997FF-E22E-2F1E-9D95-E9DC136FCF37}"/>
              </a:ext>
            </a:extLst>
          </p:cNvPr>
          <p:cNvSpPr>
            <a:spLocks noGrp="1"/>
          </p:cNvSpPr>
          <p:nvPr>
            <p:ph type="title"/>
          </p:nvPr>
        </p:nvSpPr>
        <p:spPr/>
        <p:txBody>
          <a:bodyPr/>
          <a:lstStyle/>
          <a:p>
            <a:r>
              <a:rPr lang="zh-TW" altLang="en-US" dirty="0"/>
              <a:t>研究設計驗證：特徵與模型</a:t>
            </a:r>
          </a:p>
        </p:txBody>
      </p:sp>
      <p:graphicFrame>
        <p:nvGraphicFramePr>
          <p:cNvPr id="4" name="內容版面配置區 3">
            <a:extLst>
              <a:ext uri="{FF2B5EF4-FFF2-40B4-BE49-F238E27FC236}">
                <a16:creationId xmlns:a16="http://schemas.microsoft.com/office/drawing/2014/main" id="{C1610B2F-32E3-184B-66B6-E4ADBFA0F681}"/>
              </a:ext>
            </a:extLst>
          </p:cNvPr>
          <p:cNvGraphicFramePr>
            <a:graphicFrameLocks noGrp="1"/>
          </p:cNvGraphicFramePr>
          <p:nvPr>
            <p:ph idx="1"/>
            <p:extLst>
              <p:ext uri="{D42A27DB-BD31-4B8C-83A1-F6EECF244321}">
                <p14:modId xmlns:p14="http://schemas.microsoft.com/office/powerpoint/2010/main" val="3362952603"/>
              </p:ext>
            </p:extLst>
          </p:nvPr>
        </p:nvGraphicFramePr>
        <p:xfrm>
          <a:off x="838200" y="2664657"/>
          <a:ext cx="10515600" cy="2286000"/>
        </p:xfrm>
        <a:graphic>
          <a:graphicData uri="http://schemas.openxmlformats.org/drawingml/2006/table">
            <a:tbl>
              <a:tblPr/>
              <a:tblGrid>
                <a:gridCol w="3505200">
                  <a:extLst>
                    <a:ext uri="{9D8B030D-6E8A-4147-A177-3AD203B41FA5}">
                      <a16:colId xmlns:a16="http://schemas.microsoft.com/office/drawing/2014/main" val="686578274"/>
                    </a:ext>
                  </a:extLst>
                </a:gridCol>
                <a:gridCol w="3505200">
                  <a:extLst>
                    <a:ext uri="{9D8B030D-6E8A-4147-A177-3AD203B41FA5}">
                      <a16:colId xmlns:a16="http://schemas.microsoft.com/office/drawing/2014/main" val="3772492388"/>
                    </a:ext>
                  </a:extLst>
                </a:gridCol>
                <a:gridCol w="3505200">
                  <a:extLst>
                    <a:ext uri="{9D8B030D-6E8A-4147-A177-3AD203B41FA5}">
                      <a16:colId xmlns:a16="http://schemas.microsoft.com/office/drawing/2014/main" val="32118584"/>
                    </a:ext>
                  </a:extLst>
                </a:gridCol>
              </a:tblGrid>
              <a:tr h="0">
                <a:tc>
                  <a:txBody>
                    <a:bodyPr/>
                    <a:lstStyle/>
                    <a:p>
                      <a:pPr>
                        <a:buNone/>
                      </a:pPr>
                      <a:r>
                        <a:rPr lang="zh-TW" dirty="0"/>
                        <a:t>特徵表示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計算概念</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在法律文本中的意義</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8617242"/>
                  </a:ext>
                </a:extLst>
              </a:tr>
              <a:tr h="0">
                <a:tc>
                  <a:txBody>
                    <a:bodyPr/>
                    <a:lstStyle/>
                    <a:p>
                      <a:pPr>
                        <a:buNone/>
                      </a:pPr>
                      <a:r>
                        <a:rPr lang="zh-TW" dirty="0"/>
                        <a:t>BoW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dirty="0"/>
                        <a:t>詞是否出現 / 出現次數</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保留特定法律用語是否出現在判決中</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27876819"/>
                  </a:ext>
                </a:extLst>
              </a:tr>
              <a:tr h="0">
                <a:tc>
                  <a:txBody>
                    <a:bodyPr/>
                    <a:lstStyle/>
                    <a:p>
                      <a:pPr>
                        <a:buNone/>
                      </a:pPr>
                      <a:r>
                        <a:rPr lang="zh-TW"/>
                        <a:t>TF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詞在單篇判決中的出現頻率</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反映某些爭點或法律概念在個案中被反覆討論的程度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0707942"/>
                  </a:ext>
                </a:extLst>
              </a:tr>
              <a:tr h="0">
                <a:tc>
                  <a:txBody>
                    <a:bodyPr/>
                    <a:lstStyle/>
                    <a:p>
                      <a:pPr>
                        <a:buNone/>
                      </a:pPr>
                      <a:r>
                        <a:rPr lang="zh-TW"/>
                        <a:t>TF-IDF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同時考量單篇詞頻與整體稀有程度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dirty="0"/>
                        <a:t>強化較具區辨力的專門詞彙，降低一般高頻詞影響</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40564072"/>
                  </a:ext>
                </a:extLst>
              </a:tr>
            </a:tbl>
          </a:graphicData>
        </a:graphic>
      </p:graphicFrame>
      <p:sp>
        <p:nvSpPr>
          <p:cNvPr id="9" name="文字方塊 8">
            <a:extLst>
              <a:ext uri="{FF2B5EF4-FFF2-40B4-BE49-F238E27FC236}">
                <a16:creationId xmlns:a16="http://schemas.microsoft.com/office/drawing/2014/main" id="{A5338F5C-3A89-49C1-A60B-D95E1FEEEFAE}"/>
              </a:ext>
            </a:extLst>
          </p:cNvPr>
          <p:cNvSpPr txBox="1"/>
          <p:nvPr/>
        </p:nvSpPr>
        <p:spPr>
          <a:xfrm>
            <a:off x="3048897" y="1854507"/>
            <a:ext cx="6094206" cy="646331"/>
          </a:xfrm>
          <a:prstGeom prst="rect">
            <a:avLst/>
          </a:prstGeom>
          <a:noFill/>
        </p:spPr>
        <p:txBody>
          <a:bodyPr wrap="square">
            <a:spAutoFit/>
          </a:bodyPr>
          <a:lstStyle/>
          <a:p>
            <a:r>
              <a:rPr lang="zh-TW" altLang="en-US" dirty="0"/>
              <a:t>同一份斷詞後文本，轉換為三種文字特徵表示，再分別進入模型比較。</a:t>
            </a:r>
          </a:p>
        </p:txBody>
      </p:sp>
      <p:graphicFrame>
        <p:nvGraphicFramePr>
          <p:cNvPr id="13" name="資料庫圖表 12">
            <a:extLst>
              <a:ext uri="{FF2B5EF4-FFF2-40B4-BE49-F238E27FC236}">
                <a16:creationId xmlns:a16="http://schemas.microsoft.com/office/drawing/2014/main" id="{CF0598B8-EB1B-BCF2-7F94-E52BE1797C4A}"/>
              </a:ext>
            </a:extLst>
          </p:cNvPr>
          <p:cNvGraphicFramePr/>
          <p:nvPr>
            <p:extLst>
              <p:ext uri="{D42A27DB-BD31-4B8C-83A1-F6EECF244321}">
                <p14:modId xmlns:p14="http://schemas.microsoft.com/office/powerpoint/2010/main" val="111235096"/>
              </p:ext>
            </p:extLst>
          </p:nvPr>
        </p:nvGraphicFramePr>
        <p:xfrm>
          <a:off x="1455569" y="5939896"/>
          <a:ext cx="9898231" cy="110595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110474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FAE2785-E2FA-736F-545B-C2DA48EF31C5}"/>
              </a:ext>
            </a:extLst>
          </p:cNvPr>
          <p:cNvSpPr>
            <a:spLocks noGrp="1"/>
          </p:cNvSpPr>
          <p:nvPr>
            <p:ph type="title"/>
          </p:nvPr>
        </p:nvSpPr>
        <p:spPr/>
        <p:txBody>
          <a:bodyPr/>
          <a:lstStyle/>
          <a:p>
            <a:r>
              <a:rPr lang="zh-TW" altLang="en-US" dirty="0"/>
              <a:t>研究設計驗證：特徵與模型</a:t>
            </a:r>
          </a:p>
        </p:txBody>
      </p:sp>
      <p:graphicFrame>
        <p:nvGraphicFramePr>
          <p:cNvPr id="9" name="內容版面配置區 8">
            <a:extLst>
              <a:ext uri="{FF2B5EF4-FFF2-40B4-BE49-F238E27FC236}">
                <a16:creationId xmlns:a16="http://schemas.microsoft.com/office/drawing/2014/main" id="{72656477-697B-8D95-DC59-333F449D31A8}"/>
              </a:ext>
            </a:extLst>
          </p:cNvPr>
          <p:cNvGraphicFramePr>
            <a:graphicFrameLocks noGrp="1"/>
          </p:cNvGraphicFramePr>
          <p:nvPr>
            <p:ph idx="1"/>
            <p:extLst>
              <p:ext uri="{D42A27DB-BD31-4B8C-83A1-F6EECF244321}">
                <p14:modId xmlns:p14="http://schemas.microsoft.com/office/powerpoint/2010/main" val="891966563"/>
              </p:ext>
            </p:extLst>
          </p:nvPr>
        </p:nvGraphicFramePr>
        <p:xfrm>
          <a:off x="382793" y="2212593"/>
          <a:ext cx="4239408" cy="2560320"/>
        </p:xfrm>
        <a:graphic>
          <a:graphicData uri="http://schemas.openxmlformats.org/drawingml/2006/table">
            <a:tbl>
              <a:tblPr bandRow="1">
                <a:tableStyleId>{5C22544A-7EE6-4342-B048-85BDC9FD1C3A}</a:tableStyleId>
              </a:tblPr>
              <a:tblGrid>
                <a:gridCol w="706568">
                  <a:extLst>
                    <a:ext uri="{9D8B030D-6E8A-4147-A177-3AD203B41FA5}">
                      <a16:colId xmlns:a16="http://schemas.microsoft.com/office/drawing/2014/main" val="1814354112"/>
                    </a:ext>
                  </a:extLst>
                </a:gridCol>
                <a:gridCol w="706568">
                  <a:extLst>
                    <a:ext uri="{9D8B030D-6E8A-4147-A177-3AD203B41FA5}">
                      <a16:colId xmlns:a16="http://schemas.microsoft.com/office/drawing/2014/main" val="2727070471"/>
                    </a:ext>
                  </a:extLst>
                </a:gridCol>
                <a:gridCol w="706568">
                  <a:extLst>
                    <a:ext uri="{9D8B030D-6E8A-4147-A177-3AD203B41FA5}">
                      <a16:colId xmlns:a16="http://schemas.microsoft.com/office/drawing/2014/main" val="3710288926"/>
                    </a:ext>
                  </a:extLst>
                </a:gridCol>
                <a:gridCol w="706568">
                  <a:extLst>
                    <a:ext uri="{9D8B030D-6E8A-4147-A177-3AD203B41FA5}">
                      <a16:colId xmlns:a16="http://schemas.microsoft.com/office/drawing/2014/main" val="2426439490"/>
                    </a:ext>
                  </a:extLst>
                </a:gridCol>
                <a:gridCol w="706568">
                  <a:extLst>
                    <a:ext uri="{9D8B030D-6E8A-4147-A177-3AD203B41FA5}">
                      <a16:colId xmlns:a16="http://schemas.microsoft.com/office/drawing/2014/main" val="2702243622"/>
                    </a:ext>
                  </a:extLst>
                </a:gridCol>
                <a:gridCol w="706568">
                  <a:extLst>
                    <a:ext uri="{9D8B030D-6E8A-4147-A177-3AD203B41FA5}">
                      <a16:colId xmlns:a16="http://schemas.microsoft.com/office/drawing/2014/main" val="3188016138"/>
                    </a:ext>
                  </a:extLst>
                </a:gridCol>
              </a:tblGrid>
              <a:tr h="605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zh-TW" sz="1800" b="0" kern="1200" dirty="0">
                        <a:solidFill>
                          <a:schemeClr val="tx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sz="1800" b="0" kern="1200" dirty="0">
                          <a:solidFill>
                            <a:schemeClr val="tx1"/>
                          </a:solidFill>
                          <a:latin typeface="+mn-lt"/>
                          <a:ea typeface="+mn-ea"/>
                          <a:cs typeface="+mn-cs"/>
                        </a:rPr>
                        <a:t>專利範圍</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sz="1800" b="0" kern="1200" dirty="0">
                          <a:solidFill>
                            <a:schemeClr val="tx1"/>
                          </a:solidFill>
                          <a:latin typeface="+mn-lt"/>
                          <a:ea typeface="+mn-ea"/>
                          <a:cs typeface="+mn-cs"/>
                        </a:rPr>
                        <a:t>混淆誤認</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sz="1800" b="0" kern="1200" dirty="0">
                          <a:solidFill>
                            <a:schemeClr val="tx1"/>
                          </a:solidFill>
                          <a:latin typeface="+mn-lt"/>
                          <a:ea typeface="+mn-ea"/>
                          <a:cs typeface="+mn-cs"/>
                        </a:rPr>
                        <a:t>技術特徵</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sz="1800" b="0" kern="1200" dirty="0">
                          <a:solidFill>
                            <a:schemeClr val="tx1"/>
                          </a:solidFill>
                          <a:latin typeface="+mn-lt"/>
                          <a:ea typeface="+mn-ea"/>
                          <a:cs typeface="+mn-cs"/>
                        </a:rPr>
                        <a:t>重製</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zh-TW" sz="1800" b="0" kern="1200" dirty="0">
                        <a:solidFill>
                          <a:schemeClr val="tx1"/>
                        </a:solidFill>
                        <a:latin typeface="+mn-lt"/>
                        <a:ea typeface="+mn-ea"/>
                        <a:cs typeface="+mn-cs"/>
                      </a:endParaRPr>
                    </a:p>
                  </a:txBody>
                  <a:tcPr/>
                </a:tc>
                <a:extLst>
                  <a:ext uri="{0D108BD9-81ED-4DB2-BD59-A6C34878D82A}">
                    <a16:rowId xmlns:a16="http://schemas.microsoft.com/office/drawing/2014/main" val="568112218"/>
                  </a:ext>
                </a:extLst>
              </a:tr>
              <a:tr h="605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sz="1800" b="0" kern="1200" dirty="0">
                          <a:solidFill>
                            <a:schemeClr val="tx1"/>
                          </a:solidFill>
                          <a:latin typeface="+mn-lt"/>
                          <a:ea typeface="+mn-ea"/>
                          <a:cs typeface="+mn-cs"/>
                        </a:rPr>
                        <a:t>判決 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b="0" kern="1200" dirty="0">
                          <a:solidFill>
                            <a:schemeClr val="tx1"/>
                          </a:solidFill>
                          <a:latin typeface="+mn-lt"/>
                          <a:ea typeface="+mn-ea"/>
                          <a:cs typeface="+mn-cs"/>
                        </a:rPr>
                        <a:t>0</a:t>
                      </a:r>
                      <a:endParaRPr lang="zh-TW" altLang="zh-TW" sz="1800" b="0" kern="1200" dirty="0">
                        <a:solidFill>
                          <a:schemeClr val="tx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b="0" kern="1200" dirty="0">
                          <a:solidFill>
                            <a:schemeClr val="tx1"/>
                          </a:solidFill>
                          <a:latin typeface="+mn-lt"/>
                          <a:ea typeface="+mn-ea"/>
                          <a:cs typeface="+mn-cs"/>
                        </a:rPr>
                        <a:t>1</a:t>
                      </a:r>
                      <a:endParaRPr lang="zh-TW" altLang="zh-TW" sz="1800" b="0" kern="1200" dirty="0">
                        <a:solidFill>
                          <a:schemeClr val="tx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b="0" kern="1200" dirty="0">
                          <a:solidFill>
                            <a:schemeClr val="tx1"/>
                          </a:solidFill>
                          <a:latin typeface="+mn-lt"/>
                          <a:ea typeface="+mn-ea"/>
                          <a:cs typeface="+mn-cs"/>
                        </a:rPr>
                        <a:t>0</a:t>
                      </a:r>
                      <a:endParaRPr lang="zh-TW" altLang="zh-TW" sz="1800" b="0" kern="1200" dirty="0">
                        <a:solidFill>
                          <a:schemeClr val="tx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b="0" kern="1200" dirty="0">
                          <a:solidFill>
                            <a:schemeClr val="tx1"/>
                          </a:solidFill>
                          <a:latin typeface="+mn-lt"/>
                          <a:ea typeface="+mn-ea"/>
                          <a:cs typeface="+mn-cs"/>
                        </a:rPr>
                        <a:t>2</a:t>
                      </a:r>
                      <a:endParaRPr lang="zh-TW" altLang="zh-TW" sz="1800" b="0" kern="1200" dirty="0">
                        <a:solidFill>
                          <a:schemeClr val="tx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b="0" kern="1200" dirty="0">
                          <a:solidFill>
                            <a:schemeClr val="tx1"/>
                          </a:solidFill>
                          <a:latin typeface="+mn-lt"/>
                          <a:ea typeface="+mn-ea"/>
                          <a:cs typeface="+mn-cs"/>
                        </a:rPr>
                        <a:t>Lose</a:t>
                      </a:r>
                      <a:endParaRPr lang="zh-TW" altLang="zh-TW" sz="1800" b="0" kern="1200" dirty="0">
                        <a:solidFill>
                          <a:schemeClr val="tx1"/>
                        </a:solidFill>
                        <a:latin typeface="+mn-lt"/>
                        <a:ea typeface="+mn-ea"/>
                        <a:cs typeface="+mn-cs"/>
                      </a:endParaRPr>
                    </a:p>
                  </a:txBody>
                  <a:tcPr/>
                </a:tc>
                <a:extLst>
                  <a:ext uri="{0D108BD9-81ED-4DB2-BD59-A6C34878D82A}">
                    <a16:rowId xmlns:a16="http://schemas.microsoft.com/office/drawing/2014/main" val="214324780"/>
                  </a:ext>
                </a:extLst>
              </a:tr>
              <a:tr h="605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sz="1800" b="0" kern="1200" dirty="0">
                          <a:solidFill>
                            <a:schemeClr val="tx1"/>
                          </a:solidFill>
                          <a:latin typeface="+mn-lt"/>
                          <a:ea typeface="+mn-ea"/>
                          <a:cs typeface="+mn-cs"/>
                        </a:rPr>
                        <a:t>判決 2</a:t>
                      </a:r>
                    </a:p>
                  </a:txBody>
                  <a:tcPr/>
                </a:tc>
                <a:tc>
                  <a:txBody>
                    <a:bodyPr/>
                    <a:lstStyle/>
                    <a:p>
                      <a:r>
                        <a:rPr lang="en-US" altLang="zh-TW" b="0" dirty="0">
                          <a:solidFill>
                            <a:schemeClr val="tx1"/>
                          </a:solidFill>
                        </a:rPr>
                        <a:t>0</a:t>
                      </a:r>
                      <a:endParaRPr lang="zh-TW" altLang="en-US" b="0" dirty="0">
                        <a:solidFill>
                          <a:schemeClr val="tx1"/>
                        </a:solidFill>
                      </a:endParaRPr>
                    </a:p>
                  </a:txBody>
                  <a:tcPr/>
                </a:tc>
                <a:tc>
                  <a:txBody>
                    <a:bodyPr/>
                    <a:lstStyle/>
                    <a:p>
                      <a:r>
                        <a:rPr lang="en-US" altLang="zh-TW" b="0" dirty="0">
                          <a:solidFill>
                            <a:schemeClr val="tx1"/>
                          </a:solidFill>
                        </a:rPr>
                        <a:t>3</a:t>
                      </a:r>
                      <a:endParaRPr lang="zh-TW" altLang="en-US" b="0" dirty="0">
                        <a:solidFill>
                          <a:schemeClr val="tx1"/>
                        </a:solidFill>
                      </a:endParaRPr>
                    </a:p>
                  </a:txBody>
                  <a:tcPr/>
                </a:tc>
                <a:tc>
                  <a:txBody>
                    <a:bodyPr/>
                    <a:lstStyle/>
                    <a:p>
                      <a:r>
                        <a:rPr lang="en-US" altLang="zh-TW" b="0" dirty="0">
                          <a:solidFill>
                            <a:schemeClr val="tx1"/>
                          </a:solidFill>
                        </a:rPr>
                        <a:t>0</a:t>
                      </a:r>
                      <a:endParaRPr lang="zh-TW" altLang="en-US" b="0" dirty="0">
                        <a:solidFill>
                          <a:schemeClr val="tx1"/>
                        </a:solidFill>
                      </a:endParaRPr>
                    </a:p>
                  </a:txBody>
                  <a:tcPr/>
                </a:tc>
                <a:tc>
                  <a:txBody>
                    <a:bodyPr/>
                    <a:lstStyle/>
                    <a:p>
                      <a:r>
                        <a:rPr lang="en-US" altLang="zh-TW" b="0" dirty="0">
                          <a:solidFill>
                            <a:schemeClr val="tx1"/>
                          </a:solidFill>
                        </a:rPr>
                        <a:t>1</a:t>
                      </a:r>
                      <a:endParaRPr lang="zh-TW" altLang="en-US" b="0" dirty="0">
                        <a:solidFill>
                          <a:schemeClr val="tx1"/>
                        </a:solidFill>
                      </a:endParaRPr>
                    </a:p>
                  </a:txBody>
                  <a:tcPr/>
                </a:tc>
                <a:tc>
                  <a:txBody>
                    <a:bodyPr/>
                    <a:lstStyle/>
                    <a:p>
                      <a:r>
                        <a:rPr lang="en-US" altLang="zh-TW" b="0" dirty="0">
                          <a:solidFill>
                            <a:schemeClr val="tx1"/>
                          </a:solidFill>
                        </a:rPr>
                        <a:t>Lose</a:t>
                      </a:r>
                      <a:endParaRPr lang="zh-TW" altLang="en-US" b="0" dirty="0">
                        <a:solidFill>
                          <a:schemeClr val="tx1"/>
                        </a:solidFill>
                      </a:endParaRPr>
                    </a:p>
                  </a:txBody>
                  <a:tcPr/>
                </a:tc>
                <a:extLst>
                  <a:ext uri="{0D108BD9-81ED-4DB2-BD59-A6C34878D82A}">
                    <a16:rowId xmlns:a16="http://schemas.microsoft.com/office/drawing/2014/main" val="2514467480"/>
                  </a:ext>
                </a:extLst>
              </a:tr>
              <a:tr h="605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sz="1800" b="0" kern="1200" dirty="0">
                          <a:solidFill>
                            <a:schemeClr val="tx1"/>
                          </a:solidFill>
                          <a:latin typeface="+mn-lt"/>
                          <a:ea typeface="+mn-ea"/>
                          <a:cs typeface="+mn-cs"/>
                        </a:rPr>
                        <a:t>判決 3</a:t>
                      </a:r>
                    </a:p>
                  </a:txBody>
                  <a:tcPr/>
                </a:tc>
                <a:tc>
                  <a:txBody>
                    <a:bodyPr/>
                    <a:lstStyle/>
                    <a:p>
                      <a:r>
                        <a:rPr lang="en-US" altLang="zh-TW" b="0" dirty="0">
                          <a:solidFill>
                            <a:schemeClr val="tx1"/>
                          </a:solidFill>
                        </a:rPr>
                        <a:t>0</a:t>
                      </a:r>
                      <a:endParaRPr lang="zh-TW" altLang="en-US" b="0" dirty="0">
                        <a:solidFill>
                          <a:schemeClr val="tx1"/>
                        </a:solidFill>
                      </a:endParaRPr>
                    </a:p>
                  </a:txBody>
                  <a:tcPr/>
                </a:tc>
                <a:tc>
                  <a:txBody>
                    <a:bodyPr/>
                    <a:lstStyle/>
                    <a:p>
                      <a:r>
                        <a:rPr lang="en-US" altLang="zh-TW" b="0" dirty="0">
                          <a:solidFill>
                            <a:schemeClr val="tx1"/>
                          </a:solidFill>
                        </a:rPr>
                        <a:t>0</a:t>
                      </a:r>
                      <a:endParaRPr lang="zh-TW" altLang="en-US" b="0" dirty="0">
                        <a:solidFill>
                          <a:schemeClr val="tx1"/>
                        </a:solidFill>
                      </a:endParaRPr>
                    </a:p>
                  </a:txBody>
                  <a:tcPr/>
                </a:tc>
                <a:tc>
                  <a:txBody>
                    <a:bodyPr/>
                    <a:lstStyle/>
                    <a:p>
                      <a:r>
                        <a:rPr lang="en-US" altLang="zh-TW" b="0" dirty="0">
                          <a:solidFill>
                            <a:schemeClr val="tx1"/>
                          </a:solidFill>
                        </a:rPr>
                        <a:t>5</a:t>
                      </a:r>
                      <a:endParaRPr lang="zh-TW" altLang="en-US" b="0" dirty="0">
                        <a:solidFill>
                          <a:schemeClr val="tx1"/>
                        </a:solidFill>
                      </a:endParaRPr>
                    </a:p>
                  </a:txBody>
                  <a:tcPr/>
                </a:tc>
                <a:tc>
                  <a:txBody>
                    <a:bodyPr/>
                    <a:lstStyle/>
                    <a:p>
                      <a:r>
                        <a:rPr lang="en-US" altLang="zh-TW" b="0" dirty="0">
                          <a:solidFill>
                            <a:schemeClr val="tx1"/>
                          </a:solidFill>
                        </a:rPr>
                        <a:t>0</a:t>
                      </a:r>
                      <a:endParaRPr lang="zh-TW" altLang="en-US" b="0" dirty="0">
                        <a:solidFill>
                          <a:schemeClr val="tx1"/>
                        </a:solidFill>
                      </a:endParaRPr>
                    </a:p>
                  </a:txBody>
                  <a:tcPr/>
                </a:tc>
                <a:tc>
                  <a:txBody>
                    <a:bodyPr/>
                    <a:lstStyle/>
                    <a:p>
                      <a:r>
                        <a:rPr lang="en-US" altLang="zh-TW" b="0" dirty="0">
                          <a:solidFill>
                            <a:schemeClr val="tx1"/>
                          </a:solidFill>
                        </a:rPr>
                        <a:t>Win</a:t>
                      </a:r>
                      <a:endParaRPr lang="zh-TW" altLang="en-US" b="0" dirty="0">
                        <a:solidFill>
                          <a:schemeClr val="tx1"/>
                        </a:solidFill>
                      </a:endParaRPr>
                    </a:p>
                  </a:txBody>
                  <a:tcPr/>
                </a:tc>
                <a:extLst>
                  <a:ext uri="{0D108BD9-81ED-4DB2-BD59-A6C34878D82A}">
                    <a16:rowId xmlns:a16="http://schemas.microsoft.com/office/drawing/2014/main" val="3068005716"/>
                  </a:ext>
                </a:extLst>
              </a:tr>
            </a:tbl>
          </a:graphicData>
        </a:graphic>
      </p:graphicFrame>
      <p:graphicFrame>
        <p:nvGraphicFramePr>
          <p:cNvPr id="5" name="資料庫圖表 4">
            <a:extLst>
              <a:ext uri="{FF2B5EF4-FFF2-40B4-BE49-F238E27FC236}">
                <a16:creationId xmlns:a16="http://schemas.microsoft.com/office/drawing/2014/main" id="{53C6B1BA-9BD8-5CA6-AC79-315495546ED9}"/>
              </a:ext>
            </a:extLst>
          </p:cNvPr>
          <p:cNvGraphicFramePr/>
          <p:nvPr>
            <p:extLst>
              <p:ext uri="{D42A27DB-BD31-4B8C-83A1-F6EECF244321}">
                <p14:modId xmlns:p14="http://schemas.microsoft.com/office/powerpoint/2010/main" val="111235096"/>
              </p:ext>
            </p:extLst>
          </p:nvPr>
        </p:nvGraphicFramePr>
        <p:xfrm>
          <a:off x="1455569" y="5939896"/>
          <a:ext cx="9898231" cy="110595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 name="文字方塊 10">
            <a:extLst>
              <a:ext uri="{FF2B5EF4-FFF2-40B4-BE49-F238E27FC236}">
                <a16:creationId xmlns:a16="http://schemas.microsoft.com/office/drawing/2014/main" id="{32940EF9-B114-2C70-57F7-14E991277D6E}"/>
              </a:ext>
            </a:extLst>
          </p:cNvPr>
          <p:cNvSpPr txBox="1"/>
          <p:nvPr/>
        </p:nvSpPr>
        <p:spPr>
          <a:xfrm>
            <a:off x="4622201" y="2187590"/>
            <a:ext cx="3611879" cy="2585323"/>
          </a:xfrm>
          <a:prstGeom prst="rect">
            <a:avLst/>
          </a:prstGeom>
          <a:noFill/>
        </p:spPr>
        <p:txBody>
          <a:bodyPr wrap="square">
            <a:spAutoFit/>
          </a:bodyPr>
          <a:lstStyle/>
          <a:p>
            <a:r>
              <a:rPr lang="zh-TW" altLang="en-US" dirty="0"/>
              <a:t>詞 A：三類都常見 → 關聯低</a:t>
            </a:r>
          </a:p>
          <a:p>
            <a:r>
              <a:rPr lang="zh-TW" altLang="en-US" dirty="0"/>
              <a:t>Lose  █████</a:t>
            </a:r>
          </a:p>
          <a:p>
            <a:r>
              <a:rPr lang="zh-TW" altLang="en-US" dirty="0"/>
              <a:t>Mixed ████</a:t>
            </a:r>
          </a:p>
          <a:p>
            <a:r>
              <a:rPr lang="zh-TW" altLang="en-US" dirty="0"/>
              <a:t>Win   █████</a:t>
            </a:r>
          </a:p>
          <a:p>
            <a:endParaRPr lang="zh-TW" altLang="en-US" dirty="0"/>
          </a:p>
          <a:p>
            <a:r>
              <a:rPr lang="zh-TW" altLang="en-US" dirty="0"/>
              <a:t>詞 B：某一類明顯較常見 → 關聯高</a:t>
            </a:r>
          </a:p>
          <a:p>
            <a:r>
              <a:rPr lang="zh-TW" altLang="en-US" dirty="0"/>
              <a:t>Lose  █████████</a:t>
            </a:r>
          </a:p>
          <a:p>
            <a:r>
              <a:rPr lang="zh-TW" altLang="en-US" dirty="0"/>
              <a:t>Mixed ██</a:t>
            </a:r>
          </a:p>
          <a:p>
            <a:r>
              <a:rPr lang="zh-TW" altLang="en-US" dirty="0"/>
              <a:t>Win   █</a:t>
            </a:r>
          </a:p>
        </p:txBody>
      </p:sp>
      <p:sp>
        <p:nvSpPr>
          <p:cNvPr id="13" name="文字方塊 12">
            <a:extLst>
              <a:ext uri="{FF2B5EF4-FFF2-40B4-BE49-F238E27FC236}">
                <a16:creationId xmlns:a16="http://schemas.microsoft.com/office/drawing/2014/main" id="{A3A7B59B-BAE7-F15A-FB54-AF0594BC6F4A}"/>
              </a:ext>
            </a:extLst>
          </p:cNvPr>
          <p:cNvSpPr txBox="1"/>
          <p:nvPr/>
        </p:nvSpPr>
        <p:spPr>
          <a:xfrm>
            <a:off x="8234080" y="2136338"/>
            <a:ext cx="2652659" cy="2585323"/>
          </a:xfrm>
          <a:prstGeom prst="rect">
            <a:avLst/>
          </a:prstGeom>
          <a:noFill/>
        </p:spPr>
        <p:txBody>
          <a:bodyPr wrap="square">
            <a:spAutoFit/>
          </a:bodyPr>
          <a:lstStyle/>
          <a:p>
            <a:r>
              <a:rPr lang="zh-TW" altLang="en-US" dirty="0"/>
              <a:t>依 Chi-square 分數排序</a:t>
            </a:r>
          </a:p>
          <a:p>
            <a:endParaRPr lang="zh-TW" altLang="en-US" dirty="0"/>
          </a:p>
          <a:p>
            <a:r>
              <a:rPr lang="zh-TW" altLang="en-US" dirty="0"/>
              <a:t>1. 詞 B    高</a:t>
            </a:r>
          </a:p>
          <a:p>
            <a:r>
              <a:rPr lang="zh-TW" altLang="en-US" dirty="0"/>
              <a:t>2. 詞 C    高</a:t>
            </a:r>
          </a:p>
          <a:p>
            <a:r>
              <a:rPr lang="zh-TW" altLang="en-US" dirty="0"/>
              <a:t>3. 詞 D    中高</a:t>
            </a:r>
          </a:p>
          <a:p>
            <a:r>
              <a:rPr lang="zh-TW" altLang="en-US" dirty="0"/>
              <a:t>...</a:t>
            </a:r>
          </a:p>
          <a:p>
            <a:r>
              <a:rPr lang="zh-TW" altLang="en-US" dirty="0"/>
              <a:t>K. 詞 K</a:t>
            </a:r>
          </a:p>
          <a:p>
            <a:endParaRPr lang="zh-TW" altLang="en-US" dirty="0"/>
          </a:p>
          <a:p>
            <a:r>
              <a:rPr lang="zh-TW" altLang="en-US" dirty="0"/>
              <a:t>保留前 K 個詞彙特徵</a:t>
            </a:r>
          </a:p>
        </p:txBody>
      </p:sp>
      <p:sp>
        <p:nvSpPr>
          <p:cNvPr id="15" name="文字方塊 14">
            <a:extLst>
              <a:ext uri="{FF2B5EF4-FFF2-40B4-BE49-F238E27FC236}">
                <a16:creationId xmlns:a16="http://schemas.microsoft.com/office/drawing/2014/main" id="{327E938D-D96B-D183-D2C6-7739319E4970}"/>
              </a:ext>
            </a:extLst>
          </p:cNvPr>
          <p:cNvSpPr txBox="1"/>
          <p:nvPr/>
        </p:nvSpPr>
        <p:spPr>
          <a:xfrm>
            <a:off x="2502497" y="5167311"/>
            <a:ext cx="6094206" cy="646331"/>
          </a:xfrm>
          <a:prstGeom prst="rect">
            <a:avLst/>
          </a:prstGeom>
          <a:noFill/>
        </p:spPr>
        <p:txBody>
          <a:bodyPr wrap="square">
            <a:spAutoFit/>
          </a:bodyPr>
          <a:lstStyle/>
          <a:p>
            <a:r>
              <a:rPr lang="zh-TW" altLang="en-US" dirty="0"/>
              <a:t>Chi-square 不負責分類，而是先縮小詞彙空間，讓後續模型聚焦於較可能區分裁判結果的文字訊號。</a:t>
            </a:r>
          </a:p>
        </p:txBody>
      </p:sp>
    </p:spTree>
    <p:extLst>
      <p:ext uri="{BB962C8B-B14F-4D97-AF65-F5344CB8AC3E}">
        <p14:creationId xmlns:p14="http://schemas.microsoft.com/office/powerpoint/2010/main" val="1921898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FED78CE-62F6-A271-E016-E64EA14B9FB3}"/>
              </a:ext>
            </a:extLst>
          </p:cNvPr>
          <p:cNvSpPr>
            <a:spLocks noGrp="1"/>
          </p:cNvSpPr>
          <p:nvPr>
            <p:ph type="title"/>
          </p:nvPr>
        </p:nvSpPr>
        <p:spPr/>
        <p:txBody>
          <a:bodyPr/>
          <a:lstStyle/>
          <a:p>
            <a:r>
              <a:rPr lang="zh-TW" altLang="en-US" dirty="0"/>
              <a:t>研究設計驗證：特徵與模型</a:t>
            </a:r>
          </a:p>
        </p:txBody>
      </p:sp>
      <p:graphicFrame>
        <p:nvGraphicFramePr>
          <p:cNvPr id="5" name="資料庫圖表 4">
            <a:extLst>
              <a:ext uri="{FF2B5EF4-FFF2-40B4-BE49-F238E27FC236}">
                <a16:creationId xmlns:a16="http://schemas.microsoft.com/office/drawing/2014/main" id="{577ECCC2-E3F9-8FBF-C283-C555EBAB7CB7}"/>
              </a:ext>
            </a:extLst>
          </p:cNvPr>
          <p:cNvGraphicFramePr/>
          <p:nvPr>
            <p:extLst>
              <p:ext uri="{D42A27DB-BD31-4B8C-83A1-F6EECF244321}">
                <p14:modId xmlns:p14="http://schemas.microsoft.com/office/powerpoint/2010/main" val="111235096"/>
              </p:ext>
            </p:extLst>
          </p:nvPr>
        </p:nvGraphicFramePr>
        <p:xfrm>
          <a:off x="1455569" y="5939896"/>
          <a:ext cx="9898231" cy="110595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4" name="矩形: 圓角 13">
            <a:extLst>
              <a:ext uri="{FF2B5EF4-FFF2-40B4-BE49-F238E27FC236}">
                <a16:creationId xmlns:a16="http://schemas.microsoft.com/office/drawing/2014/main" id="{92C8DC51-1159-DB8C-F942-EB18FA12F309}"/>
              </a:ext>
            </a:extLst>
          </p:cNvPr>
          <p:cNvSpPr/>
          <p:nvPr/>
        </p:nvSpPr>
        <p:spPr>
          <a:xfrm>
            <a:off x="2918609" y="1361847"/>
            <a:ext cx="1871831" cy="76379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zh-TW" dirty="0"/>
              <a:t>BoW / TF / TF-IDF</a:t>
            </a:r>
          </a:p>
        </p:txBody>
      </p:sp>
      <p:sp>
        <p:nvSpPr>
          <p:cNvPr id="16" name="矩形: 圓角 15">
            <a:extLst>
              <a:ext uri="{FF2B5EF4-FFF2-40B4-BE49-F238E27FC236}">
                <a16:creationId xmlns:a16="http://schemas.microsoft.com/office/drawing/2014/main" id="{F1FEB387-9ECC-7549-42AC-7BDDBE1B6686}"/>
              </a:ext>
            </a:extLst>
          </p:cNvPr>
          <p:cNvSpPr/>
          <p:nvPr/>
        </p:nvSpPr>
        <p:spPr>
          <a:xfrm>
            <a:off x="3566157" y="2459691"/>
            <a:ext cx="1871831" cy="76379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zh-TW" dirty="0"/>
              <a:t>Chi-square 特徵選擇</a:t>
            </a:r>
          </a:p>
        </p:txBody>
      </p:sp>
      <p:sp>
        <p:nvSpPr>
          <p:cNvPr id="18" name="矩形: 圓角 17">
            <a:extLst>
              <a:ext uri="{FF2B5EF4-FFF2-40B4-BE49-F238E27FC236}">
                <a16:creationId xmlns:a16="http://schemas.microsoft.com/office/drawing/2014/main" id="{6F4C30D6-2923-E2F8-6454-6AE5777AA847}"/>
              </a:ext>
            </a:extLst>
          </p:cNvPr>
          <p:cNvSpPr/>
          <p:nvPr/>
        </p:nvSpPr>
        <p:spPr>
          <a:xfrm>
            <a:off x="6217919" y="3359707"/>
            <a:ext cx="1871831" cy="76379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zh-TW" dirty="0"/>
              <a:t>MNIR 監督式特徵轉換</a:t>
            </a:r>
          </a:p>
        </p:txBody>
      </p:sp>
      <p:sp>
        <p:nvSpPr>
          <p:cNvPr id="20" name="矩形: 圓角 19">
            <a:extLst>
              <a:ext uri="{FF2B5EF4-FFF2-40B4-BE49-F238E27FC236}">
                <a16:creationId xmlns:a16="http://schemas.microsoft.com/office/drawing/2014/main" id="{3030C439-5FA2-EC50-5F2E-B6EC7AF256AE}"/>
              </a:ext>
            </a:extLst>
          </p:cNvPr>
          <p:cNvSpPr/>
          <p:nvPr/>
        </p:nvSpPr>
        <p:spPr>
          <a:xfrm>
            <a:off x="3940285" y="4267906"/>
            <a:ext cx="1871831" cy="76379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zh-TW" dirty="0"/>
              <a:t>SVM 分類</a:t>
            </a:r>
          </a:p>
        </p:txBody>
      </p:sp>
      <p:sp>
        <p:nvSpPr>
          <p:cNvPr id="22" name="矩形: 圓角 21">
            <a:extLst>
              <a:ext uri="{FF2B5EF4-FFF2-40B4-BE49-F238E27FC236}">
                <a16:creationId xmlns:a16="http://schemas.microsoft.com/office/drawing/2014/main" id="{A704D25E-F36B-B3C1-C312-CAFD47DF727F}"/>
              </a:ext>
            </a:extLst>
          </p:cNvPr>
          <p:cNvSpPr/>
          <p:nvPr/>
        </p:nvSpPr>
        <p:spPr>
          <a:xfrm>
            <a:off x="5841701" y="5310455"/>
            <a:ext cx="1871831" cy="76379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zh-TW" dirty="0"/>
              <a:t>Lose / Mixed / Win</a:t>
            </a:r>
          </a:p>
        </p:txBody>
      </p:sp>
      <p:cxnSp>
        <p:nvCxnSpPr>
          <p:cNvPr id="24" name="直線單箭頭接點 23">
            <a:extLst>
              <a:ext uri="{FF2B5EF4-FFF2-40B4-BE49-F238E27FC236}">
                <a16:creationId xmlns:a16="http://schemas.microsoft.com/office/drawing/2014/main" id="{3E39D908-410F-06FA-19C0-32DC05F84A19}"/>
              </a:ext>
            </a:extLst>
          </p:cNvPr>
          <p:cNvCxnSpPr>
            <a:stCxn id="14" idx="2"/>
            <a:endCxn id="16" idx="0"/>
          </p:cNvCxnSpPr>
          <p:nvPr/>
        </p:nvCxnSpPr>
        <p:spPr>
          <a:xfrm>
            <a:off x="3854525" y="2125638"/>
            <a:ext cx="647548" cy="33405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 name="直線單箭頭接點 25">
            <a:extLst>
              <a:ext uri="{FF2B5EF4-FFF2-40B4-BE49-F238E27FC236}">
                <a16:creationId xmlns:a16="http://schemas.microsoft.com/office/drawing/2014/main" id="{79675EB3-1550-46D2-9534-49D18B2BA2EB}"/>
              </a:ext>
            </a:extLst>
          </p:cNvPr>
          <p:cNvCxnSpPr>
            <a:stCxn id="16" idx="2"/>
            <a:endCxn id="20" idx="0"/>
          </p:cNvCxnSpPr>
          <p:nvPr/>
        </p:nvCxnSpPr>
        <p:spPr>
          <a:xfrm>
            <a:off x="4502073" y="3223482"/>
            <a:ext cx="374128" cy="104442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 name="直線單箭頭接點 27">
            <a:extLst>
              <a:ext uri="{FF2B5EF4-FFF2-40B4-BE49-F238E27FC236}">
                <a16:creationId xmlns:a16="http://schemas.microsoft.com/office/drawing/2014/main" id="{3CE2B643-1FA1-D65E-10A1-A079779F36DD}"/>
              </a:ext>
            </a:extLst>
          </p:cNvPr>
          <p:cNvCxnSpPr>
            <a:cxnSpLocks/>
            <a:stCxn id="16" idx="2"/>
            <a:endCxn id="18" idx="1"/>
          </p:cNvCxnSpPr>
          <p:nvPr/>
        </p:nvCxnSpPr>
        <p:spPr>
          <a:xfrm>
            <a:off x="4502073" y="3223482"/>
            <a:ext cx="1715846" cy="51812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直線單箭頭接點 28">
            <a:extLst>
              <a:ext uri="{FF2B5EF4-FFF2-40B4-BE49-F238E27FC236}">
                <a16:creationId xmlns:a16="http://schemas.microsoft.com/office/drawing/2014/main" id="{14253AB6-6AB7-C6D8-0BF0-63E07145D117}"/>
              </a:ext>
            </a:extLst>
          </p:cNvPr>
          <p:cNvCxnSpPr>
            <a:cxnSpLocks/>
            <a:stCxn id="18" idx="1"/>
            <a:endCxn id="20" idx="0"/>
          </p:cNvCxnSpPr>
          <p:nvPr/>
        </p:nvCxnSpPr>
        <p:spPr>
          <a:xfrm flipH="1">
            <a:off x="4876201" y="3741603"/>
            <a:ext cx="1341718" cy="52630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4" name="直線單箭頭接點 33">
            <a:extLst>
              <a:ext uri="{FF2B5EF4-FFF2-40B4-BE49-F238E27FC236}">
                <a16:creationId xmlns:a16="http://schemas.microsoft.com/office/drawing/2014/main" id="{D50A03FB-1486-4029-B007-BFACE2313C3E}"/>
              </a:ext>
            </a:extLst>
          </p:cNvPr>
          <p:cNvCxnSpPr>
            <a:cxnSpLocks/>
            <a:stCxn id="20" idx="2"/>
            <a:endCxn id="22" idx="0"/>
          </p:cNvCxnSpPr>
          <p:nvPr/>
        </p:nvCxnSpPr>
        <p:spPr>
          <a:xfrm>
            <a:off x="4876201" y="5031697"/>
            <a:ext cx="1901416" cy="27875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667308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D69F57-46E5-D63C-BED3-54DE5ACE0932}"/>
              </a:ext>
            </a:extLst>
          </p:cNvPr>
          <p:cNvSpPr>
            <a:spLocks noGrp="1"/>
          </p:cNvSpPr>
          <p:nvPr>
            <p:ph type="title"/>
          </p:nvPr>
        </p:nvSpPr>
        <p:spPr/>
        <p:txBody>
          <a:bodyPr/>
          <a:lstStyle/>
          <a:p>
            <a:r>
              <a:rPr lang="zh-TW" altLang="en-US" dirty="0"/>
              <a:t>研究設計驗證：特徵與模型</a:t>
            </a:r>
          </a:p>
        </p:txBody>
      </p:sp>
      <p:graphicFrame>
        <p:nvGraphicFramePr>
          <p:cNvPr id="5" name="資料庫圖表 4">
            <a:extLst>
              <a:ext uri="{FF2B5EF4-FFF2-40B4-BE49-F238E27FC236}">
                <a16:creationId xmlns:a16="http://schemas.microsoft.com/office/drawing/2014/main" id="{657F304D-0004-6685-27AD-8469D1E648AB}"/>
              </a:ext>
            </a:extLst>
          </p:cNvPr>
          <p:cNvGraphicFramePr/>
          <p:nvPr>
            <p:extLst>
              <p:ext uri="{D42A27DB-BD31-4B8C-83A1-F6EECF244321}">
                <p14:modId xmlns:p14="http://schemas.microsoft.com/office/powerpoint/2010/main" val="111235096"/>
              </p:ext>
            </p:extLst>
          </p:nvPr>
        </p:nvGraphicFramePr>
        <p:xfrm>
          <a:off x="1455569" y="5939896"/>
          <a:ext cx="9898231" cy="110595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AlternateContent xmlns:mc="http://schemas.openxmlformats.org/markup-compatibility/2006" xmlns:a14="http://schemas.microsoft.com/office/drawing/2010/main">
        <mc:Choice Requires="a14">
          <p:sp>
            <p:nvSpPr>
              <p:cNvPr id="32" name="文字方塊 31">
                <a:extLst>
                  <a:ext uri="{FF2B5EF4-FFF2-40B4-BE49-F238E27FC236}">
                    <a16:creationId xmlns:a16="http://schemas.microsoft.com/office/drawing/2014/main" id="{068A4C77-ADCD-618B-2AB1-3DBC1C9D5905}"/>
                  </a:ext>
                </a:extLst>
              </p:cNvPr>
              <p:cNvSpPr txBox="1"/>
              <p:nvPr/>
            </p:nvSpPr>
            <p:spPr>
              <a:xfrm>
                <a:off x="432995" y="2540821"/>
                <a:ext cx="6094206" cy="125252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zh-TW" altLang="en-US" i="1">
                              <a:latin typeface="Cambria Math" panose="02040503050406030204" pitchFamily="18" charset="0"/>
                            </a:rPr>
                          </m:ctrlPr>
                        </m:dPr>
                        <m:e>
                          <m:m>
                            <m:mPr>
                              <m:plcHide m:val="on"/>
                              <m:mcs>
                                <m:mc>
                                  <m:mcPr>
                                    <m:count m:val="4"/>
                                    <m:mcJc m:val="center"/>
                                  </m:mcPr>
                                </m:mc>
                              </m:mcs>
                              <m:ctrlPr>
                                <a:rPr lang="zh-TW" altLang="en-US" i="1">
                                  <a:latin typeface="Cambria Math" panose="02040503050406030204" pitchFamily="18" charset="0"/>
                                </a:rPr>
                              </m:ctrlPr>
                            </m:mPr>
                            <m:mr>
                              <m:e>
                                <m:acc>
                                  <m:accPr>
                                    <m:chr m:val="̂"/>
                                    <m:ctrlPr>
                                      <a:rPr lang="zh-TW" altLang="en-US" i="1">
                                        <a:latin typeface="Cambria Math" panose="02040503050406030204" pitchFamily="18" charset="0"/>
                                      </a:rPr>
                                    </m:ctrlPr>
                                  </m:accPr>
                                  <m:e>
                                    <m:sSub>
                                      <m:sSubPr>
                                        <m:ctrlPr>
                                          <a:rPr lang="zh-TW" altLang="en-US" i="1">
                                            <a:latin typeface="Cambria Math" panose="02040503050406030204" pitchFamily="18" charset="0"/>
                                          </a:rPr>
                                        </m:ctrlPr>
                                      </m:sSubPr>
                                      <m:e>
                                        <m:r>
                                          <a:rPr lang="zh-TW" altLang="en-US" i="1">
                                            <a:latin typeface="Cambria Math" panose="02040503050406030204" pitchFamily="18" charset="0"/>
                                          </a:rPr>
                                          <m:t>𝜙</m:t>
                                        </m:r>
                                      </m:e>
                                      <m:sub>
                                        <m:r>
                                          <a:rPr lang="zh-TW" altLang="en-US" i="1">
                                            <a:latin typeface="Cambria Math" panose="02040503050406030204" pitchFamily="18" charset="0"/>
                                          </a:rPr>
                                          <m:t>11</m:t>
                                        </m:r>
                                      </m:sub>
                                    </m:sSub>
                                  </m:e>
                                </m:acc>
                              </m:e>
                              <m:e>
                                <m:acc>
                                  <m:accPr>
                                    <m:chr m:val="̂"/>
                                    <m:ctrlPr>
                                      <a:rPr lang="zh-TW" altLang="en-US" i="1">
                                        <a:latin typeface="Cambria Math" panose="02040503050406030204" pitchFamily="18" charset="0"/>
                                      </a:rPr>
                                    </m:ctrlPr>
                                  </m:accPr>
                                  <m:e>
                                    <m:sSub>
                                      <m:sSubPr>
                                        <m:ctrlPr>
                                          <a:rPr lang="zh-TW" altLang="en-US" i="1">
                                            <a:latin typeface="Cambria Math" panose="02040503050406030204" pitchFamily="18" charset="0"/>
                                          </a:rPr>
                                        </m:ctrlPr>
                                      </m:sSubPr>
                                      <m:e>
                                        <m:r>
                                          <a:rPr lang="zh-TW" altLang="en-US" i="1">
                                            <a:latin typeface="Cambria Math" panose="02040503050406030204" pitchFamily="18" charset="0"/>
                                          </a:rPr>
                                          <m:t>𝜙</m:t>
                                        </m:r>
                                      </m:e>
                                      <m:sub>
                                        <m:r>
                                          <a:rPr lang="zh-TW" altLang="en-US" i="1">
                                            <a:latin typeface="Cambria Math" panose="02040503050406030204" pitchFamily="18" charset="0"/>
                                          </a:rPr>
                                          <m:t>21</m:t>
                                        </m:r>
                                      </m:sub>
                                    </m:sSub>
                                  </m:e>
                                </m:acc>
                              </m:e>
                              <m:e>
                                <m:r>
                                  <a:rPr lang="zh-TW" altLang="en-US" i="1">
                                    <a:latin typeface="Cambria Math" panose="02040503050406030204" pitchFamily="18" charset="0"/>
                                  </a:rPr>
                                  <m:t>⋯</m:t>
                                </m:r>
                              </m:e>
                              <m:e>
                                <m:acc>
                                  <m:accPr>
                                    <m:chr m:val="̂"/>
                                    <m:ctrlPr>
                                      <a:rPr lang="zh-TW" altLang="en-US" i="1">
                                        <a:latin typeface="Cambria Math" panose="02040503050406030204" pitchFamily="18" charset="0"/>
                                      </a:rPr>
                                    </m:ctrlPr>
                                  </m:accPr>
                                  <m:e>
                                    <m:sSub>
                                      <m:sSubPr>
                                        <m:ctrlPr>
                                          <a:rPr lang="zh-TW" altLang="en-US" i="1">
                                            <a:latin typeface="Cambria Math" panose="02040503050406030204" pitchFamily="18" charset="0"/>
                                          </a:rPr>
                                        </m:ctrlPr>
                                      </m:sSubPr>
                                      <m:e>
                                        <m:r>
                                          <a:rPr lang="zh-TW" altLang="en-US" i="1">
                                            <a:latin typeface="Cambria Math" panose="02040503050406030204" pitchFamily="18" charset="0"/>
                                          </a:rPr>
                                          <m:t>𝜙</m:t>
                                        </m:r>
                                      </m:e>
                                      <m:sub>
                                        <m:r>
                                          <a:rPr lang="zh-TW" altLang="en-US" i="1">
                                            <a:latin typeface="Cambria Math" panose="02040503050406030204" pitchFamily="18" charset="0"/>
                                          </a:rPr>
                                          <m:t>𝑃</m:t>
                                        </m:r>
                                        <m:r>
                                          <a:rPr lang="zh-TW" altLang="en-US" i="1">
                                            <a:latin typeface="Cambria Math" panose="02040503050406030204" pitchFamily="18" charset="0"/>
                                          </a:rPr>
                                          <m:t>1</m:t>
                                        </m:r>
                                      </m:sub>
                                    </m:sSub>
                                  </m:e>
                                </m:acc>
                              </m:e>
                            </m:mr>
                            <m:mr>
                              <m:e>
                                <m:acc>
                                  <m:accPr>
                                    <m:chr m:val="̂"/>
                                    <m:ctrlPr>
                                      <a:rPr lang="zh-TW" altLang="en-US" i="1">
                                        <a:latin typeface="Cambria Math" panose="02040503050406030204" pitchFamily="18" charset="0"/>
                                      </a:rPr>
                                    </m:ctrlPr>
                                  </m:accPr>
                                  <m:e>
                                    <m:sSub>
                                      <m:sSubPr>
                                        <m:ctrlPr>
                                          <a:rPr lang="zh-TW" altLang="en-US" i="1">
                                            <a:latin typeface="Cambria Math" panose="02040503050406030204" pitchFamily="18" charset="0"/>
                                          </a:rPr>
                                        </m:ctrlPr>
                                      </m:sSubPr>
                                      <m:e>
                                        <m:r>
                                          <a:rPr lang="zh-TW" altLang="en-US" i="1">
                                            <a:latin typeface="Cambria Math" panose="02040503050406030204" pitchFamily="18" charset="0"/>
                                          </a:rPr>
                                          <m:t>𝜙</m:t>
                                        </m:r>
                                      </m:e>
                                      <m:sub>
                                        <m:r>
                                          <a:rPr lang="zh-TW" altLang="en-US" i="1">
                                            <a:latin typeface="Cambria Math" panose="02040503050406030204" pitchFamily="18" charset="0"/>
                                          </a:rPr>
                                          <m:t>12</m:t>
                                        </m:r>
                                      </m:sub>
                                    </m:sSub>
                                  </m:e>
                                </m:acc>
                              </m:e>
                              <m:e>
                                <m:acc>
                                  <m:accPr>
                                    <m:chr m:val="̂"/>
                                    <m:ctrlPr>
                                      <a:rPr lang="zh-TW" altLang="en-US" i="1">
                                        <a:latin typeface="Cambria Math" panose="02040503050406030204" pitchFamily="18" charset="0"/>
                                      </a:rPr>
                                    </m:ctrlPr>
                                  </m:accPr>
                                  <m:e>
                                    <m:sSub>
                                      <m:sSubPr>
                                        <m:ctrlPr>
                                          <a:rPr lang="zh-TW" altLang="en-US" i="1">
                                            <a:latin typeface="Cambria Math" panose="02040503050406030204" pitchFamily="18" charset="0"/>
                                          </a:rPr>
                                        </m:ctrlPr>
                                      </m:sSubPr>
                                      <m:e>
                                        <m:r>
                                          <a:rPr lang="zh-TW" altLang="en-US" i="1">
                                            <a:latin typeface="Cambria Math" panose="02040503050406030204" pitchFamily="18" charset="0"/>
                                          </a:rPr>
                                          <m:t>𝜙</m:t>
                                        </m:r>
                                      </m:e>
                                      <m:sub>
                                        <m:r>
                                          <a:rPr lang="zh-TW" altLang="en-US" i="1">
                                            <a:latin typeface="Cambria Math" panose="02040503050406030204" pitchFamily="18" charset="0"/>
                                          </a:rPr>
                                          <m:t>22</m:t>
                                        </m:r>
                                      </m:sub>
                                    </m:sSub>
                                  </m:e>
                                </m:acc>
                              </m:e>
                              <m:e>
                                <m:r>
                                  <a:rPr lang="zh-TW" altLang="en-US" i="1">
                                    <a:latin typeface="Cambria Math" panose="02040503050406030204" pitchFamily="18" charset="0"/>
                                  </a:rPr>
                                  <m:t>⋯</m:t>
                                </m:r>
                              </m:e>
                              <m:e>
                                <m:acc>
                                  <m:accPr>
                                    <m:chr m:val="̂"/>
                                    <m:ctrlPr>
                                      <a:rPr lang="zh-TW" altLang="en-US" i="1">
                                        <a:latin typeface="Cambria Math" panose="02040503050406030204" pitchFamily="18" charset="0"/>
                                      </a:rPr>
                                    </m:ctrlPr>
                                  </m:accPr>
                                  <m:e>
                                    <m:sSub>
                                      <m:sSubPr>
                                        <m:ctrlPr>
                                          <a:rPr lang="zh-TW" altLang="en-US" i="1">
                                            <a:latin typeface="Cambria Math" panose="02040503050406030204" pitchFamily="18" charset="0"/>
                                          </a:rPr>
                                        </m:ctrlPr>
                                      </m:sSubPr>
                                      <m:e>
                                        <m:r>
                                          <a:rPr lang="zh-TW" altLang="en-US" i="1">
                                            <a:latin typeface="Cambria Math" panose="02040503050406030204" pitchFamily="18" charset="0"/>
                                          </a:rPr>
                                          <m:t>𝜙</m:t>
                                        </m:r>
                                      </m:e>
                                      <m:sub>
                                        <m:r>
                                          <a:rPr lang="zh-TW" altLang="en-US" i="1">
                                            <a:latin typeface="Cambria Math" panose="02040503050406030204" pitchFamily="18" charset="0"/>
                                          </a:rPr>
                                          <m:t>𝑃</m:t>
                                        </m:r>
                                        <m:r>
                                          <a:rPr lang="zh-TW" altLang="en-US" i="1">
                                            <a:latin typeface="Cambria Math" panose="02040503050406030204" pitchFamily="18" charset="0"/>
                                          </a:rPr>
                                          <m:t>2</m:t>
                                        </m:r>
                                      </m:sub>
                                    </m:sSub>
                                  </m:e>
                                </m:acc>
                              </m:e>
                            </m:mr>
                            <m:mr>
                              <m:e>
                                <m:r>
                                  <a:rPr lang="zh-TW" altLang="en-US" i="1">
                                    <a:latin typeface="Cambria Math" panose="02040503050406030204" pitchFamily="18" charset="0"/>
                                  </a:rPr>
                                  <m:t>⋮</m:t>
                                </m:r>
                              </m:e>
                              <m:e>
                                <m:r>
                                  <a:rPr lang="zh-TW" altLang="en-US" i="1">
                                    <a:latin typeface="Cambria Math" panose="02040503050406030204" pitchFamily="18" charset="0"/>
                                  </a:rPr>
                                  <m:t>⋮</m:t>
                                </m:r>
                              </m:e>
                              <m:e>
                                <m:r>
                                  <a:rPr lang="zh-TW" altLang="en-US" i="1">
                                    <a:latin typeface="Cambria Math" panose="02040503050406030204" pitchFamily="18" charset="0"/>
                                  </a:rPr>
                                  <m:t>⋱</m:t>
                                </m:r>
                              </m:e>
                              <m:e>
                                <m:r>
                                  <a:rPr lang="zh-TW" altLang="en-US" i="1">
                                    <a:latin typeface="Cambria Math" panose="02040503050406030204" pitchFamily="18" charset="0"/>
                                  </a:rPr>
                                  <m:t>⋮</m:t>
                                </m:r>
                              </m:e>
                            </m:mr>
                            <m:mr>
                              <m:e>
                                <m:acc>
                                  <m:accPr>
                                    <m:chr m:val="̂"/>
                                    <m:ctrlPr>
                                      <a:rPr lang="zh-TW" altLang="en-US" i="1">
                                        <a:latin typeface="Cambria Math" panose="02040503050406030204" pitchFamily="18" charset="0"/>
                                      </a:rPr>
                                    </m:ctrlPr>
                                  </m:accPr>
                                  <m:e>
                                    <m:sSub>
                                      <m:sSubPr>
                                        <m:ctrlPr>
                                          <a:rPr lang="zh-TW" altLang="en-US" i="1">
                                            <a:latin typeface="Cambria Math" panose="02040503050406030204" pitchFamily="18" charset="0"/>
                                          </a:rPr>
                                        </m:ctrlPr>
                                      </m:sSubPr>
                                      <m:e>
                                        <m:r>
                                          <a:rPr lang="zh-TW" altLang="en-US" i="1">
                                            <a:latin typeface="Cambria Math" panose="02040503050406030204" pitchFamily="18" charset="0"/>
                                          </a:rPr>
                                          <m:t>𝜙</m:t>
                                        </m:r>
                                      </m:e>
                                      <m:sub>
                                        <m:r>
                                          <a:rPr lang="zh-TW" altLang="en-US" i="1">
                                            <a:latin typeface="Cambria Math" panose="02040503050406030204" pitchFamily="18" charset="0"/>
                                          </a:rPr>
                                          <m:t>1</m:t>
                                        </m:r>
                                        <m:r>
                                          <a:rPr lang="zh-TW" altLang="en-US" i="1">
                                            <a:latin typeface="Cambria Math" panose="02040503050406030204" pitchFamily="18" charset="0"/>
                                          </a:rPr>
                                          <m:t>𝐾</m:t>
                                        </m:r>
                                      </m:sub>
                                    </m:sSub>
                                  </m:e>
                                </m:acc>
                              </m:e>
                              <m:e>
                                <m:acc>
                                  <m:accPr>
                                    <m:chr m:val="̂"/>
                                    <m:ctrlPr>
                                      <a:rPr lang="zh-TW" altLang="en-US" i="1">
                                        <a:latin typeface="Cambria Math" panose="02040503050406030204" pitchFamily="18" charset="0"/>
                                      </a:rPr>
                                    </m:ctrlPr>
                                  </m:accPr>
                                  <m:e>
                                    <m:sSub>
                                      <m:sSubPr>
                                        <m:ctrlPr>
                                          <a:rPr lang="zh-TW" altLang="en-US" i="1">
                                            <a:latin typeface="Cambria Math" panose="02040503050406030204" pitchFamily="18" charset="0"/>
                                          </a:rPr>
                                        </m:ctrlPr>
                                      </m:sSubPr>
                                      <m:e>
                                        <m:r>
                                          <a:rPr lang="zh-TW" altLang="en-US" i="1">
                                            <a:latin typeface="Cambria Math" panose="02040503050406030204" pitchFamily="18" charset="0"/>
                                          </a:rPr>
                                          <m:t>𝜙</m:t>
                                        </m:r>
                                      </m:e>
                                      <m:sub>
                                        <m:r>
                                          <a:rPr lang="zh-TW" altLang="en-US" i="1">
                                            <a:latin typeface="Cambria Math" panose="02040503050406030204" pitchFamily="18" charset="0"/>
                                          </a:rPr>
                                          <m:t>2</m:t>
                                        </m:r>
                                        <m:r>
                                          <a:rPr lang="zh-TW" altLang="en-US" i="1">
                                            <a:latin typeface="Cambria Math" panose="02040503050406030204" pitchFamily="18" charset="0"/>
                                          </a:rPr>
                                          <m:t>𝐾</m:t>
                                        </m:r>
                                      </m:sub>
                                    </m:sSub>
                                  </m:e>
                                </m:acc>
                              </m:e>
                              <m:e>
                                <m:r>
                                  <a:rPr lang="zh-TW" altLang="en-US" i="1">
                                    <a:latin typeface="Cambria Math" panose="02040503050406030204" pitchFamily="18" charset="0"/>
                                  </a:rPr>
                                  <m:t>⋯</m:t>
                                </m:r>
                              </m:e>
                              <m:e>
                                <m:acc>
                                  <m:accPr>
                                    <m:chr m:val="̂"/>
                                    <m:ctrlPr>
                                      <a:rPr lang="zh-TW" altLang="en-US" i="1">
                                        <a:latin typeface="Cambria Math" panose="02040503050406030204" pitchFamily="18" charset="0"/>
                                      </a:rPr>
                                    </m:ctrlPr>
                                  </m:accPr>
                                  <m:e>
                                    <m:sSub>
                                      <m:sSubPr>
                                        <m:ctrlPr>
                                          <a:rPr lang="zh-TW" altLang="en-US" i="1">
                                            <a:latin typeface="Cambria Math" panose="02040503050406030204" pitchFamily="18" charset="0"/>
                                          </a:rPr>
                                        </m:ctrlPr>
                                      </m:sSubPr>
                                      <m:e>
                                        <m:r>
                                          <a:rPr lang="zh-TW" altLang="en-US" i="1">
                                            <a:latin typeface="Cambria Math" panose="02040503050406030204" pitchFamily="18" charset="0"/>
                                          </a:rPr>
                                          <m:t>𝜙</m:t>
                                        </m:r>
                                      </m:e>
                                      <m:sub>
                                        <m:r>
                                          <a:rPr lang="zh-TW" altLang="en-US" i="1">
                                            <a:latin typeface="Cambria Math" panose="02040503050406030204" pitchFamily="18" charset="0"/>
                                          </a:rPr>
                                          <m:t>𝑃𝐾</m:t>
                                        </m:r>
                                      </m:sub>
                                    </m:sSub>
                                  </m:e>
                                </m:acc>
                              </m:e>
                            </m:mr>
                          </m:m>
                        </m:e>
                      </m:d>
                      <m:d>
                        <m:dPr>
                          <m:begChr m:val="["/>
                          <m:endChr m:val="]"/>
                          <m:ctrlPr>
                            <a:rPr lang="zh-TW" altLang="en-US" i="1">
                              <a:latin typeface="Cambria Math" panose="02040503050406030204" pitchFamily="18" charset="0"/>
                            </a:rPr>
                          </m:ctrlPr>
                        </m:dPr>
                        <m:e>
                          <m:m>
                            <m:mPr>
                              <m:plcHide m:val="on"/>
                              <m:mcs>
                                <m:mc>
                                  <m:mcPr>
                                    <m:count m:val="1"/>
                                    <m:mcJc m:val="center"/>
                                  </m:mcPr>
                                </m:mc>
                              </m:mcs>
                              <m:ctrlPr>
                                <a:rPr lang="zh-TW" altLang="en-US" i="1">
                                  <a:latin typeface="Cambria Math" panose="02040503050406030204" pitchFamily="18" charset="0"/>
                                </a:rPr>
                              </m:ctrlPr>
                            </m:mPr>
                            <m:mr>
                              <m:e>
                                <m:sSub>
                                  <m:sSubPr>
                                    <m:ctrlPr>
                                      <a:rPr lang="zh-TW" altLang="en-US" i="1">
                                        <a:latin typeface="Cambria Math" panose="02040503050406030204" pitchFamily="18" charset="0"/>
                                      </a:rPr>
                                    </m:ctrlPr>
                                  </m:sSubPr>
                                  <m:e>
                                    <m:r>
                                      <a:rPr lang="zh-TW" altLang="en-US" i="1">
                                        <a:latin typeface="Cambria Math" panose="02040503050406030204" pitchFamily="18" charset="0"/>
                                      </a:rPr>
                                      <m:t>𝑓</m:t>
                                    </m:r>
                                  </m:e>
                                  <m:sub>
                                    <m:r>
                                      <a:rPr lang="zh-TW" altLang="en-US" i="1">
                                        <a:latin typeface="Cambria Math" panose="02040503050406030204" pitchFamily="18" charset="0"/>
                                      </a:rPr>
                                      <m:t>𝑖</m:t>
                                    </m:r>
                                    <m:r>
                                      <a:rPr lang="zh-TW" altLang="en-US" i="1">
                                        <a:latin typeface="Cambria Math" panose="02040503050406030204" pitchFamily="18" charset="0"/>
                                      </a:rPr>
                                      <m:t>1</m:t>
                                    </m:r>
                                  </m:sub>
                                </m:sSub>
                              </m:e>
                            </m:mr>
                            <m:mr>
                              <m:e>
                                <m:sSub>
                                  <m:sSubPr>
                                    <m:ctrlPr>
                                      <a:rPr lang="zh-TW" altLang="en-US" i="1">
                                        <a:latin typeface="Cambria Math" panose="02040503050406030204" pitchFamily="18" charset="0"/>
                                      </a:rPr>
                                    </m:ctrlPr>
                                  </m:sSubPr>
                                  <m:e>
                                    <m:r>
                                      <a:rPr lang="zh-TW" altLang="en-US" i="1">
                                        <a:latin typeface="Cambria Math" panose="02040503050406030204" pitchFamily="18" charset="0"/>
                                      </a:rPr>
                                      <m:t>𝑓</m:t>
                                    </m:r>
                                  </m:e>
                                  <m:sub>
                                    <m:r>
                                      <a:rPr lang="zh-TW" altLang="en-US" i="1">
                                        <a:latin typeface="Cambria Math" panose="02040503050406030204" pitchFamily="18" charset="0"/>
                                      </a:rPr>
                                      <m:t>𝑖</m:t>
                                    </m:r>
                                    <m:r>
                                      <a:rPr lang="zh-TW" altLang="en-US" i="1">
                                        <a:latin typeface="Cambria Math" panose="02040503050406030204" pitchFamily="18" charset="0"/>
                                      </a:rPr>
                                      <m:t>2</m:t>
                                    </m:r>
                                  </m:sub>
                                </m:sSub>
                              </m:e>
                            </m:mr>
                            <m:mr>
                              <m:e>
                                <m:r>
                                  <a:rPr lang="zh-TW" altLang="en-US" i="1">
                                    <a:latin typeface="Cambria Math" panose="02040503050406030204" pitchFamily="18" charset="0"/>
                                  </a:rPr>
                                  <m:t>⋮</m:t>
                                </m:r>
                              </m:e>
                            </m:mr>
                            <m:mr>
                              <m:e>
                                <m:sSub>
                                  <m:sSubPr>
                                    <m:ctrlPr>
                                      <a:rPr lang="zh-TW" altLang="en-US" i="1">
                                        <a:latin typeface="Cambria Math" panose="02040503050406030204" pitchFamily="18" charset="0"/>
                                      </a:rPr>
                                    </m:ctrlPr>
                                  </m:sSubPr>
                                  <m:e>
                                    <m:r>
                                      <a:rPr lang="zh-TW" altLang="en-US" i="1">
                                        <a:latin typeface="Cambria Math" panose="02040503050406030204" pitchFamily="18" charset="0"/>
                                      </a:rPr>
                                      <m:t>𝑓</m:t>
                                    </m:r>
                                  </m:e>
                                  <m:sub>
                                    <m:r>
                                      <a:rPr lang="zh-TW" altLang="en-US" i="1">
                                        <a:latin typeface="Cambria Math" panose="02040503050406030204" pitchFamily="18" charset="0"/>
                                      </a:rPr>
                                      <m:t>𝑖𝑃</m:t>
                                    </m:r>
                                  </m:sub>
                                </m:sSub>
                              </m:e>
                            </m:mr>
                          </m:m>
                        </m:e>
                      </m:d>
                      <m:r>
                        <a:rPr lang="zh-TW" altLang="en-US" i="1">
                          <a:latin typeface="Cambria Math" panose="02040503050406030204" pitchFamily="18" charset="0"/>
                        </a:rPr>
                        <m:t>=</m:t>
                      </m:r>
                      <m:d>
                        <m:dPr>
                          <m:begChr m:val="["/>
                          <m:endChr m:val="]"/>
                          <m:ctrlPr>
                            <a:rPr lang="zh-TW" altLang="en-US" i="1">
                              <a:latin typeface="Cambria Math" panose="02040503050406030204" pitchFamily="18" charset="0"/>
                            </a:rPr>
                          </m:ctrlPr>
                        </m:dPr>
                        <m:e>
                          <m:m>
                            <m:mPr>
                              <m:plcHide m:val="on"/>
                              <m:mcs>
                                <m:mc>
                                  <m:mcPr>
                                    <m:count m:val="1"/>
                                    <m:mcJc m:val="center"/>
                                  </m:mcPr>
                                </m:mc>
                              </m:mcs>
                              <m:ctrlPr>
                                <a:rPr lang="zh-TW" altLang="en-US" i="1">
                                  <a:latin typeface="Cambria Math" panose="02040503050406030204" pitchFamily="18" charset="0"/>
                                </a:rPr>
                              </m:ctrlPr>
                            </m:mPr>
                            <m:mr>
                              <m:e>
                                <m:sSub>
                                  <m:sSubPr>
                                    <m:ctrlPr>
                                      <a:rPr lang="zh-TW" altLang="en-US" i="1">
                                        <a:latin typeface="Cambria Math" panose="02040503050406030204" pitchFamily="18" charset="0"/>
                                      </a:rPr>
                                    </m:ctrlPr>
                                  </m:sSubPr>
                                  <m:e>
                                    <m:r>
                                      <a:rPr lang="zh-TW" altLang="en-US" i="1">
                                        <a:latin typeface="Cambria Math" panose="02040503050406030204" pitchFamily="18" charset="0"/>
                                      </a:rPr>
                                      <m:t>𝑧</m:t>
                                    </m:r>
                                  </m:e>
                                  <m:sub>
                                    <m:r>
                                      <a:rPr lang="zh-TW" altLang="en-US" i="1">
                                        <a:latin typeface="Cambria Math" panose="02040503050406030204" pitchFamily="18" charset="0"/>
                                      </a:rPr>
                                      <m:t>𝑖</m:t>
                                    </m:r>
                                    <m:r>
                                      <a:rPr lang="zh-TW" altLang="en-US" i="1">
                                        <a:latin typeface="Cambria Math" panose="02040503050406030204" pitchFamily="18" charset="0"/>
                                      </a:rPr>
                                      <m:t>1</m:t>
                                    </m:r>
                                  </m:sub>
                                </m:sSub>
                              </m:e>
                            </m:mr>
                            <m:mr>
                              <m:e>
                                <m:sSub>
                                  <m:sSubPr>
                                    <m:ctrlPr>
                                      <a:rPr lang="zh-TW" altLang="en-US" i="1">
                                        <a:latin typeface="Cambria Math" panose="02040503050406030204" pitchFamily="18" charset="0"/>
                                      </a:rPr>
                                    </m:ctrlPr>
                                  </m:sSubPr>
                                  <m:e>
                                    <m:r>
                                      <a:rPr lang="zh-TW" altLang="en-US" i="1">
                                        <a:latin typeface="Cambria Math" panose="02040503050406030204" pitchFamily="18" charset="0"/>
                                      </a:rPr>
                                      <m:t>𝑧</m:t>
                                    </m:r>
                                  </m:e>
                                  <m:sub>
                                    <m:r>
                                      <a:rPr lang="zh-TW" altLang="en-US" i="1">
                                        <a:latin typeface="Cambria Math" panose="02040503050406030204" pitchFamily="18" charset="0"/>
                                      </a:rPr>
                                      <m:t>𝑖</m:t>
                                    </m:r>
                                    <m:r>
                                      <a:rPr lang="zh-TW" altLang="en-US" i="1">
                                        <a:latin typeface="Cambria Math" panose="02040503050406030204" pitchFamily="18" charset="0"/>
                                      </a:rPr>
                                      <m:t>2</m:t>
                                    </m:r>
                                  </m:sub>
                                </m:sSub>
                              </m:e>
                            </m:mr>
                            <m:mr>
                              <m:e>
                                <m:r>
                                  <a:rPr lang="zh-TW" altLang="en-US" i="1">
                                    <a:latin typeface="Cambria Math" panose="02040503050406030204" pitchFamily="18" charset="0"/>
                                  </a:rPr>
                                  <m:t>⋮</m:t>
                                </m:r>
                              </m:e>
                            </m:mr>
                            <m:mr>
                              <m:e>
                                <m:sSub>
                                  <m:sSubPr>
                                    <m:ctrlPr>
                                      <a:rPr lang="zh-TW" altLang="en-US" i="1">
                                        <a:latin typeface="Cambria Math" panose="02040503050406030204" pitchFamily="18" charset="0"/>
                                      </a:rPr>
                                    </m:ctrlPr>
                                  </m:sSubPr>
                                  <m:e>
                                    <m:r>
                                      <a:rPr lang="zh-TW" altLang="en-US" i="1">
                                        <a:latin typeface="Cambria Math" panose="02040503050406030204" pitchFamily="18" charset="0"/>
                                      </a:rPr>
                                      <m:t>𝑧</m:t>
                                    </m:r>
                                  </m:e>
                                  <m:sub>
                                    <m:r>
                                      <a:rPr lang="zh-TW" altLang="en-US" i="1">
                                        <a:latin typeface="Cambria Math" panose="02040503050406030204" pitchFamily="18" charset="0"/>
                                      </a:rPr>
                                      <m:t>𝑖𝐾</m:t>
                                    </m:r>
                                  </m:sub>
                                </m:sSub>
                              </m:e>
                            </m:mr>
                          </m:m>
                        </m:e>
                      </m:d>
                    </m:oMath>
                  </m:oMathPara>
                </a14:m>
                <a:endParaRPr lang="zh-TW" altLang="en-US" dirty="0"/>
              </a:p>
            </p:txBody>
          </p:sp>
        </mc:Choice>
        <mc:Fallback xmlns="">
          <p:sp>
            <p:nvSpPr>
              <p:cNvPr id="32" name="文字方塊 31">
                <a:extLst>
                  <a:ext uri="{FF2B5EF4-FFF2-40B4-BE49-F238E27FC236}">
                    <a16:creationId xmlns:a16="http://schemas.microsoft.com/office/drawing/2014/main" id="{068A4C77-ADCD-618B-2AB1-3DBC1C9D5905}"/>
                  </a:ext>
                </a:extLst>
              </p:cNvPr>
              <p:cNvSpPr txBox="1">
                <a:spLocks noRot="1" noChangeAspect="1" noMove="1" noResize="1" noEditPoints="1" noAdjustHandles="1" noChangeArrowheads="1" noChangeShapeType="1" noTextEdit="1"/>
              </p:cNvSpPr>
              <p:nvPr/>
            </p:nvSpPr>
            <p:spPr>
              <a:xfrm>
                <a:off x="432995" y="2540821"/>
                <a:ext cx="6094206" cy="1252522"/>
              </a:xfrm>
              <a:prstGeom prst="rect">
                <a:avLst/>
              </a:prstGeom>
              <a:blipFill>
                <a:blip r:embed="rId8"/>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4" name="文字方塊 33">
                <a:extLst>
                  <a:ext uri="{FF2B5EF4-FFF2-40B4-BE49-F238E27FC236}">
                    <a16:creationId xmlns:a16="http://schemas.microsoft.com/office/drawing/2014/main" id="{73DDA6BE-BFFB-FAD2-EE5F-9D17112D4EB9}"/>
                  </a:ext>
                </a:extLst>
              </p:cNvPr>
              <p:cNvSpPr txBox="1"/>
              <p:nvPr/>
            </p:nvSpPr>
            <p:spPr>
              <a:xfrm>
                <a:off x="432995" y="1805509"/>
                <a:ext cx="6094206" cy="62049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limLow>
                        <m:limLowPr>
                          <m:ctrlPr>
                            <a:rPr lang="zh-TW" altLang="en-US" i="1" smtClean="0">
                              <a:latin typeface="Cambria Math" panose="02040503050406030204" pitchFamily="18" charset="0"/>
                            </a:rPr>
                          </m:ctrlPr>
                        </m:limLowPr>
                        <m:e>
                          <m:groupChr>
                            <m:groupChrPr>
                              <m:chr m:val="⏟"/>
                              <m:ctrlPr>
                                <a:rPr lang="zh-TW" altLang="en-US" i="1">
                                  <a:latin typeface="Cambria Math" panose="02040503050406030204" pitchFamily="18" charset="0"/>
                                </a:rPr>
                              </m:ctrlPr>
                            </m:groupChrPr>
                            <m:e>
                              <m:acc>
                                <m:accPr>
                                  <m:chr m:val="̂"/>
                                  <m:ctrlPr>
                                    <a:rPr lang="zh-TW" altLang="en-US" i="1">
                                      <a:latin typeface="Cambria Math" panose="02040503050406030204" pitchFamily="18" charset="0"/>
                                    </a:rPr>
                                  </m:ctrlPr>
                                </m:accPr>
                                <m:e>
                                  <m:sSup>
                                    <m:sSupPr>
                                      <m:ctrlPr>
                                        <a:rPr lang="zh-TW" altLang="en-US" i="1">
                                          <a:latin typeface="Cambria Math" panose="02040503050406030204" pitchFamily="18" charset="0"/>
                                        </a:rPr>
                                      </m:ctrlPr>
                                    </m:sSupPr>
                                    <m:e>
                                      <m:r>
                                        <a:rPr lang="zh-TW" altLang="en-US" i="0">
                                          <a:latin typeface="Cambria Math" panose="02040503050406030204" pitchFamily="18" charset="0"/>
                                        </a:rPr>
                                        <m:t>𝚽</m:t>
                                      </m:r>
                                    </m:e>
                                    <m:sup>
                                      <m:r>
                                        <a:rPr lang="zh-TW" altLang="en-US" i="1">
                                          <a:latin typeface="Cambria Math" panose="02040503050406030204" pitchFamily="18" charset="0"/>
                                        </a:rPr>
                                        <m:t>⊤</m:t>
                                      </m:r>
                                    </m:sup>
                                  </m:sSup>
                                </m:e>
                              </m:acc>
                            </m:e>
                          </m:groupChr>
                        </m:e>
                        <m:lim>
                          <m:r>
                            <a:rPr lang="zh-TW" altLang="en-US" i="1">
                              <a:latin typeface="Cambria Math" panose="02040503050406030204" pitchFamily="18" charset="0"/>
                            </a:rPr>
                            <m:t>𝐾</m:t>
                          </m:r>
                          <m:r>
                            <a:rPr lang="zh-TW" altLang="en-US" i="1">
                              <a:latin typeface="Cambria Math" panose="02040503050406030204" pitchFamily="18" charset="0"/>
                            </a:rPr>
                            <m:t>×</m:t>
                          </m:r>
                          <m:r>
                            <a:rPr lang="zh-TW" altLang="en-US" i="1">
                              <a:latin typeface="Cambria Math" panose="02040503050406030204" pitchFamily="18" charset="0"/>
                            </a:rPr>
                            <m:t>𝑃</m:t>
                          </m:r>
                        </m:lim>
                      </m:limLow>
                      <m:limLow>
                        <m:limLowPr>
                          <m:ctrlPr>
                            <a:rPr lang="zh-TW" altLang="en-US" i="1">
                              <a:latin typeface="Cambria Math" panose="02040503050406030204" pitchFamily="18" charset="0"/>
                            </a:rPr>
                          </m:ctrlPr>
                        </m:limLowPr>
                        <m:e>
                          <m:groupChr>
                            <m:groupChrPr>
                              <m:chr m:val="⏟"/>
                              <m:ctrlPr>
                                <a:rPr lang="zh-TW" altLang="en-US" i="1">
                                  <a:latin typeface="Cambria Math" panose="02040503050406030204" pitchFamily="18" charset="0"/>
                                </a:rPr>
                              </m:ctrlPr>
                            </m:groupChrPr>
                            <m:e>
                              <m:sSub>
                                <m:sSubPr>
                                  <m:ctrlPr>
                                    <a:rPr lang="zh-TW" altLang="en-US" i="1">
                                      <a:latin typeface="Cambria Math" panose="02040503050406030204" pitchFamily="18" charset="0"/>
                                    </a:rPr>
                                  </m:ctrlPr>
                                </m:sSubPr>
                                <m:e>
                                  <m:r>
                                    <a:rPr lang="zh-TW" altLang="en-US" i="1">
                                      <a:latin typeface="Cambria Math" panose="02040503050406030204" pitchFamily="18" charset="0"/>
                                    </a:rPr>
                                    <m:t>𝐟</m:t>
                                  </m:r>
                                </m:e>
                                <m:sub>
                                  <m:r>
                                    <a:rPr lang="zh-TW" altLang="en-US" i="1">
                                      <a:latin typeface="Cambria Math" panose="02040503050406030204" pitchFamily="18" charset="0"/>
                                    </a:rPr>
                                    <m:t>𝐢</m:t>
                                  </m:r>
                                </m:sub>
                              </m:sSub>
                            </m:e>
                          </m:groupChr>
                        </m:e>
                        <m:lim>
                          <m:r>
                            <a:rPr lang="zh-TW" altLang="en-US" i="1">
                              <a:latin typeface="Cambria Math" panose="02040503050406030204" pitchFamily="18" charset="0"/>
                            </a:rPr>
                            <m:t>𝑃</m:t>
                          </m:r>
                          <m:r>
                            <a:rPr lang="zh-TW" altLang="en-US" i="1">
                              <a:latin typeface="Cambria Math" panose="02040503050406030204" pitchFamily="18" charset="0"/>
                            </a:rPr>
                            <m:t>×1</m:t>
                          </m:r>
                        </m:lim>
                      </m:limLow>
                      <m:r>
                        <a:rPr lang="zh-TW" altLang="en-US" i="1">
                          <a:latin typeface="Cambria Math" panose="02040503050406030204" pitchFamily="18" charset="0"/>
                        </a:rPr>
                        <m:t>=</m:t>
                      </m:r>
                      <m:limLow>
                        <m:limLowPr>
                          <m:ctrlPr>
                            <a:rPr lang="zh-TW" altLang="en-US" i="1">
                              <a:latin typeface="Cambria Math" panose="02040503050406030204" pitchFamily="18" charset="0"/>
                            </a:rPr>
                          </m:ctrlPr>
                        </m:limLowPr>
                        <m:e>
                          <m:groupChr>
                            <m:groupChrPr>
                              <m:chr m:val="⏟"/>
                              <m:ctrlPr>
                                <a:rPr lang="zh-TW" altLang="en-US" i="1">
                                  <a:latin typeface="Cambria Math" panose="02040503050406030204" pitchFamily="18" charset="0"/>
                                </a:rPr>
                              </m:ctrlPr>
                            </m:groupChrPr>
                            <m:e>
                              <m:sSub>
                                <m:sSubPr>
                                  <m:ctrlPr>
                                    <a:rPr lang="zh-TW" altLang="en-US" i="1">
                                      <a:latin typeface="Cambria Math" panose="02040503050406030204" pitchFamily="18" charset="0"/>
                                    </a:rPr>
                                  </m:ctrlPr>
                                </m:sSubPr>
                                <m:e>
                                  <m:r>
                                    <a:rPr lang="zh-TW" altLang="en-US" i="1">
                                      <a:latin typeface="Cambria Math" panose="02040503050406030204" pitchFamily="18" charset="0"/>
                                    </a:rPr>
                                    <m:t>𝐳</m:t>
                                  </m:r>
                                </m:e>
                                <m:sub>
                                  <m:r>
                                    <a:rPr lang="zh-TW" altLang="en-US" i="1">
                                      <a:latin typeface="Cambria Math" panose="02040503050406030204" pitchFamily="18" charset="0"/>
                                    </a:rPr>
                                    <m:t>𝐢</m:t>
                                  </m:r>
                                </m:sub>
                              </m:sSub>
                            </m:e>
                          </m:groupChr>
                        </m:e>
                        <m:lim>
                          <m:r>
                            <a:rPr lang="zh-TW" altLang="en-US" i="1">
                              <a:latin typeface="Cambria Math" panose="02040503050406030204" pitchFamily="18" charset="0"/>
                            </a:rPr>
                            <m:t>𝐾</m:t>
                          </m:r>
                          <m:r>
                            <a:rPr lang="zh-TW" altLang="en-US" i="1">
                              <a:latin typeface="Cambria Math" panose="02040503050406030204" pitchFamily="18" charset="0"/>
                            </a:rPr>
                            <m:t>×1</m:t>
                          </m:r>
                        </m:lim>
                      </m:limLow>
                    </m:oMath>
                  </m:oMathPara>
                </a14:m>
                <a:endParaRPr lang="zh-TW" altLang="en-US" dirty="0"/>
              </a:p>
            </p:txBody>
          </p:sp>
        </mc:Choice>
        <mc:Fallback xmlns="">
          <p:sp>
            <p:nvSpPr>
              <p:cNvPr id="34" name="文字方塊 33">
                <a:extLst>
                  <a:ext uri="{FF2B5EF4-FFF2-40B4-BE49-F238E27FC236}">
                    <a16:creationId xmlns:a16="http://schemas.microsoft.com/office/drawing/2014/main" id="{73DDA6BE-BFFB-FAD2-EE5F-9D17112D4EB9}"/>
                  </a:ext>
                </a:extLst>
              </p:cNvPr>
              <p:cNvSpPr txBox="1">
                <a:spLocks noRot="1" noChangeAspect="1" noMove="1" noResize="1" noEditPoints="1" noAdjustHandles="1" noChangeArrowheads="1" noChangeShapeType="1" noTextEdit="1"/>
              </p:cNvSpPr>
              <p:nvPr/>
            </p:nvSpPr>
            <p:spPr>
              <a:xfrm>
                <a:off x="432995" y="1805509"/>
                <a:ext cx="6094206" cy="620491"/>
              </a:xfrm>
              <a:prstGeom prst="rect">
                <a:avLst/>
              </a:prstGeom>
              <a:blipFill>
                <a:blip r:embed="rId9"/>
                <a:stretch>
                  <a:fillRect b="-1078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6" name="文字方塊 35">
                <a:extLst>
                  <a:ext uri="{FF2B5EF4-FFF2-40B4-BE49-F238E27FC236}">
                    <a16:creationId xmlns:a16="http://schemas.microsoft.com/office/drawing/2014/main" id="{474AAA8D-934B-1470-60E6-CBCA0581DE44}"/>
                  </a:ext>
                </a:extLst>
              </p:cNvPr>
              <p:cNvSpPr txBox="1"/>
              <p:nvPr/>
            </p:nvSpPr>
            <p:spPr>
              <a:xfrm>
                <a:off x="576432" y="3841480"/>
                <a:ext cx="6094206" cy="214578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eqArr>
                        <m:eqArrPr>
                          <m:ctrlPr>
                            <a:rPr lang="zh-TW" altLang="en-US" i="1" smtClean="0">
                              <a:latin typeface="Cambria Math" panose="02040503050406030204" pitchFamily="18" charset="0"/>
                            </a:rPr>
                          </m:ctrlPr>
                        </m:eqArrPr>
                        <m:e>
                          <m:sSub>
                            <m:sSubPr>
                              <m:ctrlPr>
                                <a:rPr lang="zh-TW" altLang="en-US" i="1">
                                  <a:latin typeface="Cambria Math" panose="02040503050406030204" pitchFamily="18" charset="0"/>
                                </a:rPr>
                              </m:ctrlPr>
                            </m:sSubPr>
                            <m:e>
                              <m:r>
                                <a:rPr lang="zh-TW" altLang="en-US" i="1">
                                  <a:latin typeface="Cambria Math" panose="02040503050406030204" pitchFamily="18" charset="0"/>
                                </a:rPr>
                                <m:t>𝐱</m:t>
                              </m:r>
                            </m:e>
                            <m:sub>
                              <m:r>
                                <a:rPr lang="zh-TW" altLang="en-US" i="1">
                                  <a:latin typeface="Cambria Math" panose="02040503050406030204" pitchFamily="18" charset="0"/>
                                </a:rPr>
                                <m:t>𝐢</m:t>
                              </m:r>
                            </m:sub>
                          </m:sSub>
                          <m:r>
                            <a:rPr lang="zh-TW" altLang="en-US" i="1">
                              <a:latin typeface="Cambria Math" panose="02040503050406030204" pitchFamily="18" charset="0"/>
                            </a:rPr>
                            <m:t>&amp;:</m:t>
                          </m:r>
                          <m:r>
                            <m:rPr>
                              <m:nor/>
                            </m:rPr>
                            <a:rPr lang="zh-TW" altLang="en-US" i="0">
                              <a:latin typeface="Cambria Math" panose="02040503050406030204" pitchFamily="18" charset="0"/>
                            </a:rPr>
                            <m:t>第</m:t>
                          </m:r>
                          <m:r>
                            <m:rPr>
                              <m:nor/>
                            </m:rPr>
                            <a:rPr lang="zh-TW" altLang="en-US" i="0">
                              <a:latin typeface="Cambria Math" panose="02040503050406030204" pitchFamily="18" charset="0"/>
                            </a:rPr>
                            <m:t> </m:t>
                          </m:r>
                          <m:r>
                            <a:rPr lang="zh-TW" altLang="en-US" i="1">
                              <a:latin typeface="Cambria Math" panose="02040503050406030204" pitchFamily="18" charset="0"/>
                            </a:rPr>
                            <m:t>𝑖</m:t>
                          </m:r>
                          <m:r>
                            <m:rPr>
                              <m:nor/>
                            </m:rPr>
                            <a:rPr lang="zh-TW" altLang="en-US" i="0">
                              <a:latin typeface="Cambria Math" panose="02040503050406030204" pitchFamily="18" charset="0"/>
                            </a:rPr>
                            <m:t> </m:t>
                          </m:r>
                          <m:r>
                            <m:rPr>
                              <m:nor/>
                            </m:rPr>
                            <a:rPr lang="zh-TW" altLang="en-US" i="0">
                              <a:latin typeface="Cambria Math" panose="02040503050406030204" pitchFamily="18" charset="0"/>
                            </a:rPr>
                            <m:t>篇判決的詞彙計數向量</m:t>
                          </m:r>
                        </m:e>
                        <m:e>
                          <m:sSub>
                            <m:sSubPr>
                              <m:ctrlPr>
                                <a:rPr lang="zh-TW" altLang="en-US" i="1">
                                  <a:latin typeface="Cambria Math" panose="02040503050406030204" pitchFamily="18" charset="0"/>
                                </a:rPr>
                              </m:ctrlPr>
                            </m:sSubPr>
                            <m:e>
                              <m:r>
                                <a:rPr lang="zh-TW" altLang="en-US" i="1">
                                  <a:latin typeface="Cambria Math" panose="02040503050406030204" pitchFamily="18" charset="0"/>
                                </a:rPr>
                                <m:t>𝑚</m:t>
                              </m:r>
                            </m:e>
                            <m:sub>
                              <m:r>
                                <a:rPr lang="zh-TW" altLang="en-US" i="1">
                                  <a:latin typeface="Cambria Math" panose="02040503050406030204" pitchFamily="18" charset="0"/>
                                </a:rPr>
                                <m:t>𝑖</m:t>
                              </m:r>
                            </m:sub>
                          </m:sSub>
                          <m:r>
                            <a:rPr lang="zh-TW" altLang="en-US" i="1">
                              <a:latin typeface="Cambria Math" panose="02040503050406030204" pitchFamily="18" charset="0"/>
                            </a:rPr>
                            <m:t>&amp;:</m:t>
                          </m:r>
                          <m:r>
                            <m:rPr>
                              <m:nor/>
                            </m:rPr>
                            <a:rPr lang="zh-TW" altLang="en-US" i="0">
                              <a:latin typeface="Cambria Math" panose="02040503050406030204" pitchFamily="18" charset="0"/>
                            </a:rPr>
                            <m:t>第</m:t>
                          </m:r>
                          <m:r>
                            <m:rPr>
                              <m:nor/>
                            </m:rPr>
                            <a:rPr lang="zh-TW" altLang="en-US" i="0">
                              <a:latin typeface="Cambria Math" panose="02040503050406030204" pitchFamily="18" charset="0"/>
                            </a:rPr>
                            <m:t> </m:t>
                          </m:r>
                          <m:r>
                            <a:rPr lang="zh-TW" altLang="en-US" i="1">
                              <a:latin typeface="Cambria Math" panose="02040503050406030204" pitchFamily="18" charset="0"/>
                            </a:rPr>
                            <m:t>𝑖</m:t>
                          </m:r>
                          <m:r>
                            <m:rPr>
                              <m:nor/>
                            </m:rPr>
                            <a:rPr lang="zh-TW" altLang="en-US" i="0">
                              <a:latin typeface="Cambria Math" panose="02040503050406030204" pitchFamily="18" charset="0"/>
                            </a:rPr>
                            <m:t> </m:t>
                          </m:r>
                          <m:r>
                            <m:rPr>
                              <m:nor/>
                            </m:rPr>
                            <a:rPr lang="zh-TW" altLang="en-US" i="0">
                              <a:latin typeface="Cambria Math" panose="02040503050406030204" pitchFamily="18" charset="0"/>
                            </a:rPr>
                            <m:t>篇判決的總詞數</m:t>
                          </m:r>
                        </m:e>
                        <m:e>
                          <m:sSub>
                            <m:sSubPr>
                              <m:ctrlPr>
                                <a:rPr lang="zh-TW" altLang="en-US" i="1">
                                  <a:latin typeface="Cambria Math" panose="02040503050406030204" pitchFamily="18" charset="0"/>
                                </a:rPr>
                              </m:ctrlPr>
                            </m:sSubPr>
                            <m:e>
                              <m:r>
                                <a:rPr lang="zh-TW" altLang="en-US" i="1">
                                  <a:latin typeface="Cambria Math" panose="02040503050406030204" pitchFamily="18" charset="0"/>
                                </a:rPr>
                                <m:t>𝐟</m:t>
                              </m:r>
                            </m:e>
                            <m:sub>
                              <m:r>
                                <a:rPr lang="zh-TW" altLang="en-US" i="1">
                                  <a:latin typeface="Cambria Math" panose="02040503050406030204" pitchFamily="18" charset="0"/>
                                </a:rPr>
                                <m:t>𝐢</m:t>
                              </m:r>
                            </m:sub>
                          </m:sSub>
                          <m:r>
                            <a:rPr lang="zh-TW" altLang="en-US" i="1">
                              <a:latin typeface="Cambria Math" panose="02040503050406030204" pitchFamily="18" charset="0"/>
                            </a:rPr>
                            <m:t>&amp;:</m:t>
                          </m:r>
                          <m:r>
                            <m:rPr>
                              <m:nor/>
                            </m:rPr>
                            <a:rPr lang="zh-TW" altLang="en-US" i="0">
                              <a:latin typeface="Cambria Math" panose="02040503050406030204" pitchFamily="18" charset="0"/>
                            </a:rPr>
                            <m:t>標準化後的詞頻向量</m:t>
                          </m:r>
                        </m:e>
                        <m:e>
                          <m:r>
                            <a:rPr lang="zh-TW" altLang="en-US" i="1">
                              <a:latin typeface="Cambria Math" panose="02040503050406030204" pitchFamily="18" charset="0"/>
                            </a:rPr>
                            <m:t>𝑃</m:t>
                          </m:r>
                          <m:r>
                            <a:rPr lang="zh-TW" altLang="en-US" i="1">
                              <a:latin typeface="Cambria Math" panose="02040503050406030204" pitchFamily="18" charset="0"/>
                            </a:rPr>
                            <m:t>&amp;:</m:t>
                          </m:r>
                          <m:r>
                            <m:rPr>
                              <m:nor/>
                            </m:rPr>
                            <a:rPr lang="zh-TW" altLang="en-US" i="0">
                              <a:latin typeface="Cambria Math" panose="02040503050406030204" pitchFamily="18" charset="0"/>
                            </a:rPr>
                            <m:t>Chi</m:t>
                          </m:r>
                          <m:r>
                            <m:rPr>
                              <m:nor/>
                            </m:rPr>
                            <a:rPr lang="zh-TW" altLang="en-US" i="0">
                              <a:latin typeface="Cambria Math" panose="02040503050406030204" pitchFamily="18" charset="0"/>
                            </a:rPr>
                            <m:t>−</m:t>
                          </m:r>
                          <m:r>
                            <m:rPr>
                              <m:nor/>
                            </m:rPr>
                            <a:rPr lang="zh-TW" altLang="en-US" i="0">
                              <a:latin typeface="Cambria Math" panose="02040503050406030204" pitchFamily="18" charset="0"/>
                            </a:rPr>
                            <m:t>square</m:t>
                          </m:r>
                          <m:r>
                            <m:rPr>
                              <m:nor/>
                            </m:rPr>
                            <a:rPr lang="zh-TW" altLang="en-US" i="0">
                              <a:latin typeface="Cambria Math" panose="02040503050406030204" pitchFamily="18" charset="0"/>
                            </a:rPr>
                            <m:t> </m:t>
                          </m:r>
                          <m:r>
                            <m:rPr>
                              <m:nor/>
                            </m:rPr>
                            <a:rPr lang="zh-TW" altLang="en-US" i="0">
                              <a:latin typeface="Cambria Math" panose="02040503050406030204" pitchFamily="18" charset="0"/>
                            </a:rPr>
                            <m:t>後保留的詞彙特徵數</m:t>
                          </m:r>
                        </m:e>
                        <m:e>
                          <m:r>
                            <a:rPr lang="zh-TW" altLang="en-US" i="1">
                              <a:latin typeface="Cambria Math" panose="02040503050406030204" pitchFamily="18" charset="0"/>
                            </a:rPr>
                            <m:t>𝐾</m:t>
                          </m:r>
                          <m:r>
                            <a:rPr lang="zh-TW" altLang="en-US" i="1">
                              <a:latin typeface="Cambria Math" panose="02040503050406030204" pitchFamily="18" charset="0"/>
                            </a:rPr>
                            <m:t>&amp;:</m:t>
                          </m:r>
                          <m:r>
                            <m:rPr>
                              <m:nor/>
                            </m:rPr>
                            <a:rPr lang="zh-TW" altLang="en-US" i="0">
                              <a:latin typeface="Cambria Math" panose="02040503050406030204" pitchFamily="18" charset="0"/>
                            </a:rPr>
                            <m:t>MNIR</m:t>
                          </m:r>
                          <m:r>
                            <m:rPr>
                              <m:nor/>
                            </m:rPr>
                            <a:rPr lang="zh-TW" altLang="en-US" i="0">
                              <a:latin typeface="Cambria Math" panose="02040503050406030204" pitchFamily="18" charset="0"/>
                            </a:rPr>
                            <m:t> </m:t>
                          </m:r>
                          <m:r>
                            <m:rPr>
                              <m:nor/>
                            </m:rPr>
                            <a:rPr lang="zh-TW" altLang="en-US" i="0">
                              <a:latin typeface="Cambria Math" panose="02040503050406030204" pitchFamily="18" charset="0"/>
                            </a:rPr>
                            <m:t>轉換後的低維分數數量</m:t>
                          </m:r>
                        </m:e>
                        <m:e>
                          <m:acc>
                            <m:accPr>
                              <m:chr m:val="̂"/>
                              <m:ctrlPr>
                                <a:rPr lang="zh-TW" altLang="en-US" i="1">
                                  <a:latin typeface="Cambria Math" panose="02040503050406030204" pitchFamily="18" charset="0"/>
                                </a:rPr>
                              </m:ctrlPr>
                            </m:accPr>
                            <m:e>
                              <m:r>
                                <a:rPr lang="zh-TW" altLang="en-US" i="0">
                                  <a:latin typeface="Cambria Math" panose="02040503050406030204" pitchFamily="18" charset="0"/>
                                </a:rPr>
                                <m:t>𝚽</m:t>
                              </m:r>
                            </m:e>
                          </m:acc>
                          <m:r>
                            <a:rPr lang="zh-TW" altLang="en-US" i="1">
                              <a:latin typeface="Cambria Math" panose="02040503050406030204" pitchFamily="18" charset="0"/>
                            </a:rPr>
                            <m:t>&amp;:</m:t>
                          </m:r>
                          <m:r>
                            <m:rPr>
                              <m:nor/>
                            </m:rPr>
                            <a:rPr lang="zh-TW" altLang="en-US" i="0">
                              <a:latin typeface="Cambria Math" panose="02040503050406030204" pitchFamily="18" charset="0"/>
                            </a:rPr>
                            <m:t>MNIR</m:t>
                          </m:r>
                          <m:r>
                            <m:rPr>
                              <m:nor/>
                            </m:rPr>
                            <a:rPr lang="zh-TW" altLang="en-US" i="0">
                              <a:latin typeface="Cambria Math" panose="02040503050406030204" pitchFamily="18" charset="0"/>
                            </a:rPr>
                            <m:t> </m:t>
                          </m:r>
                          <m:r>
                            <m:rPr>
                              <m:nor/>
                            </m:rPr>
                            <a:rPr lang="zh-TW" altLang="en-US" i="0">
                              <a:latin typeface="Cambria Math" panose="02040503050406030204" pitchFamily="18" charset="0"/>
                            </a:rPr>
                            <m:t>估計出的詞彙投影參數矩陣</m:t>
                          </m:r>
                        </m:e>
                        <m:e>
                          <m:sSub>
                            <m:sSubPr>
                              <m:ctrlPr>
                                <a:rPr lang="zh-TW" altLang="en-US" i="1">
                                  <a:latin typeface="Cambria Math" panose="02040503050406030204" pitchFamily="18" charset="0"/>
                                </a:rPr>
                              </m:ctrlPr>
                            </m:sSubPr>
                            <m:e>
                              <m:r>
                                <a:rPr lang="zh-TW" altLang="en-US" i="1">
                                  <a:latin typeface="Cambria Math" panose="02040503050406030204" pitchFamily="18" charset="0"/>
                                </a:rPr>
                                <m:t>𝐳</m:t>
                              </m:r>
                            </m:e>
                            <m:sub>
                              <m:r>
                                <a:rPr lang="zh-TW" altLang="en-US" i="1">
                                  <a:latin typeface="Cambria Math" panose="02040503050406030204" pitchFamily="18" charset="0"/>
                                </a:rPr>
                                <m:t>𝐢</m:t>
                              </m:r>
                            </m:sub>
                          </m:sSub>
                          <m:r>
                            <a:rPr lang="zh-TW" altLang="en-US" i="1">
                              <a:latin typeface="Cambria Math" panose="02040503050406030204" pitchFamily="18" charset="0"/>
                            </a:rPr>
                            <m:t>&amp;:</m:t>
                          </m:r>
                          <m:r>
                            <m:rPr>
                              <m:nor/>
                            </m:rPr>
                            <a:rPr lang="zh-TW" altLang="en-US" i="0">
                              <a:latin typeface="Cambria Math" panose="02040503050406030204" pitchFamily="18" charset="0"/>
                            </a:rPr>
                            <m:t>第</m:t>
                          </m:r>
                          <m:r>
                            <m:rPr>
                              <m:nor/>
                            </m:rPr>
                            <a:rPr lang="zh-TW" altLang="en-US" i="0">
                              <a:latin typeface="Cambria Math" panose="02040503050406030204" pitchFamily="18" charset="0"/>
                            </a:rPr>
                            <m:t> </m:t>
                          </m:r>
                          <m:r>
                            <a:rPr lang="zh-TW" altLang="en-US" i="1">
                              <a:latin typeface="Cambria Math" panose="02040503050406030204" pitchFamily="18" charset="0"/>
                            </a:rPr>
                            <m:t>𝑖</m:t>
                          </m:r>
                          <m:r>
                            <m:rPr>
                              <m:nor/>
                            </m:rPr>
                            <a:rPr lang="zh-TW" altLang="en-US" i="0">
                              <a:latin typeface="Cambria Math" panose="02040503050406030204" pitchFamily="18" charset="0"/>
                            </a:rPr>
                            <m:t> </m:t>
                          </m:r>
                          <m:r>
                            <m:rPr>
                              <m:nor/>
                            </m:rPr>
                            <a:rPr lang="zh-TW" altLang="en-US" i="0">
                              <a:latin typeface="Cambria Math" panose="02040503050406030204" pitchFamily="18" charset="0"/>
                            </a:rPr>
                            <m:t>篇判決的</m:t>
                          </m:r>
                          <m:r>
                            <m:rPr>
                              <m:nor/>
                            </m:rPr>
                            <a:rPr lang="zh-TW" altLang="en-US" i="0">
                              <a:latin typeface="Cambria Math" panose="02040503050406030204" pitchFamily="18" charset="0"/>
                            </a:rPr>
                            <m:t> </m:t>
                          </m:r>
                          <m:r>
                            <m:rPr>
                              <m:nor/>
                            </m:rPr>
                            <a:rPr lang="zh-TW" altLang="en-US" i="0">
                              <a:latin typeface="Cambria Math" panose="02040503050406030204" pitchFamily="18" charset="0"/>
                            </a:rPr>
                            <m:t>MNIR</m:t>
                          </m:r>
                          <m:r>
                            <m:rPr>
                              <m:nor/>
                            </m:rPr>
                            <a:rPr lang="zh-TW" altLang="en-US" i="0">
                              <a:latin typeface="Cambria Math" panose="02040503050406030204" pitchFamily="18" charset="0"/>
                            </a:rPr>
                            <m:t> </m:t>
                          </m:r>
                          <m:r>
                            <m:rPr>
                              <m:nor/>
                            </m:rPr>
                            <a:rPr lang="zh-TW" altLang="en-US" i="0">
                              <a:latin typeface="Cambria Math" panose="02040503050406030204" pitchFamily="18" charset="0"/>
                            </a:rPr>
                            <m:t>scores</m:t>
                          </m:r>
                        </m:e>
                      </m:eqArr>
                    </m:oMath>
                  </m:oMathPara>
                </a14:m>
                <a:endParaRPr lang="zh-TW" altLang="en-US" dirty="0"/>
              </a:p>
            </p:txBody>
          </p:sp>
        </mc:Choice>
        <mc:Fallback xmlns="">
          <p:sp>
            <p:nvSpPr>
              <p:cNvPr id="36" name="文字方塊 35">
                <a:extLst>
                  <a:ext uri="{FF2B5EF4-FFF2-40B4-BE49-F238E27FC236}">
                    <a16:creationId xmlns:a16="http://schemas.microsoft.com/office/drawing/2014/main" id="{474AAA8D-934B-1470-60E6-CBCA0581DE44}"/>
                  </a:ext>
                </a:extLst>
              </p:cNvPr>
              <p:cNvSpPr txBox="1">
                <a:spLocks noRot="1" noChangeAspect="1" noMove="1" noResize="1" noEditPoints="1" noAdjustHandles="1" noChangeArrowheads="1" noChangeShapeType="1" noTextEdit="1"/>
              </p:cNvSpPr>
              <p:nvPr/>
            </p:nvSpPr>
            <p:spPr>
              <a:xfrm>
                <a:off x="576432" y="3841480"/>
                <a:ext cx="6094206" cy="2145780"/>
              </a:xfrm>
              <a:prstGeom prst="rect">
                <a:avLst/>
              </a:prstGeom>
              <a:blipFill>
                <a:blip r:embed="rId10"/>
                <a:stretch>
                  <a:fillRect/>
                </a:stretch>
              </a:blipFill>
            </p:spPr>
            <p:txBody>
              <a:bodyPr/>
              <a:lstStyle/>
              <a:p>
                <a:r>
                  <a:rPr lang="zh-TW" altLang="en-US">
                    <a:noFill/>
                  </a:rPr>
                  <a:t> </a:t>
                </a:r>
              </a:p>
            </p:txBody>
          </p:sp>
        </mc:Fallback>
      </mc:AlternateContent>
      <p:pic>
        <p:nvPicPr>
          <p:cNvPr id="40" name="圖片 39">
            <a:extLst>
              <a:ext uri="{FF2B5EF4-FFF2-40B4-BE49-F238E27FC236}">
                <a16:creationId xmlns:a16="http://schemas.microsoft.com/office/drawing/2014/main" id="{F465242D-7304-654B-8D86-1EF3614A26E4}"/>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096000" y="1547295"/>
            <a:ext cx="5765737" cy="3763410"/>
          </a:xfrm>
          <a:prstGeom prst="rect">
            <a:avLst/>
          </a:prstGeom>
        </p:spPr>
      </p:pic>
    </p:spTree>
    <p:extLst>
      <p:ext uri="{BB962C8B-B14F-4D97-AF65-F5344CB8AC3E}">
        <p14:creationId xmlns:p14="http://schemas.microsoft.com/office/powerpoint/2010/main" val="26766894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488FF3-5CC3-F1F4-AD79-E6B4B8039BA3}"/>
              </a:ext>
            </a:extLst>
          </p:cNvPr>
          <p:cNvSpPr>
            <a:spLocks noGrp="1"/>
          </p:cNvSpPr>
          <p:nvPr>
            <p:ph type="title"/>
          </p:nvPr>
        </p:nvSpPr>
        <p:spPr/>
        <p:txBody>
          <a:bodyPr/>
          <a:lstStyle/>
          <a:p>
            <a:r>
              <a:rPr lang="zh-TW" altLang="en-US" dirty="0"/>
              <a:t>研究設計驗證：特徵與模型</a:t>
            </a:r>
          </a:p>
        </p:txBody>
      </p:sp>
      <p:graphicFrame>
        <p:nvGraphicFramePr>
          <p:cNvPr id="5" name="資料庫圖表 4">
            <a:extLst>
              <a:ext uri="{FF2B5EF4-FFF2-40B4-BE49-F238E27FC236}">
                <a16:creationId xmlns:a16="http://schemas.microsoft.com/office/drawing/2014/main" id="{5C22604A-84F4-58EA-FD06-3B25E2481F00}"/>
              </a:ext>
            </a:extLst>
          </p:cNvPr>
          <p:cNvGraphicFramePr/>
          <p:nvPr>
            <p:extLst>
              <p:ext uri="{D42A27DB-BD31-4B8C-83A1-F6EECF244321}">
                <p14:modId xmlns:p14="http://schemas.microsoft.com/office/powerpoint/2010/main" val="111235096"/>
              </p:ext>
            </p:extLst>
          </p:nvPr>
        </p:nvGraphicFramePr>
        <p:xfrm>
          <a:off x="1455569" y="5939896"/>
          <a:ext cx="9898231" cy="110595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10" name="直線接點 9">
            <a:extLst>
              <a:ext uri="{FF2B5EF4-FFF2-40B4-BE49-F238E27FC236}">
                <a16:creationId xmlns:a16="http://schemas.microsoft.com/office/drawing/2014/main" id="{C6000A01-E5D1-06E4-201A-0070BAEC147F}"/>
              </a:ext>
            </a:extLst>
          </p:cNvPr>
          <p:cNvCxnSpPr>
            <a:cxnSpLocks/>
            <a:stCxn id="2" idx="2"/>
          </p:cNvCxnSpPr>
          <p:nvPr/>
        </p:nvCxnSpPr>
        <p:spPr>
          <a:xfrm>
            <a:off x="6096000" y="1690688"/>
            <a:ext cx="0" cy="4118441"/>
          </a:xfrm>
          <a:prstGeom prst="line">
            <a:avLst/>
          </a:prstGeom>
        </p:spPr>
        <p:style>
          <a:lnRef idx="2">
            <a:schemeClr val="accent1"/>
          </a:lnRef>
          <a:fillRef idx="0">
            <a:schemeClr val="accent1"/>
          </a:fillRef>
          <a:effectRef idx="1">
            <a:schemeClr val="accent1"/>
          </a:effectRef>
          <a:fontRef idx="minor">
            <a:schemeClr val="tx1"/>
          </a:fontRef>
        </p:style>
      </p:cxnSp>
      <p:sp>
        <p:nvSpPr>
          <p:cNvPr id="13" name="文字方塊 12">
            <a:extLst>
              <a:ext uri="{FF2B5EF4-FFF2-40B4-BE49-F238E27FC236}">
                <a16:creationId xmlns:a16="http://schemas.microsoft.com/office/drawing/2014/main" id="{998AA11C-85B6-3424-0844-9DF85BAFDFE5}"/>
              </a:ext>
            </a:extLst>
          </p:cNvPr>
          <p:cNvSpPr txBox="1"/>
          <p:nvPr/>
        </p:nvSpPr>
        <p:spPr>
          <a:xfrm>
            <a:off x="1731981" y="1821455"/>
            <a:ext cx="1391984" cy="646331"/>
          </a:xfrm>
          <a:prstGeom prst="rect">
            <a:avLst/>
          </a:prstGeom>
          <a:noFill/>
        </p:spPr>
        <p:txBody>
          <a:bodyPr wrap="none" rtlCol="0">
            <a:spAutoFit/>
          </a:bodyPr>
          <a:lstStyle/>
          <a:p>
            <a:r>
              <a:rPr lang="en-US" altLang="zh-TW" dirty="0"/>
              <a:t>MNIR + SVM</a:t>
            </a:r>
          </a:p>
          <a:p>
            <a:r>
              <a:rPr lang="zh-TW" altLang="en-US" dirty="0"/>
              <a:t>輸入特徵：</a:t>
            </a:r>
          </a:p>
        </p:txBody>
      </p:sp>
      <p:sp>
        <p:nvSpPr>
          <p:cNvPr id="15" name="文字方塊 14">
            <a:extLst>
              <a:ext uri="{FF2B5EF4-FFF2-40B4-BE49-F238E27FC236}">
                <a16:creationId xmlns:a16="http://schemas.microsoft.com/office/drawing/2014/main" id="{918239FC-987F-3312-1A1F-5E31E60DE7AF}"/>
              </a:ext>
            </a:extLst>
          </p:cNvPr>
          <p:cNvSpPr txBox="1"/>
          <p:nvPr/>
        </p:nvSpPr>
        <p:spPr>
          <a:xfrm>
            <a:off x="7080324" y="1821455"/>
            <a:ext cx="1338828" cy="646331"/>
          </a:xfrm>
          <a:prstGeom prst="rect">
            <a:avLst/>
          </a:prstGeom>
          <a:noFill/>
        </p:spPr>
        <p:txBody>
          <a:bodyPr wrap="none" rtlCol="0">
            <a:spAutoFit/>
          </a:bodyPr>
          <a:lstStyle/>
          <a:p>
            <a:r>
              <a:rPr lang="en-US" altLang="zh-TW" dirty="0"/>
              <a:t>Direct SVM</a:t>
            </a:r>
          </a:p>
          <a:p>
            <a:r>
              <a:rPr lang="zh-TW" altLang="en-US" dirty="0"/>
              <a:t>輸入特徵：</a:t>
            </a:r>
          </a:p>
        </p:txBody>
      </p:sp>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55D2EE5C-DF8E-E862-E0FC-0A1310B9F15B}"/>
                  </a:ext>
                </a:extLst>
              </p:cNvPr>
              <p:cNvSpPr txBox="1"/>
              <p:nvPr/>
            </p:nvSpPr>
            <p:spPr>
              <a:xfrm>
                <a:off x="76862" y="2463086"/>
                <a:ext cx="6094206" cy="5531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TW" altLang="en-US" i="1" smtClean="0">
                              <a:latin typeface="Cambria Math" panose="02040503050406030204" pitchFamily="18" charset="0"/>
                            </a:rPr>
                          </m:ctrlPr>
                        </m:sSubPr>
                        <m:e>
                          <m:r>
                            <a:rPr lang="zh-TW" altLang="en-US" i="1">
                              <a:latin typeface="Cambria Math" panose="02040503050406030204" pitchFamily="18" charset="0"/>
                            </a:rPr>
                            <m:t>𝐳</m:t>
                          </m:r>
                        </m:e>
                        <m:sub>
                          <m:r>
                            <a:rPr lang="zh-TW" altLang="en-US" i="1">
                              <a:latin typeface="Cambria Math" panose="02040503050406030204" pitchFamily="18" charset="0"/>
                            </a:rPr>
                            <m:t>𝐢</m:t>
                          </m:r>
                        </m:sub>
                      </m:sSub>
                      <m:r>
                        <a:rPr lang="zh-TW" altLang="en-US" i="1">
                          <a:latin typeface="Cambria Math" panose="02040503050406030204" pitchFamily="18" charset="0"/>
                        </a:rPr>
                        <m:t>=</m:t>
                      </m:r>
                      <m:d>
                        <m:dPr>
                          <m:begChr m:val="["/>
                          <m:endChr m:val="]"/>
                          <m:ctrlPr>
                            <a:rPr lang="zh-TW" altLang="en-US" i="1">
                              <a:latin typeface="Cambria Math" panose="02040503050406030204" pitchFamily="18" charset="0"/>
                            </a:rPr>
                          </m:ctrlPr>
                        </m:dPr>
                        <m:e>
                          <m:m>
                            <m:mPr>
                              <m:plcHide m:val="on"/>
                              <m:mcs>
                                <m:mc>
                                  <m:mcPr>
                                    <m:count m:val="1"/>
                                    <m:mcJc m:val="center"/>
                                  </m:mcPr>
                                </m:mc>
                              </m:mcs>
                              <m:ctrlPr>
                                <a:rPr lang="zh-TW" altLang="en-US" i="1">
                                  <a:latin typeface="Cambria Math" panose="02040503050406030204" pitchFamily="18" charset="0"/>
                                </a:rPr>
                              </m:ctrlPr>
                            </m:mPr>
                            <m:mr>
                              <m:e>
                                <m:sSub>
                                  <m:sSubPr>
                                    <m:ctrlPr>
                                      <a:rPr lang="zh-TW" altLang="en-US" i="1">
                                        <a:latin typeface="Cambria Math" panose="02040503050406030204" pitchFamily="18" charset="0"/>
                                      </a:rPr>
                                    </m:ctrlPr>
                                  </m:sSubPr>
                                  <m:e>
                                    <m:r>
                                      <a:rPr lang="zh-TW" altLang="en-US" i="1">
                                        <a:latin typeface="Cambria Math" panose="02040503050406030204" pitchFamily="18" charset="0"/>
                                      </a:rPr>
                                      <m:t>𝑧</m:t>
                                    </m:r>
                                  </m:e>
                                  <m:sub>
                                    <m:r>
                                      <a:rPr lang="zh-TW" altLang="en-US" i="1">
                                        <a:latin typeface="Cambria Math" panose="02040503050406030204" pitchFamily="18" charset="0"/>
                                      </a:rPr>
                                      <m:t>𝑖</m:t>
                                    </m:r>
                                    <m:r>
                                      <a:rPr lang="zh-TW" altLang="en-US" i="1">
                                        <a:latin typeface="Cambria Math" panose="02040503050406030204" pitchFamily="18" charset="0"/>
                                      </a:rPr>
                                      <m:t>1</m:t>
                                    </m:r>
                                  </m:sub>
                                </m:sSub>
                              </m:e>
                            </m:mr>
                            <m:mr>
                              <m:e>
                                <m:sSub>
                                  <m:sSubPr>
                                    <m:ctrlPr>
                                      <a:rPr lang="zh-TW" altLang="en-US" i="1">
                                        <a:latin typeface="Cambria Math" panose="02040503050406030204" pitchFamily="18" charset="0"/>
                                      </a:rPr>
                                    </m:ctrlPr>
                                  </m:sSubPr>
                                  <m:e>
                                    <m:r>
                                      <a:rPr lang="zh-TW" altLang="en-US" i="1">
                                        <a:latin typeface="Cambria Math" panose="02040503050406030204" pitchFamily="18" charset="0"/>
                                      </a:rPr>
                                      <m:t>𝑧</m:t>
                                    </m:r>
                                  </m:e>
                                  <m:sub>
                                    <m:r>
                                      <a:rPr lang="zh-TW" altLang="en-US" i="1">
                                        <a:latin typeface="Cambria Math" panose="02040503050406030204" pitchFamily="18" charset="0"/>
                                      </a:rPr>
                                      <m:t>𝑖</m:t>
                                    </m:r>
                                    <m:r>
                                      <a:rPr lang="zh-TW" altLang="en-US" i="1">
                                        <a:latin typeface="Cambria Math" panose="02040503050406030204" pitchFamily="18" charset="0"/>
                                      </a:rPr>
                                      <m:t>2</m:t>
                                    </m:r>
                                  </m:sub>
                                </m:sSub>
                              </m:e>
                            </m:mr>
                          </m:m>
                        </m:e>
                      </m:d>
                    </m:oMath>
                  </m:oMathPara>
                </a14:m>
                <a:endParaRPr lang="zh-TW" altLang="en-US" dirty="0"/>
              </a:p>
            </p:txBody>
          </p:sp>
        </mc:Choice>
        <mc:Fallback xmlns="">
          <p:sp>
            <p:nvSpPr>
              <p:cNvPr id="17" name="文字方塊 16">
                <a:extLst>
                  <a:ext uri="{FF2B5EF4-FFF2-40B4-BE49-F238E27FC236}">
                    <a16:creationId xmlns:a16="http://schemas.microsoft.com/office/drawing/2014/main" id="{55D2EE5C-DF8E-E862-E0FC-0A1310B9F15B}"/>
                  </a:ext>
                </a:extLst>
              </p:cNvPr>
              <p:cNvSpPr txBox="1">
                <a:spLocks noRot="1" noChangeAspect="1" noMove="1" noResize="1" noEditPoints="1" noAdjustHandles="1" noChangeArrowheads="1" noChangeShapeType="1" noTextEdit="1"/>
              </p:cNvSpPr>
              <p:nvPr/>
            </p:nvSpPr>
            <p:spPr>
              <a:xfrm>
                <a:off x="76862" y="2463086"/>
                <a:ext cx="6094206" cy="553165"/>
              </a:xfrm>
              <a:prstGeom prst="rect">
                <a:avLst/>
              </a:prstGeom>
              <a:blipFill>
                <a:blip r:embed="rId8"/>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9" name="文字方塊 18">
                <a:extLst>
                  <a:ext uri="{FF2B5EF4-FFF2-40B4-BE49-F238E27FC236}">
                    <a16:creationId xmlns:a16="http://schemas.microsoft.com/office/drawing/2014/main" id="{E91E1E3A-B4DC-938B-0B5F-CAD5FA590328}"/>
                  </a:ext>
                </a:extLst>
              </p:cNvPr>
              <p:cNvSpPr txBox="1"/>
              <p:nvPr/>
            </p:nvSpPr>
            <p:spPr>
              <a:xfrm>
                <a:off x="5811819" y="2675844"/>
                <a:ext cx="6094206" cy="112748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TW" altLang="en-US" i="1" smtClean="0">
                              <a:latin typeface="Cambria Math" panose="02040503050406030204" pitchFamily="18" charset="0"/>
                            </a:rPr>
                          </m:ctrlPr>
                        </m:sSubPr>
                        <m:e>
                          <m:r>
                            <m:rPr>
                              <m:sty m:val="p"/>
                            </m:rPr>
                            <a:rPr lang="el-GR" altLang="zh-TW" i="1" smtClean="0">
                              <a:latin typeface="Cambria Math" panose="02040503050406030204" pitchFamily="18" charset="0"/>
                              <a:ea typeface="Cambria Math" panose="02040503050406030204" pitchFamily="18" charset="0"/>
                            </a:rPr>
                            <m:t>Χ</m:t>
                          </m:r>
                        </m:e>
                        <m:sub>
                          <m:r>
                            <a:rPr lang="zh-TW" altLang="en-US" i="1">
                              <a:latin typeface="Cambria Math" panose="02040503050406030204" pitchFamily="18" charset="0"/>
                            </a:rPr>
                            <m:t>𝐢</m:t>
                          </m:r>
                        </m:sub>
                      </m:sSub>
                      <m:r>
                        <a:rPr lang="zh-TW" altLang="en-US" i="1">
                          <a:latin typeface="Cambria Math" panose="02040503050406030204" pitchFamily="18" charset="0"/>
                        </a:rPr>
                        <m:t>=</m:t>
                      </m:r>
                      <m:d>
                        <m:dPr>
                          <m:begChr m:val="["/>
                          <m:endChr m:val="]"/>
                          <m:ctrlPr>
                            <a:rPr lang="zh-TW" altLang="en-US" i="1">
                              <a:latin typeface="Cambria Math" panose="02040503050406030204" pitchFamily="18" charset="0"/>
                            </a:rPr>
                          </m:ctrlPr>
                        </m:dPr>
                        <m:e>
                          <m:m>
                            <m:mPr>
                              <m:plcHide m:val="on"/>
                              <m:mcs>
                                <m:mc>
                                  <m:mcPr>
                                    <m:count m:val="1"/>
                                    <m:mcJc m:val="center"/>
                                  </m:mcPr>
                                </m:mc>
                              </m:mcs>
                              <m:ctrlPr>
                                <a:rPr lang="zh-TW" altLang="en-US" i="1">
                                  <a:latin typeface="Cambria Math" panose="02040503050406030204" pitchFamily="18" charset="0"/>
                                </a:rPr>
                              </m:ctrlPr>
                            </m:mPr>
                            <m:mr>
                              <m:e>
                                <m:sSub>
                                  <m:sSubPr>
                                    <m:ctrlPr>
                                      <a:rPr lang="zh-TW" altLang="en-US" i="1">
                                        <a:latin typeface="Cambria Math" panose="02040503050406030204" pitchFamily="18" charset="0"/>
                                      </a:rPr>
                                    </m:ctrlPr>
                                  </m:sSubPr>
                                  <m:e>
                                    <m:r>
                                      <a:rPr lang="zh-TW" altLang="en-US" i="1" smtClean="0">
                                        <a:latin typeface="Cambria Math" panose="02040503050406030204" pitchFamily="18" charset="0"/>
                                      </a:rPr>
                                      <m:t>𝜒</m:t>
                                    </m:r>
                                  </m:e>
                                  <m:sub>
                                    <m:r>
                                      <a:rPr lang="zh-TW" altLang="en-US" i="1">
                                        <a:latin typeface="Cambria Math" panose="02040503050406030204" pitchFamily="18" charset="0"/>
                                      </a:rPr>
                                      <m:t>𝑖</m:t>
                                    </m:r>
                                    <m:r>
                                      <a:rPr lang="zh-TW" altLang="en-US" i="1">
                                        <a:latin typeface="Cambria Math" panose="02040503050406030204" pitchFamily="18" charset="0"/>
                                      </a:rPr>
                                      <m:t>1</m:t>
                                    </m:r>
                                  </m:sub>
                                </m:sSub>
                              </m:e>
                            </m:mr>
                            <m:mr>
                              <m:e>
                                <m:sSub>
                                  <m:sSubPr>
                                    <m:ctrlPr>
                                      <a:rPr lang="zh-TW" altLang="en-US" i="1">
                                        <a:latin typeface="Cambria Math" panose="02040503050406030204" pitchFamily="18" charset="0"/>
                                      </a:rPr>
                                    </m:ctrlPr>
                                  </m:sSubPr>
                                  <m:e>
                                    <m:r>
                                      <a:rPr lang="zh-TW" altLang="en-US" i="1" smtClean="0">
                                        <a:latin typeface="Cambria Math" panose="02040503050406030204" pitchFamily="18" charset="0"/>
                                      </a:rPr>
                                      <m:t>𝜒</m:t>
                                    </m:r>
                                  </m:e>
                                  <m:sub>
                                    <m:r>
                                      <a:rPr lang="zh-TW" altLang="en-US" i="1">
                                        <a:latin typeface="Cambria Math" panose="02040503050406030204" pitchFamily="18" charset="0"/>
                                      </a:rPr>
                                      <m:t>𝑖</m:t>
                                    </m:r>
                                    <m:r>
                                      <a:rPr lang="zh-TW" altLang="en-US" i="1">
                                        <a:latin typeface="Cambria Math" panose="02040503050406030204" pitchFamily="18" charset="0"/>
                                      </a:rPr>
                                      <m:t>2</m:t>
                                    </m:r>
                                  </m:sub>
                                </m:sSub>
                              </m:e>
                            </m:mr>
                            <m:mr>
                              <m:e>
                                <m:r>
                                  <a:rPr lang="zh-TW" altLang="en-US" i="1">
                                    <a:latin typeface="Cambria Math" panose="02040503050406030204" pitchFamily="18" charset="0"/>
                                  </a:rPr>
                                  <m:t>⋮</m:t>
                                </m:r>
                              </m:e>
                            </m:mr>
                            <m:mr>
                              <m:e>
                                <m:sSub>
                                  <m:sSubPr>
                                    <m:ctrlPr>
                                      <a:rPr lang="zh-TW" altLang="en-US" i="1">
                                        <a:latin typeface="Cambria Math" panose="02040503050406030204" pitchFamily="18" charset="0"/>
                                      </a:rPr>
                                    </m:ctrlPr>
                                  </m:sSubPr>
                                  <m:e>
                                    <m:r>
                                      <a:rPr lang="zh-TW" altLang="en-US" i="1" smtClean="0">
                                        <a:latin typeface="Cambria Math" panose="02040503050406030204" pitchFamily="18" charset="0"/>
                                      </a:rPr>
                                      <m:t>𝜒</m:t>
                                    </m:r>
                                  </m:e>
                                  <m:sub>
                                    <m:r>
                                      <a:rPr lang="zh-TW" altLang="en-US" i="1">
                                        <a:latin typeface="Cambria Math" panose="02040503050406030204" pitchFamily="18" charset="0"/>
                                      </a:rPr>
                                      <m:t>𝑖</m:t>
                                    </m:r>
                                    <m:r>
                                      <m:rPr>
                                        <m:sty m:val="p"/>
                                      </m:rPr>
                                      <a:rPr lang="el-GR" altLang="zh-TW" i="1" smtClean="0">
                                        <a:latin typeface="Cambria Math" panose="02040503050406030204" pitchFamily="18" charset="0"/>
                                        <a:ea typeface="Cambria Math" panose="02040503050406030204" pitchFamily="18" charset="0"/>
                                      </a:rPr>
                                      <m:t>Κ</m:t>
                                    </m:r>
                                  </m:sub>
                                </m:sSub>
                              </m:e>
                            </m:mr>
                          </m:m>
                        </m:e>
                      </m:d>
                    </m:oMath>
                  </m:oMathPara>
                </a14:m>
                <a:endParaRPr lang="zh-TW" altLang="en-US" dirty="0"/>
              </a:p>
            </p:txBody>
          </p:sp>
        </mc:Choice>
        <mc:Fallback xmlns="">
          <p:sp>
            <p:nvSpPr>
              <p:cNvPr id="19" name="文字方塊 18">
                <a:extLst>
                  <a:ext uri="{FF2B5EF4-FFF2-40B4-BE49-F238E27FC236}">
                    <a16:creationId xmlns:a16="http://schemas.microsoft.com/office/drawing/2014/main" id="{E91E1E3A-B4DC-938B-0B5F-CAD5FA590328}"/>
                  </a:ext>
                </a:extLst>
              </p:cNvPr>
              <p:cNvSpPr txBox="1">
                <a:spLocks noRot="1" noChangeAspect="1" noMove="1" noResize="1" noEditPoints="1" noAdjustHandles="1" noChangeArrowheads="1" noChangeShapeType="1" noTextEdit="1"/>
              </p:cNvSpPr>
              <p:nvPr/>
            </p:nvSpPr>
            <p:spPr>
              <a:xfrm>
                <a:off x="5811819" y="2675844"/>
                <a:ext cx="6094206" cy="1127488"/>
              </a:xfrm>
              <a:prstGeom prst="rect">
                <a:avLst/>
              </a:prstGeom>
              <a:blipFill>
                <a:blip r:embed="rId9"/>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4721918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D553F54-B0CF-FB90-5F40-BF9467DB6B5B}"/>
              </a:ext>
            </a:extLst>
          </p:cNvPr>
          <p:cNvSpPr>
            <a:spLocks noGrp="1"/>
          </p:cNvSpPr>
          <p:nvPr>
            <p:ph type="title"/>
          </p:nvPr>
        </p:nvSpPr>
        <p:spPr/>
        <p:txBody>
          <a:bodyPr/>
          <a:lstStyle/>
          <a:p>
            <a:r>
              <a:rPr lang="zh-TW" altLang="en-US" dirty="0"/>
              <a:t>研究設計驗證：特徵與模型</a:t>
            </a:r>
          </a:p>
        </p:txBody>
      </p:sp>
      <p:graphicFrame>
        <p:nvGraphicFramePr>
          <p:cNvPr id="5" name="資料庫圖表 4">
            <a:extLst>
              <a:ext uri="{FF2B5EF4-FFF2-40B4-BE49-F238E27FC236}">
                <a16:creationId xmlns:a16="http://schemas.microsoft.com/office/drawing/2014/main" id="{63A97930-AA8E-6667-744F-4E219F5FFF9A}"/>
              </a:ext>
            </a:extLst>
          </p:cNvPr>
          <p:cNvGraphicFramePr/>
          <p:nvPr>
            <p:extLst>
              <p:ext uri="{D42A27DB-BD31-4B8C-83A1-F6EECF244321}">
                <p14:modId xmlns:p14="http://schemas.microsoft.com/office/powerpoint/2010/main" val="111235096"/>
              </p:ext>
            </p:extLst>
          </p:nvPr>
        </p:nvGraphicFramePr>
        <p:xfrm>
          <a:off x="1455569" y="5939896"/>
          <a:ext cx="9898231" cy="110595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0" name="內容版面配置區 9">
            <a:extLst>
              <a:ext uri="{FF2B5EF4-FFF2-40B4-BE49-F238E27FC236}">
                <a16:creationId xmlns:a16="http://schemas.microsoft.com/office/drawing/2014/main" id="{3EAB8C75-3239-F18F-814D-E780D24C270A}"/>
              </a:ext>
            </a:extLst>
          </p:cNvPr>
          <p:cNvGraphicFramePr>
            <a:graphicFrameLocks noGrp="1"/>
          </p:cNvGraphicFramePr>
          <p:nvPr>
            <p:ph idx="1"/>
            <p:extLst>
              <p:ext uri="{D42A27DB-BD31-4B8C-83A1-F6EECF244321}">
                <p14:modId xmlns:p14="http://schemas.microsoft.com/office/powerpoint/2010/main" val="1426782466"/>
              </p:ext>
            </p:extLst>
          </p:nvPr>
        </p:nvGraphicFramePr>
        <p:xfrm>
          <a:off x="967293" y="2648520"/>
          <a:ext cx="9220200" cy="2103120"/>
        </p:xfrm>
        <a:graphic>
          <a:graphicData uri="http://schemas.openxmlformats.org/drawingml/2006/table">
            <a:tbl>
              <a:tblPr/>
              <a:tblGrid>
                <a:gridCol w="2305050">
                  <a:extLst>
                    <a:ext uri="{9D8B030D-6E8A-4147-A177-3AD203B41FA5}">
                      <a16:colId xmlns:a16="http://schemas.microsoft.com/office/drawing/2014/main" val="3521513665"/>
                    </a:ext>
                  </a:extLst>
                </a:gridCol>
                <a:gridCol w="2305050">
                  <a:extLst>
                    <a:ext uri="{9D8B030D-6E8A-4147-A177-3AD203B41FA5}">
                      <a16:colId xmlns:a16="http://schemas.microsoft.com/office/drawing/2014/main" val="647855459"/>
                    </a:ext>
                  </a:extLst>
                </a:gridCol>
                <a:gridCol w="2918634">
                  <a:extLst>
                    <a:ext uri="{9D8B030D-6E8A-4147-A177-3AD203B41FA5}">
                      <a16:colId xmlns:a16="http://schemas.microsoft.com/office/drawing/2014/main" val="3384211518"/>
                    </a:ext>
                  </a:extLst>
                </a:gridCol>
                <a:gridCol w="1691466">
                  <a:extLst>
                    <a:ext uri="{9D8B030D-6E8A-4147-A177-3AD203B41FA5}">
                      <a16:colId xmlns:a16="http://schemas.microsoft.com/office/drawing/2014/main" val="1966743838"/>
                    </a:ext>
                  </a:extLst>
                </a:gridCol>
              </a:tblGrid>
              <a:tr h="0">
                <a:tc>
                  <a:txBody>
                    <a:bodyPr/>
                    <a:lstStyle/>
                    <a:p>
                      <a:pPr>
                        <a:buNone/>
                      </a:pPr>
                      <a:r>
                        <a:rPr lang="zh-TW"/>
                        <a:t>案件類型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Majority baseline Macro F1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最佳 Direct SVM Macro F1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是否提升</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95878899"/>
                  </a:ext>
                </a:extLst>
              </a:tr>
              <a:tr h="0">
                <a:tc>
                  <a:txBody>
                    <a:bodyPr/>
                    <a:lstStyle/>
                    <a:p>
                      <a:pPr>
                        <a:buNone/>
                      </a:pPr>
                      <a:r>
                        <a:rPr lang="zh-TW"/>
                        <a:t>行政</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0.311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0.380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dirty="0"/>
                        <a:t>是</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56739144"/>
                  </a:ext>
                </a:extLst>
              </a:tr>
              <a:tr h="0">
                <a:tc>
                  <a:txBody>
                    <a:bodyPr/>
                    <a:lstStyle/>
                    <a:p>
                      <a:pPr>
                        <a:buNone/>
                      </a:pPr>
                      <a:r>
                        <a:rPr lang="zh-TW"/>
                        <a:t>民事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0.269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0.428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是</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20496596"/>
                  </a:ext>
                </a:extLst>
              </a:tr>
              <a:tr h="0">
                <a:tc>
                  <a:txBody>
                    <a:bodyPr/>
                    <a:lstStyle/>
                    <a:p>
                      <a:pPr>
                        <a:buNone/>
                      </a:pPr>
                      <a:r>
                        <a:rPr lang="zh-TW"/>
                        <a:t>刑事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0.322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0.577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是</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94166603"/>
                  </a:ext>
                </a:extLst>
              </a:tr>
              <a:tr h="0">
                <a:tc>
                  <a:txBody>
                    <a:bodyPr/>
                    <a:lstStyle/>
                    <a:p>
                      <a:pPr>
                        <a:buNone/>
                      </a:pPr>
                      <a:r>
                        <a:rPr lang="zh-TW"/>
                        <a:t>刑事附帶民事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0.245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0.654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dirty="0"/>
                        <a:t>是</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8482634"/>
                  </a:ext>
                </a:extLst>
              </a:tr>
            </a:tbl>
          </a:graphicData>
        </a:graphic>
      </p:graphicFrame>
      <p:sp>
        <p:nvSpPr>
          <p:cNvPr id="14" name="文字方塊 13">
            <a:extLst>
              <a:ext uri="{FF2B5EF4-FFF2-40B4-BE49-F238E27FC236}">
                <a16:creationId xmlns:a16="http://schemas.microsoft.com/office/drawing/2014/main" id="{F8FF38EC-CD65-1663-0434-E4839827CF71}"/>
              </a:ext>
            </a:extLst>
          </p:cNvPr>
          <p:cNvSpPr txBox="1"/>
          <p:nvPr/>
        </p:nvSpPr>
        <p:spPr>
          <a:xfrm>
            <a:off x="2530290" y="1846438"/>
            <a:ext cx="6094206" cy="646331"/>
          </a:xfrm>
          <a:prstGeom prst="rect">
            <a:avLst/>
          </a:prstGeom>
          <a:noFill/>
        </p:spPr>
        <p:txBody>
          <a:bodyPr wrap="square">
            <a:spAutoFit/>
          </a:bodyPr>
          <a:lstStyle/>
          <a:p>
            <a:r>
              <a:rPr lang="zh-TW" altLang="en-US" dirty="0"/>
              <a:t>Majority Class baseline 不使用文本內容，而是一律預測訓練集中最多的類別。</a:t>
            </a:r>
          </a:p>
        </p:txBody>
      </p:sp>
    </p:spTree>
    <p:extLst>
      <p:ext uri="{BB962C8B-B14F-4D97-AF65-F5344CB8AC3E}">
        <p14:creationId xmlns:p14="http://schemas.microsoft.com/office/powerpoint/2010/main" val="18539230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262516B-EC08-8F19-8050-0B56FCB3B722}"/>
              </a:ext>
            </a:extLst>
          </p:cNvPr>
          <p:cNvSpPr>
            <a:spLocks noGrp="1"/>
          </p:cNvSpPr>
          <p:nvPr>
            <p:ph type="title"/>
          </p:nvPr>
        </p:nvSpPr>
        <p:spPr/>
        <p:txBody>
          <a:bodyPr/>
          <a:lstStyle/>
          <a:p>
            <a:r>
              <a:rPr lang="zh-TW" altLang="en-US" dirty="0"/>
              <a:t>實證結果支持</a:t>
            </a:r>
          </a:p>
        </p:txBody>
      </p:sp>
      <p:graphicFrame>
        <p:nvGraphicFramePr>
          <p:cNvPr id="5" name="資料庫圖表 4">
            <a:extLst>
              <a:ext uri="{FF2B5EF4-FFF2-40B4-BE49-F238E27FC236}">
                <a16:creationId xmlns:a16="http://schemas.microsoft.com/office/drawing/2014/main" id="{DC5F4C26-3E23-7933-48E4-67FCF7023C48}"/>
              </a:ext>
            </a:extLst>
          </p:cNvPr>
          <p:cNvGraphicFramePr/>
          <p:nvPr>
            <p:extLst>
              <p:ext uri="{D42A27DB-BD31-4B8C-83A1-F6EECF244321}">
                <p14:modId xmlns:p14="http://schemas.microsoft.com/office/powerpoint/2010/main" val="111235096"/>
              </p:ext>
            </p:extLst>
          </p:nvPr>
        </p:nvGraphicFramePr>
        <p:xfrm>
          <a:off x="1455569" y="5939896"/>
          <a:ext cx="9898231" cy="110595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 name="表格 5">
            <a:extLst>
              <a:ext uri="{FF2B5EF4-FFF2-40B4-BE49-F238E27FC236}">
                <a16:creationId xmlns:a16="http://schemas.microsoft.com/office/drawing/2014/main" id="{172A62E5-0693-0DD3-548C-AF56DC5C5A1E}"/>
              </a:ext>
            </a:extLst>
          </p:cNvPr>
          <p:cNvGraphicFramePr>
            <a:graphicFrameLocks noGrp="1"/>
          </p:cNvGraphicFramePr>
          <p:nvPr>
            <p:extLst>
              <p:ext uri="{D42A27DB-BD31-4B8C-83A1-F6EECF244321}">
                <p14:modId xmlns:p14="http://schemas.microsoft.com/office/powerpoint/2010/main" val="581944645"/>
              </p:ext>
            </p:extLst>
          </p:nvPr>
        </p:nvGraphicFramePr>
        <p:xfrm>
          <a:off x="945777" y="2242419"/>
          <a:ext cx="10515600" cy="2286000"/>
        </p:xfrm>
        <a:graphic>
          <a:graphicData uri="http://schemas.openxmlformats.org/drawingml/2006/table">
            <a:tbl>
              <a:tblPr/>
              <a:tblGrid>
                <a:gridCol w="3505200">
                  <a:extLst>
                    <a:ext uri="{9D8B030D-6E8A-4147-A177-3AD203B41FA5}">
                      <a16:colId xmlns:a16="http://schemas.microsoft.com/office/drawing/2014/main" val="1736004058"/>
                    </a:ext>
                  </a:extLst>
                </a:gridCol>
                <a:gridCol w="3505200">
                  <a:extLst>
                    <a:ext uri="{9D8B030D-6E8A-4147-A177-3AD203B41FA5}">
                      <a16:colId xmlns:a16="http://schemas.microsoft.com/office/drawing/2014/main" val="2372983665"/>
                    </a:ext>
                  </a:extLst>
                </a:gridCol>
                <a:gridCol w="3505200">
                  <a:extLst>
                    <a:ext uri="{9D8B030D-6E8A-4147-A177-3AD203B41FA5}">
                      <a16:colId xmlns:a16="http://schemas.microsoft.com/office/drawing/2014/main" val="505022898"/>
                    </a:ext>
                  </a:extLst>
                </a:gridCol>
              </a:tblGrid>
              <a:tr h="0">
                <a:tc>
                  <a:txBody>
                    <a:bodyPr/>
                    <a:lstStyle/>
                    <a:p>
                      <a:pPr>
                        <a:buNone/>
                      </a:pPr>
                      <a:r>
                        <a:rPr lang="zh-TW"/>
                        <a:t>結果主張</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證據</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dirty="0"/>
                        <a:t>意義</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02505890"/>
                  </a:ext>
                </a:extLst>
              </a:tr>
              <a:tr h="0">
                <a:tc>
                  <a:txBody>
                    <a:bodyPr/>
                    <a:lstStyle/>
                    <a:p>
                      <a:pPr>
                        <a:buNone/>
                      </a:pPr>
                      <a:r>
                        <a:rPr lang="zh-TW"/>
                        <a:t>Direct SVM 較佳</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四類案件中，Direct SVM 的 Macro F1 皆高於 MNIR + SVM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在本研究資料與設定下，MNIR 未帶來額外增益</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3244013"/>
                  </a:ext>
                </a:extLst>
              </a:tr>
              <a:tr h="0">
                <a:tc>
                  <a:txBody>
                    <a:bodyPr/>
                    <a:lstStyle/>
                    <a:p>
                      <a:pPr>
                        <a:buNone/>
                      </a:pPr>
                      <a:r>
                        <a:rPr lang="zh-TW"/>
                        <a:t>沒有單一最佳特徵</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dirty="0"/>
                        <a:t>行政 BoW、民事 TF-IDF、刑事 TF、刑事附帶民事 BoW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文字特徵選擇須依案件類型判斷</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50272784"/>
                  </a:ext>
                </a:extLst>
              </a:tr>
              <a:tr h="0">
                <a:tc>
                  <a:txBody>
                    <a:bodyPr/>
                    <a:lstStyle/>
                    <a:p>
                      <a:pPr>
                        <a:buNone/>
                      </a:pPr>
                      <a:r>
                        <a:rPr lang="zh-TW"/>
                        <a:t>Mixed / Win 仍難辨識</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民事案件 Win F1 僅 0.130，Mixed / Win 常被判為 Lose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dirty="0"/>
                        <a:t>類別不平衡與少數類別辨識仍是主要限制</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01761454"/>
                  </a:ext>
                </a:extLst>
              </a:tr>
            </a:tbl>
          </a:graphicData>
        </a:graphic>
      </p:graphicFrame>
    </p:spTree>
    <p:extLst>
      <p:ext uri="{BB962C8B-B14F-4D97-AF65-F5344CB8AC3E}">
        <p14:creationId xmlns:p14="http://schemas.microsoft.com/office/powerpoint/2010/main" val="14155924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FC49383-6C23-F72B-DD90-82607BB388CE}"/>
              </a:ext>
            </a:extLst>
          </p:cNvPr>
          <p:cNvSpPr>
            <a:spLocks noGrp="1"/>
          </p:cNvSpPr>
          <p:nvPr>
            <p:ph type="title"/>
          </p:nvPr>
        </p:nvSpPr>
        <p:spPr/>
        <p:txBody>
          <a:bodyPr/>
          <a:lstStyle/>
          <a:p>
            <a:r>
              <a:rPr lang="zh-TW" altLang="en-US" dirty="0"/>
              <a:t>實證結果支持：</a:t>
            </a:r>
            <a:r>
              <a:rPr lang="en-US" altLang="zh-TW" dirty="0"/>
              <a:t>Direct SVM</a:t>
            </a:r>
            <a:r>
              <a:rPr lang="zh-TW" altLang="en-US" dirty="0"/>
              <a:t> 較佳</a:t>
            </a:r>
          </a:p>
        </p:txBody>
      </p:sp>
      <p:graphicFrame>
        <p:nvGraphicFramePr>
          <p:cNvPr id="4" name="內容版面配置區 3">
            <a:extLst>
              <a:ext uri="{FF2B5EF4-FFF2-40B4-BE49-F238E27FC236}">
                <a16:creationId xmlns:a16="http://schemas.microsoft.com/office/drawing/2014/main" id="{22CF07B2-6970-BE15-ACC5-958F76944169}"/>
              </a:ext>
            </a:extLst>
          </p:cNvPr>
          <p:cNvGraphicFramePr>
            <a:graphicFrameLocks noGrp="1"/>
          </p:cNvGraphicFramePr>
          <p:nvPr>
            <p:ph idx="1"/>
            <p:extLst>
              <p:ext uri="{D42A27DB-BD31-4B8C-83A1-F6EECF244321}">
                <p14:modId xmlns:p14="http://schemas.microsoft.com/office/powerpoint/2010/main" val="3930335993"/>
              </p:ext>
            </p:extLst>
          </p:nvPr>
        </p:nvGraphicFramePr>
        <p:xfrm>
          <a:off x="838200" y="1972370"/>
          <a:ext cx="7735644" cy="1456630"/>
        </p:xfrm>
        <a:graphic>
          <a:graphicData uri="http://schemas.openxmlformats.org/drawingml/2006/table">
            <a:tbl>
              <a:tblPr firstRow="1" firstCol="1" bandRow="1">
                <a:tableStyleId>{5C22544A-7EE6-4342-B048-85BDC9FD1C3A}</a:tableStyleId>
              </a:tblPr>
              <a:tblGrid>
                <a:gridCol w="1523146">
                  <a:extLst>
                    <a:ext uri="{9D8B030D-6E8A-4147-A177-3AD203B41FA5}">
                      <a16:colId xmlns:a16="http://schemas.microsoft.com/office/drawing/2014/main" val="4279918513"/>
                    </a:ext>
                  </a:extLst>
                </a:gridCol>
                <a:gridCol w="1403830">
                  <a:extLst>
                    <a:ext uri="{9D8B030D-6E8A-4147-A177-3AD203B41FA5}">
                      <a16:colId xmlns:a16="http://schemas.microsoft.com/office/drawing/2014/main" val="76979532"/>
                    </a:ext>
                  </a:extLst>
                </a:gridCol>
                <a:gridCol w="849855">
                  <a:extLst>
                    <a:ext uri="{9D8B030D-6E8A-4147-A177-3AD203B41FA5}">
                      <a16:colId xmlns:a16="http://schemas.microsoft.com/office/drawing/2014/main" val="3410826009"/>
                    </a:ext>
                  </a:extLst>
                </a:gridCol>
                <a:gridCol w="860611">
                  <a:extLst>
                    <a:ext uri="{9D8B030D-6E8A-4147-A177-3AD203B41FA5}">
                      <a16:colId xmlns:a16="http://schemas.microsoft.com/office/drawing/2014/main" val="2499899658"/>
                    </a:ext>
                  </a:extLst>
                </a:gridCol>
                <a:gridCol w="1078399">
                  <a:extLst>
                    <a:ext uri="{9D8B030D-6E8A-4147-A177-3AD203B41FA5}">
                      <a16:colId xmlns:a16="http://schemas.microsoft.com/office/drawing/2014/main" val="1794812666"/>
                    </a:ext>
                  </a:extLst>
                </a:gridCol>
                <a:gridCol w="2019803">
                  <a:extLst>
                    <a:ext uri="{9D8B030D-6E8A-4147-A177-3AD203B41FA5}">
                      <a16:colId xmlns:a16="http://schemas.microsoft.com/office/drawing/2014/main" val="3977549570"/>
                    </a:ext>
                  </a:extLst>
                </a:gridCol>
              </a:tblGrid>
              <a:tr h="279636">
                <a:tc>
                  <a:txBody>
                    <a:bodyPr/>
                    <a:lstStyle/>
                    <a:p>
                      <a:pPr indent="306070" algn="ctr">
                        <a:lnSpc>
                          <a:spcPct val="115000"/>
                        </a:lnSpc>
                        <a:spcAft>
                          <a:spcPts val="600"/>
                        </a:spcAft>
                        <a:buNone/>
                      </a:pPr>
                      <a:r>
                        <a:rPr lang="zh-TW" sz="1100" kern="100">
                          <a:effectLst/>
                        </a:rPr>
                        <a:t>資料集</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MNIR </a:t>
                      </a:r>
                      <a:r>
                        <a:rPr lang="zh-TW" sz="1100" kern="100">
                          <a:effectLst/>
                        </a:rPr>
                        <a:t>最佳特徵</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K</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C</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Accuracy</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dirty="0">
                          <a:effectLst/>
                        </a:rPr>
                        <a:t>MNIR + SVM Macro F1</a:t>
                      </a:r>
                      <a:endParaRPr lang="zh-TW" sz="11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extLst>
                  <a:ext uri="{0D108BD9-81ED-4DB2-BD59-A6C34878D82A}">
                    <a16:rowId xmlns:a16="http://schemas.microsoft.com/office/drawing/2014/main" val="1257360717"/>
                  </a:ext>
                </a:extLst>
              </a:tr>
              <a:tr h="279636">
                <a:tc>
                  <a:txBody>
                    <a:bodyPr/>
                    <a:lstStyle/>
                    <a:p>
                      <a:pPr indent="306070" algn="just">
                        <a:lnSpc>
                          <a:spcPct val="115000"/>
                        </a:lnSpc>
                        <a:spcAft>
                          <a:spcPts val="600"/>
                        </a:spcAft>
                        <a:buNone/>
                      </a:pPr>
                      <a:r>
                        <a:rPr lang="zh-TW" sz="1100" kern="100">
                          <a:effectLst/>
                        </a:rPr>
                        <a:t>行政</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just">
                        <a:lnSpc>
                          <a:spcPct val="115000"/>
                        </a:lnSpc>
                        <a:spcAft>
                          <a:spcPts val="600"/>
                        </a:spcAft>
                        <a:buNone/>
                      </a:pPr>
                      <a:r>
                        <a:rPr lang="en-US" sz="1100" kern="100">
                          <a:effectLst/>
                        </a:rPr>
                        <a:t>BoW</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5000</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0.0625</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0.875</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0.318</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extLst>
                  <a:ext uri="{0D108BD9-81ED-4DB2-BD59-A6C34878D82A}">
                    <a16:rowId xmlns:a16="http://schemas.microsoft.com/office/drawing/2014/main" val="3924684906"/>
                  </a:ext>
                </a:extLst>
              </a:tr>
              <a:tr h="279636">
                <a:tc>
                  <a:txBody>
                    <a:bodyPr/>
                    <a:lstStyle/>
                    <a:p>
                      <a:pPr indent="306070" algn="just">
                        <a:lnSpc>
                          <a:spcPct val="115000"/>
                        </a:lnSpc>
                        <a:spcAft>
                          <a:spcPts val="600"/>
                        </a:spcAft>
                        <a:buNone/>
                      </a:pPr>
                      <a:r>
                        <a:rPr lang="zh-TW" sz="1100" kern="100">
                          <a:effectLst/>
                        </a:rPr>
                        <a:t>民事</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just">
                        <a:lnSpc>
                          <a:spcPct val="115000"/>
                        </a:lnSpc>
                        <a:spcAft>
                          <a:spcPts val="600"/>
                        </a:spcAft>
                        <a:buNone/>
                      </a:pPr>
                      <a:r>
                        <a:rPr lang="en-US" sz="1100" kern="100" dirty="0">
                          <a:effectLst/>
                        </a:rPr>
                        <a:t>TF-IDF</a:t>
                      </a:r>
                      <a:endParaRPr lang="zh-TW" sz="11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1000</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0.125</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dirty="0">
                          <a:effectLst/>
                        </a:rPr>
                        <a:t>0.695</a:t>
                      </a:r>
                      <a:endParaRPr lang="zh-TW" sz="11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dirty="0">
                          <a:effectLst/>
                        </a:rPr>
                        <a:t>0.353</a:t>
                      </a:r>
                      <a:endParaRPr lang="zh-TW" sz="11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extLst>
                  <a:ext uri="{0D108BD9-81ED-4DB2-BD59-A6C34878D82A}">
                    <a16:rowId xmlns:a16="http://schemas.microsoft.com/office/drawing/2014/main" val="1254438780"/>
                  </a:ext>
                </a:extLst>
              </a:tr>
              <a:tr h="279636">
                <a:tc>
                  <a:txBody>
                    <a:bodyPr/>
                    <a:lstStyle/>
                    <a:p>
                      <a:pPr indent="306070" algn="just">
                        <a:lnSpc>
                          <a:spcPct val="115000"/>
                        </a:lnSpc>
                        <a:spcAft>
                          <a:spcPts val="600"/>
                        </a:spcAft>
                        <a:buNone/>
                      </a:pPr>
                      <a:r>
                        <a:rPr lang="zh-TW" sz="1100" kern="100">
                          <a:effectLst/>
                        </a:rPr>
                        <a:t>刑事</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just">
                        <a:lnSpc>
                          <a:spcPct val="115000"/>
                        </a:lnSpc>
                        <a:spcAft>
                          <a:spcPts val="600"/>
                        </a:spcAft>
                        <a:buNone/>
                      </a:pPr>
                      <a:r>
                        <a:rPr lang="en-US" sz="1100" kern="100">
                          <a:effectLst/>
                        </a:rPr>
                        <a:t>TF-IDF</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5000</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0.125</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0.928</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0.390</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extLst>
                  <a:ext uri="{0D108BD9-81ED-4DB2-BD59-A6C34878D82A}">
                    <a16:rowId xmlns:a16="http://schemas.microsoft.com/office/drawing/2014/main" val="2918899353"/>
                  </a:ext>
                </a:extLst>
              </a:tr>
              <a:tr h="279636">
                <a:tc>
                  <a:txBody>
                    <a:bodyPr/>
                    <a:lstStyle/>
                    <a:p>
                      <a:pPr indent="306070" algn="just">
                        <a:lnSpc>
                          <a:spcPct val="115000"/>
                        </a:lnSpc>
                        <a:spcAft>
                          <a:spcPts val="600"/>
                        </a:spcAft>
                        <a:buNone/>
                      </a:pPr>
                      <a:r>
                        <a:rPr lang="zh-TW" sz="1100" kern="100">
                          <a:effectLst/>
                        </a:rPr>
                        <a:t>刑事附帶民事</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just">
                        <a:lnSpc>
                          <a:spcPct val="115000"/>
                        </a:lnSpc>
                        <a:spcAft>
                          <a:spcPts val="600"/>
                        </a:spcAft>
                        <a:buNone/>
                      </a:pPr>
                      <a:r>
                        <a:rPr lang="en-US" sz="1100" kern="100">
                          <a:effectLst/>
                        </a:rPr>
                        <a:t>TF</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1000</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0.125</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0.823</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dirty="0">
                          <a:effectLst/>
                        </a:rPr>
                        <a:t>0.545</a:t>
                      </a:r>
                      <a:endParaRPr lang="zh-TW" sz="11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extLst>
                  <a:ext uri="{0D108BD9-81ED-4DB2-BD59-A6C34878D82A}">
                    <a16:rowId xmlns:a16="http://schemas.microsoft.com/office/drawing/2014/main" val="4140021253"/>
                  </a:ext>
                </a:extLst>
              </a:tr>
            </a:tbl>
          </a:graphicData>
        </a:graphic>
      </p:graphicFrame>
      <p:graphicFrame>
        <p:nvGraphicFramePr>
          <p:cNvPr id="5" name="資料庫圖表 4">
            <a:extLst>
              <a:ext uri="{FF2B5EF4-FFF2-40B4-BE49-F238E27FC236}">
                <a16:creationId xmlns:a16="http://schemas.microsoft.com/office/drawing/2014/main" id="{D86B4B46-9533-A007-77C5-8B4EAB9F0EA5}"/>
              </a:ext>
            </a:extLst>
          </p:cNvPr>
          <p:cNvGraphicFramePr/>
          <p:nvPr>
            <p:extLst>
              <p:ext uri="{D42A27DB-BD31-4B8C-83A1-F6EECF244321}">
                <p14:modId xmlns:p14="http://schemas.microsoft.com/office/powerpoint/2010/main" val="111235096"/>
              </p:ext>
            </p:extLst>
          </p:nvPr>
        </p:nvGraphicFramePr>
        <p:xfrm>
          <a:off x="1455569" y="5939896"/>
          <a:ext cx="9898231" cy="110595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文字方塊 6">
            <a:extLst>
              <a:ext uri="{FF2B5EF4-FFF2-40B4-BE49-F238E27FC236}">
                <a16:creationId xmlns:a16="http://schemas.microsoft.com/office/drawing/2014/main" id="{AFDACDC8-7C54-EE41-A9BC-3CADB2372B76}"/>
              </a:ext>
            </a:extLst>
          </p:cNvPr>
          <p:cNvSpPr txBox="1"/>
          <p:nvPr/>
        </p:nvSpPr>
        <p:spPr>
          <a:xfrm>
            <a:off x="2606041" y="3754003"/>
            <a:ext cx="6094206" cy="1477328"/>
          </a:xfrm>
          <a:prstGeom prst="rect">
            <a:avLst/>
          </a:prstGeom>
          <a:noFill/>
        </p:spPr>
        <p:txBody>
          <a:bodyPr wrap="square">
            <a:spAutoFit/>
          </a:bodyPr>
          <a:lstStyle/>
          <a:p>
            <a:r>
              <a:rPr lang="zh-TW" altLang="zh-TW" b="1" dirty="0"/>
              <a:t>觀察一：四類案件的最佳特徵不同</a:t>
            </a:r>
            <a:br>
              <a:rPr lang="zh-TW" altLang="zh-TW" dirty="0"/>
            </a:br>
            <a:r>
              <a:rPr lang="zh-TW" altLang="zh-TW" dirty="0"/>
              <a:t>行政為 BoW，民事與刑事為 TF-IDF，刑事附帶民事為 TF。</a:t>
            </a:r>
          </a:p>
          <a:p>
            <a:r>
              <a:rPr lang="zh-TW" altLang="zh-TW" b="1" dirty="0"/>
              <a:t>觀察二：Accuracy 與 Macro F1 呈現不同面向</a:t>
            </a:r>
            <a:br>
              <a:rPr lang="zh-TW" altLang="zh-TW" dirty="0"/>
            </a:br>
            <a:r>
              <a:rPr lang="zh-TW" altLang="zh-TW" dirty="0"/>
              <a:t>Accuracy 反映整體預測比例，Macro F1 反映三類結果平均表現。</a:t>
            </a:r>
          </a:p>
        </p:txBody>
      </p:sp>
    </p:spTree>
    <p:extLst>
      <p:ext uri="{BB962C8B-B14F-4D97-AF65-F5344CB8AC3E}">
        <p14:creationId xmlns:p14="http://schemas.microsoft.com/office/powerpoint/2010/main" val="26894501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D2D51C0-52CC-0D87-5A47-E5FDB7530920}"/>
              </a:ext>
            </a:extLst>
          </p:cNvPr>
          <p:cNvSpPr>
            <a:spLocks noGrp="1"/>
          </p:cNvSpPr>
          <p:nvPr>
            <p:ph type="title"/>
          </p:nvPr>
        </p:nvSpPr>
        <p:spPr/>
        <p:txBody>
          <a:bodyPr/>
          <a:lstStyle/>
          <a:p>
            <a:r>
              <a:rPr lang="zh-TW" altLang="en-US" dirty="0"/>
              <a:t>實證結果支持：</a:t>
            </a:r>
            <a:r>
              <a:rPr lang="en-US" altLang="zh-TW" dirty="0"/>
              <a:t>Direct SVM</a:t>
            </a:r>
            <a:r>
              <a:rPr lang="zh-TW" altLang="en-US" dirty="0"/>
              <a:t> 較佳</a:t>
            </a:r>
          </a:p>
        </p:txBody>
      </p:sp>
      <p:graphicFrame>
        <p:nvGraphicFramePr>
          <p:cNvPr id="5" name="資料庫圖表 4">
            <a:extLst>
              <a:ext uri="{FF2B5EF4-FFF2-40B4-BE49-F238E27FC236}">
                <a16:creationId xmlns:a16="http://schemas.microsoft.com/office/drawing/2014/main" id="{8BB43526-F727-40AB-4104-CD530CB31145}"/>
              </a:ext>
            </a:extLst>
          </p:cNvPr>
          <p:cNvGraphicFramePr/>
          <p:nvPr>
            <p:extLst>
              <p:ext uri="{D42A27DB-BD31-4B8C-83A1-F6EECF244321}">
                <p14:modId xmlns:p14="http://schemas.microsoft.com/office/powerpoint/2010/main" val="2330444970"/>
              </p:ext>
            </p:extLst>
          </p:nvPr>
        </p:nvGraphicFramePr>
        <p:xfrm>
          <a:off x="1455569" y="5939896"/>
          <a:ext cx="9898231" cy="110595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4" name="表格 3">
            <a:extLst>
              <a:ext uri="{FF2B5EF4-FFF2-40B4-BE49-F238E27FC236}">
                <a16:creationId xmlns:a16="http://schemas.microsoft.com/office/drawing/2014/main" id="{D180E5B3-4953-CA84-DFFB-3AC21FF1717C}"/>
              </a:ext>
            </a:extLst>
          </p:cNvPr>
          <p:cNvGraphicFramePr>
            <a:graphicFrameLocks noGrp="1"/>
          </p:cNvGraphicFramePr>
          <p:nvPr>
            <p:extLst>
              <p:ext uri="{D42A27DB-BD31-4B8C-83A1-F6EECF244321}">
                <p14:modId xmlns:p14="http://schemas.microsoft.com/office/powerpoint/2010/main" val="2414254286"/>
              </p:ext>
            </p:extLst>
          </p:nvPr>
        </p:nvGraphicFramePr>
        <p:xfrm>
          <a:off x="752139" y="2599138"/>
          <a:ext cx="7950797" cy="1469170"/>
        </p:xfrm>
        <a:graphic>
          <a:graphicData uri="http://schemas.openxmlformats.org/drawingml/2006/table">
            <a:tbl>
              <a:tblPr firstRow="1" firstCol="1" bandRow="1">
                <a:tableStyleId>{5C22544A-7EE6-4342-B048-85BDC9FD1C3A}</a:tableStyleId>
              </a:tblPr>
              <a:tblGrid>
                <a:gridCol w="1464279">
                  <a:extLst>
                    <a:ext uri="{9D8B030D-6E8A-4147-A177-3AD203B41FA5}">
                      <a16:colId xmlns:a16="http://schemas.microsoft.com/office/drawing/2014/main" val="4015582240"/>
                    </a:ext>
                  </a:extLst>
                </a:gridCol>
                <a:gridCol w="1517809">
                  <a:extLst>
                    <a:ext uri="{9D8B030D-6E8A-4147-A177-3AD203B41FA5}">
                      <a16:colId xmlns:a16="http://schemas.microsoft.com/office/drawing/2014/main" val="2956123828"/>
                    </a:ext>
                  </a:extLst>
                </a:gridCol>
                <a:gridCol w="1257321">
                  <a:extLst>
                    <a:ext uri="{9D8B030D-6E8A-4147-A177-3AD203B41FA5}">
                      <a16:colId xmlns:a16="http://schemas.microsoft.com/office/drawing/2014/main" val="2252023670"/>
                    </a:ext>
                  </a:extLst>
                </a:gridCol>
                <a:gridCol w="1927660">
                  <a:extLst>
                    <a:ext uri="{9D8B030D-6E8A-4147-A177-3AD203B41FA5}">
                      <a16:colId xmlns:a16="http://schemas.microsoft.com/office/drawing/2014/main" val="3151893265"/>
                    </a:ext>
                  </a:extLst>
                </a:gridCol>
                <a:gridCol w="1783728">
                  <a:extLst>
                    <a:ext uri="{9D8B030D-6E8A-4147-A177-3AD203B41FA5}">
                      <a16:colId xmlns:a16="http://schemas.microsoft.com/office/drawing/2014/main" val="4256906744"/>
                    </a:ext>
                  </a:extLst>
                </a:gridCol>
              </a:tblGrid>
              <a:tr h="286043">
                <a:tc>
                  <a:txBody>
                    <a:bodyPr/>
                    <a:lstStyle/>
                    <a:p>
                      <a:pPr indent="306070" algn="ctr">
                        <a:lnSpc>
                          <a:spcPct val="115000"/>
                        </a:lnSpc>
                        <a:spcAft>
                          <a:spcPts val="600"/>
                        </a:spcAft>
                        <a:buNone/>
                      </a:pPr>
                      <a:r>
                        <a:rPr lang="zh-TW" sz="1100" kern="100">
                          <a:effectLst/>
                        </a:rPr>
                        <a:t>資料集</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5953" marR="55953" marT="55953" marB="55953" anchor="ctr"/>
                </a:tc>
                <a:tc>
                  <a:txBody>
                    <a:bodyPr/>
                    <a:lstStyle/>
                    <a:p>
                      <a:pPr indent="306070" algn="ctr">
                        <a:lnSpc>
                          <a:spcPct val="115000"/>
                        </a:lnSpc>
                        <a:spcAft>
                          <a:spcPts val="600"/>
                        </a:spcAft>
                        <a:buNone/>
                      </a:pPr>
                      <a:r>
                        <a:rPr lang="en-US" sz="1100" kern="100" dirty="0">
                          <a:effectLst/>
                        </a:rPr>
                        <a:t>Direct </a:t>
                      </a:r>
                      <a:r>
                        <a:rPr lang="zh-TW" sz="1100" kern="100" dirty="0">
                          <a:effectLst/>
                        </a:rPr>
                        <a:t>最佳特徵</a:t>
                      </a:r>
                      <a:endParaRPr lang="zh-TW" sz="12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5953" marR="55953" marT="55953" marB="55953" anchor="ctr"/>
                </a:tc>
                <a:tc>
                  <a:txBody>
                    <a:bodyPr/>
                    <a:lstStyle/>
                    <a:p>
                      <a:pPr indent="306070" algn="ctr">
                        <a:lnSpc>
                          <a:spcPct val="115000"/>
                        </a:lnSpc>
                        <a:spcAft>
                          <a:spcPts val="600"/>
                        </a:spcAft>
                        <a:buNone/>
                      </a:pPr>
                      <a:r>
                        <a:rPr lang="en-US" sz="1100" kern="100">
                          <a:effectLst/>
                        </a:rPr>
                        <a:t>Accuracy</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5953" marR="55953" marT="55953" marB="55953" anchor="ctr"/>
                </a:tc>
                <a:tc>
                  <a:txBody>
                    <a:bodyPr/>
                    <a:lstStyle/>
                    <a:p>
                      <a:pPr indent="306070" algn="ctr">
                        <a:lnSpc>
                          <a:spcPct val="115000"/>
                        </a:lnSpc>
                        <a:spcAft>
                          <a:spcPts val="600"/>
                        </a:spcAft>
                        <a:buNone/>
                      </a:pPr>
                      <a:r>
                        <a:rPr lang="en-US" sz="1100" kern="100">
                          <a:effectLst/>
                        </a:rPr>
                        <a:t>Macro F1</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5953" marR="55953" marT="55953" marB="55953" anchor="ctr"/>
                </a:tc>
                <a:tc>
                  <a:txBody>
                    <a:bodyPr/>
                    <a:lstStyle/>
                    <a:p>
                      <a:pPr indent="306070" algn="ctr">
                        <a:lnSpc>
                          <a:spcPct val="115000"/>
                        </a:lnSpc>
                        <a:spcAft>
                          <a:spcPts val="600"/>
                        </a:spcAft>
                        <a:buNone/>
                      </a:pPr>
                      <a:r>
                        <a:rPr lang="en-US" sz="1100" kern="100">
                          <a:effectLst/>
                        </a:rPr>
                        <a:t>Majority Macro F1</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5953" marR="55953" marT="55953" marB="55953" anchor="ctr"/>
                </a:tc>
                <a:extLst>
                  <a:ext uri="{0D108BD9-81ED-4DB2-BD59-A6C34878D82A}">
                    <a16:rowId xmlns:a16="http://schemas.microsoft.com/office/drawing/2014/main" val="3044407444"/>
                  </a:ext>
                </a:extLst>
              </a:tr>
              <a:tr h="286043">
                <a:tc>
                  <a:txBody>
                    <a:bodyPr/>
                    <a:lstStyle/>
                    <a:p>
                      <a:pPr indent="306070" algn="just">
                        <a:lnSpc>
                          <a:spcPct val="115000"/>
                        </a:lnSpc>
                        <a:spcAft>
                          <a:spcPts val="600"/>
                        </a:spcAft>
                        <a:buNone/>
                      </a:pPr>
                      <a:r>
                        <a:rPr lang="zh-TW" sz="1100" kern="100">
                          <a:effectLst/>
                        </a:rPr>
                        <a:t>行政</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5953" marR="55953" marT="55953" marB="55953" anchor="ctr"/>
                </a:tc>
                <a:tc>
                  <a:txBody>
                    <a:bodyPr/>
                    <a:lstStyle/>
                    <a:p>
                      <a:pPr indent="306070" algn="just">
                        <a:lnSpc>
                          <a:spcPct val="115000"/>
                        </a:lnSpc>
                        <a:spcAft>
                          <a:spcPts val="600"/>
                        </a:spcAft>
                        <a:buNone/>
                      </a:pPr>
                      <a:r>
                        <a:rPr lang="en-US" sz="1100" kern="100">
                          <a:effectLst/>
                        </a:rPr>
                        <a:t>BoW</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5953" marR="55953" marT="55953" marB="55953" anchor="ctr"/>
                </a:tc>
                <a:tc>
                  <a:txBody>
                    <a:bodyPr/>
                    <a:lstStyle/>
                    <a:p>
                      <a:pPr indent="306070" algn="ctr">
                        <a:lnSpc>
                          <a:spcPct val="115000"/>
                        </a:lnSpc>
                        <a:spcAft>
                          <a:spcPts val="600"/>
                        </a:spcAft>
                        <a:buNone/>
                      </a:pPr>
                      <a:r>
                        <a:rPr lang="en-US" sz="1100" kern="100">
                          <a:effectLst/>
                        </a:rPr>
                        <a:t>0.831</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5953" marR="55953" marT="55953" marB="55953" anchor="ctr"/>
                </a:tc>
                <a:tc>
                  <a:txBody>
                    <a:bodyPr/>
                    <a:lstStyle/>
                    <a:p>
                      <a:pPr indent="306070" algn="ctr">
                        <a:lnSpc>
                          <a:spcPct val="115000"/>
                        </a:lnSpc>
                        <a:spcAft>
                          <a:spcPts val="600"/>
                        </a:spcAft>
                        <a:buNone/>
                      </a:pPr>
                      <a:r>
                        <a:rPr lang="en-US" sz="1100" kern="100">
                          <a:effectLst/>
                        </a:rPr>
                        <a:t>0.380</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5953" marR="55953" marT="55953" marB="55953" anchor="ctr"/>
                </a:tc>
                <a:tc>
                  <a:txBody>
                    <a:bodyPr/>
                    <a:lstStyle/>
                    <a:p>
                      <a:pPr indent="306070" algn="ctr">
                        <a:lnSpc>
                          <a:spcPct val="115000"/>
                        </a:lnSpc>
                        <a:spcAft>
                          <a:spcPts val="600"/>
                        </a:spcAft>
                        <a:buNone/>
                      </a:pPr>
                      <a:r>
                        <a:rPr lang="en-US" sz="1100" kern="100">
                          <a:effectLst/>
                        </a:rPr>
                        <a:t>0.311</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5953" marR="55953" marT="55953" marB="55953" anchor="ctr"/>
                </a:tc>
                <a:extLst>
                  <a:ext uri="{0D108BD9-81ED-4DB2-BD59-A6C34878D82A}">
                    <a16:rowId xmlns:a16="http://schemas.microsoft.com/office/drawing/2014/main" val="3410252029"/>
                  </a:ext>
                </a:extLst>
              </a:tr>
              <a:tr h="286043">
                <a:tc>
                  <a:txBody>
                    <a:bodyPr/>
                    <a:lstStyle/>
                    <a:p>
                      <a:pPr indent="306070" algn="just">
                        <a:lnSpc>
                          <a:spcPct val="115000"/>
                        </a:lnSpc>
                        <a:spcAft>
                          <a:spcPts val="600"/>
                        </a:spcAft>
                        <a:buNone/>
                      </a:pPr>
                      <a:r>
                        <a:rPr lang="zh-TW" sz="1100" kern="100">
                          <a:effectLst/>
                        </a:rPr>
                        <a:t>民事</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5953" marR="55953" marT="55953" marB="55953" anchor="ctr"/>
                </a:tc>
                <a:tc>
                  <a:txBody>
                    <a:bodyPr/>
                    <a:lstStyle/>
                    <a:p>
                      <a:pPr indent="306070" algn="just">
                        <a:lnSpc>
                          <a:spcPct val="115000"/>
                        </a:lnSpc>
                        <a:spcAft>
                          <a:spcPts val="600"/>
                        </a:spcAft>
                        <a:buNone/>
                      </a:pPr>
                      <a:r>
                        <a:rPr lang="en-US" sz="1100" kern="100">
                          <a:effectLst/>
                        </a:rPr>
                        <a:t>TF-IDF</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5953" marR="55953" marT="55953" marB="55953" anchor="ctr"/>
                </a:tc>
                <a:tc>
                  <a:txBody>
                    <a:bodyPr/>
                    <a:lstStyle/>
                    <a:p>
                      <a:pPr indent="306070" algn="ctr">
                        <a:lnSpc>
                          <a:spcPct val="115000"/>
                        </a:lnSpc>
                        <a:spcAft>
                          <a:spcPts val="600"/>
                        </a:spcAft>
                        <a:buNone/>
                      </a:pPr>
                      <a:r>
                        <a:rPr lang="en-US" sz="1100" kern="100">
                          <a:effectLst/>
                        </a:rPr>
                        <a:t>0.680</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5953" marR="55953" marT="55953" marB="55953" anchor="ctr"/>
                </a:tc>
                <a:tc>
                  <a:txBody>
                    <a:bodyPr/>
                    <a:lstStyle/>
                    <a:p>
                      <a:pPr indent="306070" algn="ctr">
                        <a:lnSpc>
                          <a:spcPct val="115000"/>
                        </a:lnSpc>
                        <a:spcAft>
                          <a:spcPts val="600"/>
                        </a:spcAft>
                        <a:buNone/>
                      </a:pPr>
                      <a:r>
                        <a:rPr lang="en-US" sz="1100" kern="100">
                          <a:effectLst/>
                        </a:rPr>
                        <a:t>0.428</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5953" marR="55953" marT="55953" marB="55953" anchor="ctr"/>
                </a:tc>
                <a:tc>
                  <a:txBody>
                    <a:bodyPr/>
                    <a:lstStyle/>
                    <a:p>
                      <a:pPr indent="306070" algn="ctr">
                        <a:lnSpc>
                          <a:spcPct val="115000"/>
                        </a:lnSpc>
                        <a:spcAft>
                          <a:spcPts val="600"/>
                        </a:spcAft>
                        <a:buNone/>
                      </a:pPr>
                      <a:r>
                        <a:rPr lang="en-US" sz="1100" kern="100">
                          <a:effectLst/>
                        </a:rPr>
                        <a:t>0.269</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5953" marR="55953" marT="55953" marB="55953" anchor="ctr"/>
                </a:tc>
                <a:extLst>
                  <a:ext uri="{0D108BD9-81ED-4DB2-BD59-A6C34878D82A}">
                    <a16:rowId xmlns:a16="http://schemas.microsoft.com/office/drawing/2014/main" val="3202375358"/>
                  </a:ext>
                </a:extLst>
              </a:tr>
              <a:tr h="286043">
                <a:tc>
                  <a:txBody>
                    <a:bodyPr/>
                    <a:lstStyle/>
                    <a:p>
                      <a:pPr indent="306070" algn="just">
                        <a:lnSpc>
                          <a:spcPct val="115000"/>
                        </a:lnSpc>
                        <a:spcAft>
                          <a:spcPts val="600"/>
                        </a:spcAft>
                        <a:buNone/>
                      </a:pPr>
                      <a:r>
                        <a:rPr lang="zh-TW" sz="1100" kern="100">
                          <a:effectLst/>
                        </a:rPr>
                        <a:t>刑事</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5953" marR="55953" marT="55953" marB="55953" anchor="ctr"/>
                </a:tc>
                <a:tc>
                  <a:txBody>
                    <a:bodyPr/>
                    <a:lstStyle/>
                    <a:p>
                      <a:pPr indent="306070" algn="just">
                        <a:lnSpc>
                          <a:spcPct val="115000"/>
                        </a:lnSpc>
                        <a:spcAft>
                          <a:spcPts val="600"/>
                        </a:spcAft>
                        <a:buNone/>
                      </a:pPr>
                      <a:r>
                        <a:rPr lang="en-US" sz="1100" kern="100">
                          <a:effectLst/>
                        </a:rPr>
                        <a:t>TF</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5953" marR="55953" marT="55953" marB="55953" anchor="ctr"/>
                </a:tc>
                <a:tc>
                  <a:txBody>
                    <a:bodyPr/>
                    <a:lstStyle/>
                    <a:p>
                      <a:pPr indent="306070" algn="ctr">
                        <a:lnSpc>
                          <a:spcPct val="115000"/>
                        </a:lnSpc>
                        <a:spcAft>
                          <a:spcPts val="600"/>
                        </a:spcAft>
                        <a:buNone/>
                      </a:pPr>
                      <a:r>
                        <a:rPr lang="en-US" sz="1100" kern="100">
                          <a:effectLst/>
                        </a:rPr>
                        <a:t>0.951</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5953" marR="55953" marT="55953" marB="55953" anchor="ctr"/>
                </a:tc>
                <a:tc>
                  <a:txBody>
                    <a:bodyPr/>
                    <a:lstStyle/>
                    <a:p>
                      <a:pPr indent="306070" algn="ctr">
                        <a:lnSpc>
                          <a:spcPct val="115000"/>
                        </a:lnSpc>
                        <a:spcAft>
                          <a:spcPts val="600"/>
                        </a:spcAft>
                        <a:buNone/>
                      </a:pPr>
                      <a:r>
                        <a:rPr lang="en-US" sz="1100" kern="100">
                          <a:effectLst/>
                        </a:rPr>
                        <a:t>0.577</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5953" marR="55953" marT="55953" marB="55953" anchor="ctr"/>
                </a:tc>
                <a:tc>
                  <a:txBody>
                    <a:bodyPr/>
                    <a:lstStyle/>
                    <a:p>
                      <a:pPr indent="306070" algn="ctr">
                        <a:lnSpc>
                          <a:spcPct val="115000"/>
                        </a:lnSpc>
                        <a:spcAft>
                          <a:spcPts val="600"/>
                        </a:spcAft>
                        <a:buNone/>
                      </a:pPr>
                      <a:r>
                        <a:rPr lang="en-US" sz="1100" kern="100">
                          <a:effectLst/>
                        </a:rPr>
                        <a:t>0.322</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5953" marR="55953" marT="55953" marB="55953" anchor="ctr"/>
                </a:tc>
                <a:extLst>
                  <a:ext uri="{0D108BD9-81ED-4DB2-BD59-A6C34878D82A}">
                    <a16:rowId xmlns:a16="http://schemas.microsoft.com/office/drawing/2014/main" val="1449439651"/>
                  </a:ext>
                </a:extLst>
              </a:tr>
              <a:tr h="286043">
                <a:tc>
                  <a:txBody>
                    <a:bodyPr/>
                    <a:lstStyle/>
                    <a:p>
                      <a:pPr indent="306070" algn="just">
                        <a:lnSpc>
                          <a:spcPct val="115000"/>
                        </a:lnSpc>
                        <a:spcAft>
                          <a:spcPts val="600"/>
                        </a:spcAft>
                        <a:buNone/>
                      </a:pPr>
                      <a:r>
                        <a:rPr lang="zh-TW" sz="1100" kern="100">
                          <a:effectLst/>
                        </a:rPr>
                        <a:t>刑事附帶民事</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5953" marR="55953" marT="55953" marB="55953" anchor="ctr"/>
                </a:tc>
                <a:tc>
                  <a:txBody>
                    <a:bodyPr/>
                    <a:lstStyle/>
                    <a:p>
                      <a:pPr indent="306070" algn="just">
                        <a:lnSpc>
                          <a:spcPct val="115000"/>
                        </a:lnSpc>
                        <a:spcAft>
                          <a:spcPts val="600"/>
                        </a:spcAft>
                        <a:buNone/>
                      </a:pPr>
                      <a:r>
                        <a:rPr lang="en-US" sz="1100" kern="100">
                          <a:effectLst/>
                        </a:rPr>
                        <a:t>BoW</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5953" marR="55953" marT="55953" marB="55953" anchor="ctr"/>
                </a:tc>
                <a:tc>
                  <a:txBody>
                    <a:bodyPr/>
                    <a:lstStyle/>
                    <a:p>
                      <a:pPr indent="306070" algn="ctr">
                        <a:lnSpc>
                          <a:spcPct val="115000"/>
                        </a:lnSpc>
                        <a:spcAft>
                          <a:spcPts val="600"/>
                        </a:spcAft>
                        <a:buNone/>
                      </a:pPr>
                      <a:r>
                        <a:rPr lang="en-US" sz="1100" kern="100">
                          <a:effectLst/>
                        </a:rPr>
                        <a:t>0.854</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5953" marR="55953" marT="55953" marB="55953" anchor="ctr"/>
                </a:tc>
                <a:tc>
                  <a:txBody>
                    <a:bodyPr/>
                    <a:lstStyle/>
                    <a:p>
                      <a:pPr indent="306070" algn="ctr">
                        <a:lnSpc>
                          <a:spcPct val="115000"/>
                        </a:lnSpc>
                        <a:spcAft>
                          <a:spcPts val="600"/>
                        </a:spcAft>
                        <a:buNone/>
                      </a:pPr>
                      <a:r>
                        <a:rPr lang="en-US" sz="1100" kern="100">
                          <a:effectLst/>
                        </a:rPr>
                        <a:t>0.654</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5953" marR="55953" marT="55953" marB="55953" anchor="ctr"/>
                </a:tc>
                <a:tc>
                  <a:txBody>
                    <a:bodyPr/>
                    <a:lstStyle/>
                    <a:p>
                      <a:pPr indent="306070" algn="ctr">
                        <a:lnSpc>
                          <a:spcPct val="115000"/>
                        </a:lnSpc>
                        <a:spcAft>
                          <a:spcPts val="600"/>
                        </a:spcAft>
                        <a:buNone/>
                      </a:pPr>
                      <a:r>
                        <a:rPr lang="en-US" sz="1100" kern="100" dirty="0">
                          <a:effectLst/>
                        </a:rPr>
                        <a:t>0.245</a:t>
                      </a:r>
                      <a:endParaRPr lang="zh-TW" sz="12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5953" marR="55953" marT="55953" marB="55953" anchor="ctr"/>
                </a:tc>
                <a:extLst>
                  <a:ext uri="{0D108BD9-81ED-4DB2-BD59-A6C34878D82A}">
                    <a16:rowId xmlns:a16="http://schemas.microsoft.com/office/drawing/2014/main" val="368242739"/>
                  </a:ext>
                </a:extLst>
              </a:tr>
            </a:tbl>
          </a:graphicData>
        </a:graphic>
      </p:graphicFrame>
      <p:sp>
        <p:nvSpPr>
          <p:cNvPr id="7" name="文字方塊 6">
            <a:extLst>
              <a:ext uri="{FF2B5EF4-FFF2-40B4-BE49-F238E27FC236}">
                <a16:creationId xmlns:a16="http://schemas.microsoft.com/office/drawing/2014/main" id="{7B8F2F12-DFAD-6013-4004-3954435D6375}"/>
              </a:ext>
            </a:extLst>
          </p:cNvPr>
          <p:cNvSpPr txBox="1"/>
          <p:nvPr/>
        </p:nvSpPr>
        <p:spPr>
          <a:xfrm>
            <a:off x="2025128" y="4149337"/>
            <a:ext cx="6094206" cy="1200329"/>
          </a:xfrm>
          <a:prstGeom prst="rect">
            <a:avLst/>
          </a:prstGeom>
          <a:noFill/>
        </p:spPr>
        <p:txBody>
          <a:bodyPr wrap="square">
            <a:spAutoFit/>
          </a:bodyPr>
          <a:lstStyle/>
          <a:p>
            <a:pPr>
              <a:buNone/>
            </a:pPr>
            <a:r>
              <a:rPr lang="zh-TW" altLang="zh-TW" b="1" dirty="0"/>
              <a:t>觀察一：四類案件皆高於 baseline</a:t>
            </a:r>
            <a:br>
              <a:rPr lang="zh-TW" altLang="zh-TW" dirty="0"/>
            </a:br>
            <a:r>
              <a:rPr lang="zh-TW" altLang="zh-TW" dirty="0"/>
              <a:t>Direct SVM 的 Macro F1 均高於 Majority Class baseline。</a:t>
            </a:r>
          </a:p>
          <a:p>
            <a:pPr>
              <a:buNone/>
            </a:pPr>
            <a:r>
              <a:rPr lang="zh-TW" altLang="zh-TW" b="1" dirty="0"/>
              <a:t>觀察二：最佳特徵因案件而異</a:t>
            </a:r>
            <a:br>
              <a:rPr lang="zh-TW" altLang="zh-TW" dirty="0"/>
            </a:br>
            <a:r>
              <a:rPr lang="zh-TW" altLang="zh-TW" dirty="0"/>
              <a:t>行政 BoW、民事 TF-IDF、刑事 TF、刑事附帶民事 BoW。</a:t>
            </a:r>
          </a:p>
        </p:txBody>
      </p:sp>
    </p:spTree>
    <p:extLst>
      <p:ext uri="{BB962C8B-B14F-4D97-AF65-F5344CB8AC3E}">
        <p14:creationId xmlns:p14="http://schemas.microsoft.com/office/powerpoint/2010/main" val="21708839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BA84E4C-8A4D-1457-29B1-AF3495080007}"/>
              </a:ext>
            </a:extLst>
          </p:cNvPr>
          <p:cNvSpPr>
            <a:spLocks noGrp="1"/>
          </p:cNvSpPr>
          <p:nvPr>
            <p:ph type="title"/>
          </p:nvPr>
        </p:nvSpPr>
        <p:spPr/>
        <p:txBody>
          <a:bodyPr/>
          <a:lstStyle/>
          <a:p>
            <a:r>
              <a:rPr lang="zh-TW" altLang="en-US" dirty="0"/>
              <a:t>實證結果支持：</a:t>
            </a:r>
            <a:r>
              <a:rPr lang="en-US" altLang="zh-TW" dirty="0"/>
              <a:t>Direct SVM</a:t>
            </a:r>
            <a:r>
              <a:rPr lang="zh-TW" altLang="en-US" dirty="0"/>
              <a:t> 較佳</a:t>
            </a:r>
          </a:p>
        </p:txBody>
      </p:sp>
      <p:graphicFrame>
        <p:nvGraphicFramePr>
          <p:cNvPr id="4" name="內容版面配置區 3">
            <a:extLst>
              <a:ext uri="{FF2B5EF4-FFF2-40B4-BE49-F238E27FC236}">
                <a16:creationId xmlns:a16="http://schemas.microsoft.com/office/drawing/2014/main" id="{90E30499-9BBC-4BB3-BBE9-158796372199}"/>
              </a:ext>
            </a:extLst>
          </p:cNvPr>
          <p:cNvGraphicFramePr>
            <a:graphicFrameLocks noGrp="1"/>
          </p:cNvGraphicFramePr>
          <p:nvPr>
            <p:ph idx="1"/>
            <p:extLst>
              <p:ext uri="{D42A27DB-BD31-4B8C-83A1-F6EECF244321}">
                <p14:modId xmlns:p14="http://schemas.microsoft.com/office/powerpoint/2010/main" val="2698424007"/>
              </p:ext>
            </p:extLst>
          </p:nvPr>
        </p:nvGraphicFramePr>
        <p:xfrm>
          <a:off x="593357" y="1700280"/>
          <a:ext cx="10515601" cy="1649416"/>
        </p:xfrm>
        <a:graphic>
          <a:graphicData uri="http://schemas.openxmlformats.org/drawingml/2006/table">
            <a:tbl>
              <a:tblPr firstRow="1" firstCol="1" bandRow="1">
                <a:tableStyleId>{5C22544A-7EE6-4342-B048-85BDC9FD1C3A}</a:tableStyleId>
              </a:tblPr>
              <a:tblGrid>
                <a:gridCol w="1624455">
                  <a:extLst>
                    <a:ext uri="{9D8B030D-6E8A-4147-A177-3AD203B41FA5}">
                      <a16:colId xmlns:a16="http://schemas.microsoft.com/office/drawing/2014/main" val="165746042"/>
                    </a:ext>
                  </a:extLst>
                </a:gridCol>
                <a:gridCol w="1190918">
                  <a:extLst>
                    <a:ext uri="{9D8B030D-6E8A-4147-A177-3AD203B41FA5}">
                      <a16:colId xmlns:a16="http://schemas.microsoft.com/office/drawing/2014/main" val="2042901525"/>
                    </a:ext>
                  </a:extLst>
                </a:gridCol>
                <a:gridCol w="1480291">
                  <a:extLst>
                    <a:ext uri="{9D8B030D-6E8A-4147-A177-3AD203B41FA5}">
                      <a16:colId xmlns:a16="http://schemas.microsoft.com/office/drawing/2014/main" val="4055255496"/>
                    </a:ext>
                  </a:extLst>
                </a:gridCol>
                <a:gridCol w="1925318">
                  <a:extLst>
                    <a:ext uri="{9D8B030D-6E8A-4147-A177-3AD203B41FA5}">
                      <a16:colId xmlns:a16="http://schemas.microsoft.com/office/drawing/2014/main" val="787773544"/>
                    </a:ext>
                  </a:extLst>
                </a:gridCol>
                <a:gridCol w="2664941">
                  <a:extLst>
                    <a:ext uri="{9D8B030D-6E8A-4147-A177-3AD203B41FA5}">
                      <a16:colId xmlns:a16="http://schemas.microsoft.com/office/drawing/2014/main" val="3346243032"/>
                    </a:ext>
                  </a:extLst>
                </a:gridCol>
                <a:gridCol w="1629678">
                  <a:extLst>
                    <a:ext uri="{9D8B030D-6E8A-4147-A177-3AD203B41FA5}">
                      <a16:colId xmlns:a16="http://schemas.microsoft.com/office/drawing/2014/main" val="2909018290"/>
                    </a:ext>
                  </a:extLst>
                </a:gridCol>
              </a:tblGrid>
              <a:tr h="464156">
                <a:tc>
                  <a:txBody>
                    <a:bodyPr/>
                    <a:lstStyle/>
                    <a:p>
                      <a:pPr indent="306070" algn="ctr">
                        <a:lnSpc>
                          <a:spcPct val="115000"/>
                        </a:lnSpc>
                        <a:spcAft>
                          <a:spcPts val="600"/>
                        </a:spcAft>
                        <a:buNone/>
                      </a:pPr>
                      <a:r>
                        <a:rPr lang="zh-TW" sz="1100" kern="100" dirty="0">
                          <a:effectLst/>
                        </a:rPr>
                        <a:t>資料集</a:t>
                      </a:r>
                      <a:endParaRPr lang="zh-TW" sz="11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Direct </a:t>
                      </a:r>
                      <a:br>
                        <a:rPr lang="en-US" sz="1100" kern="100">
                          <a:effectLst/>
                        </a:rPr>
                      </a:br>
                      <a:r>
                        <a:rPr lang="zh-TW" sz="1100" kern="100">
                          <a:effectLst/>
                        </a:rPr>
                        <a:t>最佳特徵</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Direct SVM Macro F1</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MNIR </a:t>
                      </a:r>
                      <a:r>
                        <a:rPr lang="zh-TW" sz="1100" kern="100">
                          <a:effectLst/>
                        </a:rPr>
                        <a:t>最佳特徵</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MNIR + SVM Macro F1</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Direct - MNIR</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extLst>
                  <a:ext uri="{0D108BD9-81ED-4DB2-BD59-A6C34878D82A}">
                    <a16:rowId xmlns:a16="http://schemas.microsoft.com/office/drawing/2014/main" val="470290933"/>
                  </a:ext>
                </a:extLst>
              </a:tr>
              <a:tr h="279636">
                <a:tc>
                  <a:txBody>
                    <a:bodyPr/>
                    <a:lstStyle/>
                    <a:p>
                      <a:pPr indent="306070" algn="just">
                        <a:lnSpc>
                          <a:spcPct val="115000"/>
                        </a:lnSpc>
                        <a:spcAft>
                          <a:spcPts val="600"/>
                        </a:spcAft>
                        <a:buNone/>
                      </a:pPr>
                      <a:r>
                        <a:rPr lang="zh-TW" sz="1100" kern="100">
                          <a:effectLst/>
                        </a:rPr>
                        <a:t>行政</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just">
                        <a:lnSpc>
                          <a:spcPct val="115000"/>
                        </a:lnSpc>
                        <a:spcAft>
                          <a:spcPts val="600"/>
                        </a:spcAft>
                        <a:buNone/>
                      </a:pPr>
                      <a:r>
                        <a:rPr lang="en-US" sz="1100" kern="100">
                          <a:effectLst/>
                        </a:rPr>
                        <a:t>BoW</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0.380</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BoW</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0.318</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0.062</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extLst>
                  <a:ext uri="{0D108BD9-81ED-4DB2-BD59-A6C34878D82A}">
                    <a16:rowId xmlns:a16="http://schemas.microsoft.com/office/drawing/2014/main" val="3375737553"/>
                  </a:ext>
                </a:extLst>
              </a:tr>
              <a:tr h="279636">
                <a:tc>
                  <a:txBody>
                    <a:bodyPr/>
                    <a:lstStyle/>
                    <a:p>
                      <a:pPr indent="306070" algn="just">
                        <a:lnSpc>
                          <a:spcPct val="115000"/>
                        </a:lnSpc>
                        <a:spcAft>
                          <a:spcPts val="600"/>
                        </a:spcAft>
                        <a:buNone/>
                      </a:pPr>
                      <a:r>
                        <a:rPr lang="zh-TW" sz="1100" kern="100">
                          <a:effectLst/>
                        </a:rPr>
                        <a:t>民事</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just">
                        <a:lnSpc>
                          <a:spcPct val="115000"/>
                        </a:lnSpc>
                        <a:spcAft>
                          <a:spcPts val="600"/>
                        </a:spcAft>
                        <a:buNone/>
                      </a:pPr>
                      <a:r>
                        <a:rPr lang="en-US" sz="1100" kern="100">
                          <a:effectLst/>
                        </a:rPr>
                        <a:t>TF-IDF</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dirty="0">
                          <a:effectLst/>
                        </a:rPr>
                        <a:t>0.428</a:t>
                      </a:r>
                      <a:endParaRPr lang="zh-TW" sz="11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TF-IDF</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0.353</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0.075</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extLst>
                  <a:ext uri="{0D108BD9-81ED-4DB2-BD59-A6C34878D82A}">
                    <a16:rowId xmlns:a16="http://schemas.microsoft.com/office/drawing/2014/main" val="2286719444"/>
                  </a:ext>
                </a:extLst>
              </a:tr>
              <a:tr h="279636">
                <a:tc>
                  <a:txBody>
                    <a:bodyPr/>
                    <a:lstStyle/>
                    <a:p>
                      <a:pPr indent="306070" algn="just">
                        <a:lnSpc>
                          <a:spcPct val="115000"/>
                        </a:lnSpc>
                        <a:spcAft>
                          <a:spcPts val="600"/>
                        </a:spcAft>
                        <a:buNone/>
                      </a:pPr>
                      <a:r>
                        <a:rPr lang="zh-TW" sz="1100" kern="100">
                          <a:effectLst/>
                        </a:rPr>
                        <a:t>刑事</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just">
                        <a:lnSpc>
                          <a:spcPct val="115000"/>
                        </a:lnSpc>
                        <a:spcAft>
                          <a:spcPts val="600"/>
                        </a:spcAft>
                        <a:buNone/>
                      </a:pPr>
                      <a:r>
                        <a:rPr lang="en-US" sz="1100" kern="100">
                          <a:effectLst/>
                        </a:rPr>
                        <a:t>TF</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0.577</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TF-IDF</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0.390</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0.187</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extLst>
                  <a:ext uri="{0D108BD9-81ED-4DB2-BD59-A6C34878D82A}">
                    <a16:rowId xmlns:a16="http://schemas.microsoft.com/office/drawing/2014/main" val="3798751937"/>
                  </a:ext>
                </a:extLst>
              </a:tr>
              <a:tr h="279636">
                <a:tc>
                  <a:txBody>
                    <a:bodyPr/>
                    <a:lstStyle/>
                    <a:p>
                      <a:pPr indent="306070" algn="just">
                        <a:lnSpc>
                          <a:spcPct val="115000"/>
                        </a:lnSpc>
                        <a:spcAft>
                          <a:spcPts val="600"/>
                        </a:spcAft>
                        <a:buNone/>
                      </a:pPr>
                      <a:r>
                        <a:rPr lang="zh-TW" sz="1100" kern="100">
                          <a:effectLst/>
                        </a:rPr>
                        <a:t>刑事附帶民事</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just">
                        <a:lnSpc>
                          <a:spcPct val="115000"/>
                        </a:lnSpc>
                        <a:spcAft>
                          <a:spcPts val="600"/>
                        </a:spcAft>
                        <a:buNone/>
                      </a:pPr>
                      <a:r>
                        <a:rPr lang="en-US" sz="1100" kern="100">
                          <a:effectLst/>
                        </a:rPr>
                        <a:t>BoW</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0.654</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TF</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0.545</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dirty="0">
                          <a:effectLst/>
                        </a:rPr>
                        <a:t>0.109</a:t>
                      </a:r>
                      <a:endParaRPr lang="zh-TW" sz="11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extLst>
                  <a:ext uri="{0D108BD9-81ED-4DB2-BD59-A6C34878D82A}">
                    <a16:rowId xmlns:a16="http://schemas.microsoft.com/office/drawing/2014/main" val="439037672"/>
                  </a:ext>
                </a:extLst>
              </a:tr>
            </a:tbl>
          </a:graphicData>
        </a:graphic>
      </p:graphicFrame>
      <p:sp>
        <p:nvSpPr>
          <p:cNvPr id="6" name="文字方塊 5">
            <a:extLst>
              <a:ext uri="{FF2B5EF4-FFF2-40B4-BE49-F238E27FC236}">
                <a16:creationId xmlns:a16="http://schemas.microsoft.com/office/drawing/2014/main" id="{D65E6C06-EFA8-8984-D90A-040FB97D06E8}"/>
              </a:ext>
            </a:extLst>
          </p:cNvPr>
          <p:cNvSpPr txBox="1"/>
          <p:nvPr/>
        </p:nvSpPr>
        <p:spPr>
          <a:xfrm>
            <a:off x="1475873" y="4023152"/>
            <a:ext cx="6096000" cy="1754326"/>
          </a:xfrm>
          <a:prstGeom prst="rect">
            <a:avLst/>
          </a:prstGeom>
          <a:noFill/>
        </p:spPr>
        <p:txBody>
          <a:bodyPr wrap="square">
            <a:spAutoFit/>
          </a:bodyPr>
          <a:lstStyle/>
          <a:p>
            <a:pPr>
              <a:buNone/>
            </a:pPr>
            <a:r>
              <a:rPr lang="zh-TW" altLang="zh-TW" b="1" dirty="0"/>
              <a:t>最大差距：刑事案件</a:t>
            </a:r>
            <a:br>
              <a:rPr lang="zh-TW" altLang="zh-TW" dirty="0"/>
            </a:br>
            <a:r>
              <a:rPr lang="zh-TW" altLang="zh-TW" dirty="0"/>
              <a:t>Direct SVM 高出 0.187。</a:t>
            </a:r>
          </a:p>
          <a:p>
            <a:pPr>
              <a:buNone/>
            </a:pPr>
            <a:r>
              <a:rPr lang="zh-TW" altLang="zh-TW" b="1" dirty="0"/>
              <a:t>最小差距：行政案件</a:t>
            </a:r>
            <a:br>
              <a:rPr lang="zh-TW" altLang="zh-TW" dirty="0"/>
            </a:br>
            <a:r>
              <a:rPr lang="zh-TW" altLang="zh-TW" dirty="0"/>
              <a:t>Direct SVM 高出 0.062。</a:t>
            </a:r>
          </a:p>
          <a:p>
            <a:pPr>
              <a:buNone/>
            </a:pPr>
            <a:r>
              <a:rPr lang="zh-TW" altLang="zh-TW" b="1" dirty="0"/>
              <a:t>整體判斷</a:t>
            </a:r>
            <a:br>
              <a:rPr lang="zh-TW" altLang="zh-TW" dirty="0"/>
            </a:br>
            <a:r>
              <a:rPr lang="zh-TW" altLang="zh-TW" dirty="0"/>
              <a:t>四類案件方向一致，Direct SVM 較佳。</a:t>
            </a:r>
          </a:p>
        </p:txBody>
      </p:sp>
      <p:pic>
        <p:nvPicPr>
          <p:cNvPr id="7" name="Picture 2088765226">
            <a:extLst>
              <a:ext uri="{FF2B5EF4-FFF2-40B4-BE49-F238E27FC236}">
                <a16:creationId xmlns:a16="http://schemas.microsoft.com/office/drawing/2014/main" id="{E42B1066-5A4B-51BA-8DDC-AB26AE6EB3AE}"/>
              </a:ext>
            </a:extLst>
          </p:cNvPr>
          <p:cNvPicPr>
            <a:picLocks noChangeAspect="1"/>
          </p:cNvPicPr>
          <p:nvPr/>
        </p:nvPicPr>
        <p:blipFill>
          <a:blip r:embed="rId3"/>
          <a:stretch>
            <a:fillRect/>
          </a:stretch>
        </p:blipFill>
        <p:spPr>
          <a:xfrm>
            <a:off x="6386563" y="3324194"/>
            <a:ext cx="5212080" cy="3126740"/>
          </a:xfrm>
          <a:prstGeom prst="rect">
            <a:avLst/>
          </a:prstGeom>
        </p:spPr>
      </p:pic>
    </p:spTree>
    <p:extLst>
      <p:ext uri="{BB962C8B-B14F-4D97-AF65-F5344CB8AC3E}">
        <p14:creationId xmlns:p14="http://schemas.microsoft.com/office/powerpoint/2010/main" val="9779770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74B2A66-9EB3-096F-D1E0-0B6A5AF6B00B}"/>
              </a:ext>
            </a:extLst>
          </p:cNvPr>
          <p:cNvSpPr>
            <a:spLocks noGrp="1"/>
          </p:cNvSpPr>
          <p:nvPr>
            <p:ph type="title"/>
          </p:nvPr>
        </p:nvSpPr>
        <p:spPr/>
        <p:txBody>
          <a:bodyPr/>
          <a:lstStyle/>
          <a:p>
            <a:r>
              <a:rPr lang="zh-TW" altLang="en-US" dirty="0"/>
              <a:t>實證結果支持：無單一最佳特徵</a:t>
            </a:r>
          </a:p>
        </p:txBody>
      </p:sp>
      <p:graphicFrame>
        <p:nvGraphicFramePr>
          <p:cNvPr id="4" name="內容版面配置區 3">
            <a:extLst>
              <a:ext uri="{FF2B5EF4-FFF2-40B4-BE49-F238E27FC236}">
                <a16:creationId xmlns:a16="http://schemas.microsoft.com/office/drawing/2014/main" id="{076DA1A1-A170-88C7-A932-D805555A79B9}"/>
              </a:ext>
            </a:extLst>
          </p:cNvPr>
          <p:cNvGraphicFramePr>
            <a:graphicFrameLocks noGrp="1"/>
          </p:cNvGraphicFramePr>
          <p:nvPr>
            <p:ph idx="1"/>
            <p:extLst>
              <p:ext uri="{D42A27DB-BD31-4B8C-83A1-F6EECF244321}">
                <p14:modId xmlns:p14="http://schemas.microsoft.com/office/powerpoint/2010/main" val="1386968380"/>
              </p:ext>
            </p:extLst>
          </p:nvPr>
        </p:nvGraphicFramePr>
        <p:xfrm>
          <a:off x="838200" y="1869692"/>
          <a:ext cx="10515600" cy="1559308"/>
        </p:xfrm>
        <a:graphic>
          <a:graphicData uri="http://schemas.openxmlformats.org/drawingml/2006/table">
            <a:tbl>
              <a:tblPr firstRow="1" firstCol="1" bandRow="1">
                <a:tableStyleId>{5C22544A-7EE6-4342-B048-85BDC9FD1C3A}</a:tableStyleId>
              </a:tblPr>
              <a:tblGrid>
                <a:gridCol w="2103120">
                  <a:extLst>
                    <a:ext uri="{9D8B030D-6E8A-4147-A177-3AD203B41FA5}">
                      <a16:colId xmlns:a16="http://schemas.microsoft.com/office/drawing/2014/main" val="2322697864"/>
                    </a:ext>
                  </a:extLst>
                </a:gridCol>
                <a:gridCol w="2103120">
                  <a:extLst>
                    <a:ext uri="{9D8B030D-6E8A-4147-A177-3AD203B41FA5}">
                      <a16:colId xmlns:a16="http://schemas.microsoft.com/office/drawing/2014/main" val="4019058168"/>
                    </a:ext>
                  </a:extLst>
                </a:gridCol>
                <a:gridCol w="2103120">
                  <a:extLst>
                    <a:ext uri="{9D8B030D-6E8A-4147-A177-3AD203B41FA5}">
                      <a16:colId xmlns:a16="http://schemas.microsoft.com/office/drawing/2014/main" val="2681595477"/>
                    </a:ext>
                  </a:extLst>
                </a:gridCol>
                <a:gridCol w="2103120">
                  <a:extLst>
                    <a:ext uri="{9D8B030D-6E8A-4147-A177-3AD203B41FA5}">
                      <a16:colId xmlns:a16="http://schemas.microsoft.com/office/drawing/2014/main" val="3624014808"/>
                    </a:ext>
                  </a:extLst>
                </a:gridCol>
                <a:gridCol w="2103120">
                  <a:extLst>
                    <a:ext uri="{9D8B030D-6E8A-4147-A177-3AD203B41FA5}">
                      <a16:colId xmlns:a16="http://schemas.microsoft.com/office/drawing/2014/main" val="2324662867"/>
                    </a:ext>
                  </a:extLst>
                </a:gridCol>
              </a:tblGrid>
              <a:tr h="0">
                <a:tc>
                  <a:txBody>
                    <a:bodyPr/>
                    <a:lstStyle/>
                    <a:p>
                      <a:pPr indent="306070" algn="ctr">
                        <a:lnSpc>
                          <a:spcPct val="115000"/>
                        </a:lnSpc>
                        <a:spcAft>
                          <a:spcPts val="600"/>
                        </a:spcAft>
                        <a:buNone/>
                      </a:pPr>
                      <a:r>
                        <a:rPr lang="zh-TW" sz="1100" kern="100">
                          <a:effectLst/>
                        </a:rPr>
                        <a:t>資料集</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dirty="0" err="1">
                          <a:effectLst/>
                        </a:rPr>
                        <a:t>BoW</a:t>
                      </a:r>
                      <a:endParaRPr lang="zh-TW" sz="12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dirty="0">
                          <a:effectLst/>
                        </a:rPr>
                        <a:t>TF</a:t>
                      </a:r>
                      <a:endParaRPr lang="zh-TW" sz="12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dirty="0">
                          <a:effectLst/>
                        </a:rPr>
                        <a:t>TF-IDF</a:t>
                      </a:r>
                      <a:endParaRPr lang="zh-TW" sz="12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zh-TW" altLang="en-US" sz="1200" kern="100" dirty="0">
                          <a:effectLst/>
                          <a:latin typeface="Times New Roman" panose="02020603050405020304" pitchFamily="18" charset="0"/>
                          <a:ea typeface="標楷體" panose="03000509000000000000" pitchFamily="65" charset="-120"/>
                          <a:cs typeface="Times New Roman" panose="02020603050405020304" pitchFamily="18" charset="0"/>
                        </a:rPr>
                        <a:t>最佳特徵</a:t>
                      </a:r>
                      <a:endParaRPr lang="zh-TW" sz="12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extLst>
                  <a:ext uri="{0D108BD9-81ED-4DB2-BD59-A6C34878D82A}">
                    <a16:rowId xmlns:a16="http://schemas.microsoft.com/office/drawing/2014/main" val="115098216"/>
                  </a:ext>
                </a:extLst>
              </a:tr>
              <a:tr h="0">
                <a:tc>
                  <a:txBody>
                    <a:bodyPr/>
                    <a:lstStyle/>
                    <a:p>
                      <a:pPr indent="306070" algn="just">
                        <a:lnSpc>
                          <a:spcPct val="115000"/>
                        </a:lnSpc>
                        <a:spcAft>
                          <a:spcPts val="600"/>
                        </a:spcAft>
                        <a:buNone/>
                      </a:pPr>
                      <a:r>
                        <a:rPr lang="zh-TW" sz="1100" kern="100">
                          <a:effectLst/>
                        </a:rPr>
                        <a:t>行政</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0.380</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0.341</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0.375</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altLang="zh-TW" sz="1200" kern="100" dirty="0" err="1">
                          <a:effectLst/>
                        </a:rPr>
                        <a:t>BoW</a:t>
                      </a:r>
                      <a:endParaRPr lang="zh-TW" sz="12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extLst>
                  <a:ext uri="{0D108BD9-81ED-4DB2-BD59-A6C34878D82A}">
                    <a16:rowId xmlns:a16="http://schemas.microsoft.com/office/drawing/2014/main" val="3203780738"/>
                  </a:ext>
                </a:extLst>
              </a:tr>
              <a:tr h="0">
                <a:tc>
                  <a:txBody>
                    <a:bodyPr/>
                    <a:lstStyle/>
                    <a:p>
                      <a:pPr indent="306070" algn="just">
                        <a:lnSpc>
                          <a:spcPct val="115000"/>
                        </a:lnSpc>
                        <a:spcAft>
                          <a:spcPts val="600"/>
                        </a:spcAft>
                        <a:buNone/>
                      </a:pPr>
                      <a:r>
                        <a:rPr lang="zh-TW" sz="1100" kern="100">
                          <a:effectLst/>
                        </a:rPr>
                        <a:t>民事</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0.403</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0.417</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0.428</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marL="0" marR="0" lvl="0" indent="306070" algn="ctr" defTabSz="914400" rtl="0" eaLnBrk="1" fontAlgn="auto" latinLnBrk="0" hangingPunct="1">
                        <a:lnSpc>
                          <a:spcPct val="115000"/>
                        </a:lnSpc>
                        <a:spcBef>
                          <a:spcPts val="0"/>
                        </a:spcBef>
                        <a:spcAft>
                          <a:spcPts val="600"/>
                        </a:spcAft>
                        <a:buClrTx/>
                        <a:buSzTx/>
                        <a:buFontTx/>
                        <a:buNone/>
                        <a:tabLst/>
                        <a:defRPr/>
                      </a:pPr>
                      <a:r>
                        <a:rPr lang="en-US" altLang="zh-TW" sz="1200" kern="100" dirty="0">
                          <a:effectLst/>
                        </a:rPr>
                        <a:t>TF-IDF</a:t>
                      </a:r>
                      <a:endParaRPr lang="zh-TW" altLang="zh-TW" sz="14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extLst>
                  <a:ext uri="{0D108BD9-81ED-4DB2-BD59-A6C34878D82A}">
                    <a16:rowId xmlns:a16="http://schemas.microsoft.com/office/drawing/2014/main" val="2156874969"/>
                  </a:ext>
                </a:extLst>
              </a:tr>
              <a:tr h="0">
                <a:tc>
                  <a:txBody>
                    <a:bodyPr/>
                    <a:lstStyle/>
                    <a:p>
                      <a:pPr indent="306070" algn="just">
                        <a:lnSpc>
                          <a:spcPct val="115000"/>
                        </a:lnSpc>
                        <a:spcAft>
                          <a:spcPts val="600"/>
                        </a:spcAft>
                        <a:buNone/>
                      </a:pPr>
                      <a:r>
                        <a:rPr lang="zh-TW" sz="1100" kern="100">
                          <a:effectLst/>
                        </a:rPr>
                        <a:t>刑事</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0.564</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0.577</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0.562</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altLang="zh-TW" sz="1200" kern="100" dirty="0">
                          <a:effectLst/>
                        </a:rPr>
                        <a:t>TF</a:t>
                      </a:r>
                      <a:endParaRPr lang="zh-TW" sz="12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extLst>
                  <a:ext uri="{0D108BD9-81ED-4DB2-BD59-A6C34878D82A}">
                    <a16:rowId xmlns:a16="http://schemas.microsoft.com/office/drawing/2014/main" val="2927006511"/>
                  </a:ext>
                </a:extLst>
              </a:tr>
              <a:tr h="0">
                <a:tc>
                  <a:txBody>
                    <a:bodyPr/>
                    <a:lstStyle/>
                    <a:p>
                      <a:pPr indent="306070" algn="just">
                        <a:lnSpc>
                          <a:spcPct val="115000"/>
                        </a:lnSpc>
                        <a:spcAft>
                          <a:spcPts val="600"/>
                        </a:spcAft>
                        <a:buNone/>
                      </a:pPr>
                      <a:r>
                        <a:rPr lang="zh-TW" sz="1100" kern="100">
                          <a:effectLst/>
                        </a:rPr>
                        <a:t>刑事附帶民事</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0.654</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0.580</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dirty="0">
                          <a:effectLst/>
                        </a:rPr>
                        <a:t>0.572</a:t>
                      </a:r>
                      <a:endParaRPr lang="zh-TW" sz="12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altLang="zh-TW" sz="1200" kern="100" dirty="0" err="1">
                          <a:effectLst/>
                        </a:rPr>
                        <a:t>BoW</a:t>
                      </a:r>
                      <a:endParaRPr lang="zh-TW" sz="12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extLst>
                  <a:ext uri="{0D108BD9-81ED-4DB2-BD59-A6C34878D82A}">
                    <a16:rowId xmlns:a16="http://schemas.microsoft.com/office/drawing/2014/main" val="2717575622"/>
                  </a:ext>
                </a:extLst>
              </a:tr>
            </a:tbl>
          </a:graphicData>
        </a:graphic>
      </p:graphicFrame>
      <p:sp>
        <p:nvSpPr>
          <p:cNvPr id="6" name="文字方塊 5">
            <a:extLst>
              <a:ext uri="{FF2B5EF4-FFF2-40B4-BE49-F238E27FC236}">
                <a16:creationId xmlns:a16="http://schemas.microsoft.com/office/drawing/2014/main" id="{37FA8E03-0ABF-5893-EB04-AC8784A8325C}"/>
              </a:ext>
            </a:extLst>
          </p:cNvPr>
          <p:cNvSpPr txBox="1"/>
          <p:nvPr/>
        </p:nvSpPr>
        <p:spPr>
          <a:xfrm>
            <a:off x="158750" y="4202453"/>
            <a:ext cx="7607300" cy="1754326"/>
          </a:xfrm>
          <a:prstGeom prst="rect">
            <a:avLst/>
          </a:prstGeom>
          <a:noFill/>
        </p:spPr>
        <p:txBody>
          <a:bodyPr wrap="square">
            <a:spAutoFit/>
          </a:bodyPr>
          <a:lstStyle/>
          <a:p>
            <a:pPr>
              <a:buNone/>
            </a:pPr>
            <a:r>
              <a:rPr lang="zh-TW" altLang="zh-TW" dirty="0"/>
              <a:t>文字特徵的選擇不能一概而論，必須依案件類型與文本結構判斷。</a:t>
            </a:r>
            <a:endParaRPr lang="en-US" altLang="zh-TW" dirty="0"/>
          </a:p>
          <a:p>
            <a:pPr>
              <a:buNone/>
            </a:pPr>
            <a:endParaRPr lang="en-US" altLang="zh-TW" dirty="0"/>
          </a:p>
          <a:p>
            <a:pPr marL="285750" indent="-285750">
              <a:buFont typeface="Arial" panose="020B0604020202020204" pitchFamily="34" charset="0"/>
              <a:buChar char="•"/>
            </a:pPr>
            <a:r>
              <a:rPr lang="zh-TW" altLang="zh-TW" dirty="0"/>
              <a:t>行政案件 BoW 較佳，可能與固定程序用語或法規爭點有關。</a:t>
            </a:r>
            <a:endParaRPr lang="en-US" altLang="zh-TW" dirty="0"/>
          </a:p>
          <a:p>
            <a:pPr marL="285750" indent="-285750">
              <a:buFont typeface="Arial" panose="020B0604020202020204" pitchFamily="34" charset="0"/>
              <a:buChar char="•"/>
            </a:pPr>
            <a:r>
              <a:rPr lang="zh-TW" altLang="zh-TW" dirty="0"/>
              <a:t>民事案件 TF-IDF 較佳，可能與爭點較多元、需降低常見詞權重有關。</a:t>
            </a:r>
            <a:endParaRPr lang="en-US" altLang="zh-TW" dirty="0"/>
          </a:p>
          <a:p>
            <a:pPr marL="285750" indent="-285750">
              <a:buFont typeface="Arial" panose="020B0604020202020204" pitchFamily="34" charset="0"/>
              <a:buChar char="•"/>
            </a:pPr>
            <a:r>
              <a:rPr lang="zh-TW" altLang="zh-TW" dirty="0"/>
              <a:t>刑事案件 TF 較佳，可能與特定事實或構成要件用語頻率有關。</a:t>
            </a:r>
            <a:endParaRPr lang="en-US" altLang="zh-TW" dirty="0"/>
          </a:p>
          <a:p>
            <a:pPr marL="285750" indent="-285750">
              <a:buFont typeface="Arial" panose="020B0604020202020204" pitchFamily="34" charset="0"/>
              <a:buChar char="•"/>
            </a:pPr>
            <a:r>
              <a:rPr lang="zh-TW" altLang="zh-TW" dirty="0"/>
              <a:t>刑事附帶民事 BoW 較佳，但因樣本與類別分布特殊，需保守解讀。</a:t>
            </a:r>
          </a:p>
        </p:txBody>
      </p:sp>
      <p:pic>
        <p:nvPicPr>
          <p:cNvPr id="7" name="Picture 2088765227">
            <a:extLst>
              <a:ext uri="{FF2B5EF4-FFF2-40B4-BE49-F238E27FC236}">
                <a16:creationId xmlns:a16="http://schemas.microsoft.com/office/drawing/2014/main" id="{99630C47-73A2-30E8-5C94-C44A064BE751}"/>
              </a:ext>
            </a:extLst>
          </p:cNvPr>
          <p:cNvPicPr>
            <a:picLocks noChangeAspect="1"/>
          </p:cNvPicPr>
          <p:nvPr/>
        </p:nvPicPr>
        <p:blipFill>
          <a:blip r:embed="rId3"/>
          <a:stretch>
            <a:fillRect/>
          </a:stretch>
        </p:blipFill>
        <p:spPr>
          <a:xfrm>
            <a:off x="7770528" y="4085746"/>
            <a:ext cx="4262722" cy="2407129"/>
          </a:xfrm>
          <a:prstGeom prst="rect">
            <a:avLst/>
          </a:prstGeom>
        </p:spPr>
      </p:pic>
    </p:spTree>
    <p:extLst>
      <p:ext uri="{BB962C8B-B14F-4D97-AF65-F5344CB8AC3E}">
        <p14:creationId xmlns:p14="http://schemas.microsoft.com/office/powerpoint/2010/main" val="27845154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7839F2F-B543-116F-FF73-80177FD88C76}"/>
              </a:ext>
            </a:extLst>
          </p:cNvPr>
          <p:cNvSpPr>
            <a:spLocks noGrp="1"/>
          </p:cNvSpPr>
          <p:nvPr>
            <p:ph type="title"/>
          </p:nvPr>
        </p:nvSpPr>
        <p:spPr/>
        <p:txBody>
          <a:bodyPr/>
          <a:lstStyle/>
          <a:p>
            <a:r>
              <a:rPr lang="zh-TW" altLang="en-US" dirty="0"/>
              <a:t>實證結果支持：無單一最佳特徵</a:t>
            </a:r>
          </a:p>
        </p:txBody>
      </p:sp>
      <p:pic>
        <p:nvPicPr>
          <p:cNvPr id="4" name="內容版面配置區 3">
            <a:extLst>
              <a:ext uri="{FF2B5EF4-FFF2-40B4-BE49-F238E27FC236}">
                <a16:creationId xmlns:a16="http://schemas.microsoft.com/office/drawing/2014/main" id="{19E19FA9-C108-6DEC-B90C-7A119B25F59C}"/>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252198" y="1498182"/>
            <a:ext cx="7687603" cy="5135117"/>
          </a:xfrm>
          <a:prstGeom prst="rect">
            <a:avLst/>
          </a:prstGeom>
        </p:spPr>
      </p:pic>
    </p:spTree>
    <p:extLst>
      <p:ext uri="{BB962C8B-B14F-4D97-AF65-F5344CB8AC3E}">
        <p14:creationId xmlns:p14="http://schemas.microsoft.com/office/powerpoint/2010/main" val="1952446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95916F9-9235-EE6C-1089-312EC06D6E0D}"/>
              </a:ext>
            </a:extLst>
          </p:cNvPr>
          <p:cNvSpPr>
            <a:spLocks noGrp="1"/>
          </p:cNvSpPr>
          <p:nvPr>
            <p:ph type="title"/>
          </p:nvPr>
        </p:nvSpPr>
        <p:spPr/>
        <p:txBody>
          <a:bodyPr/>
          <a:lstStyle/>
          <a:p>
            <a:r>
              <a:rPr lang="zh-TW" altLang="en-US" dirty="0"/>
              <a:t>實證結果支持：</a:t>
            </a:r>
            <a:r>
              <a:rPr lang="en-US" altLang="zh-TW" dirty="0"/>
              <a:t> Mixed / Win </a:t>
            </a:r>
            <a:r>
              <a:rPr lang="zh-TW" altLang="en-US" dirty="0"/>
              <a:t>較難辨識</a:t>
            </a:r>
          </a:p>
        </p:txBody>
      </p:sp>
      <p:graphicFrame>
        <p:nvGraphicFramePr>
          <p:cNvPr id="4" name="內容版面配置區 3">
            <a:extLst>
              <a:ext uri="{FF2B5EF4-FFF2-40B4-BE49-F238E27FC236}">
                <a16:creationId xmlns:a16="http://schemas.microsoft.com/office/drawing/2014/main" id="{BFE76864-6966-14B8-C5AF-F1A462D51153}"/>
              </a:ext>
            </a:extLst>
          </p:cNvPr>
          <p:cNvGraphicFramePr>
            <a:graphicFrameLocks noGrp="1"/>
          </p:cNvGraphicFramePr>
          <p:nvPr>
            <p:ph idx="1"/>
            <p:extLst>
              <p:ext uri="{D42A27DB-BD31-4B8C-83A1-F6EECF244321}">
                <p14:modId xmlns:p14="http://schemas.microsoft.com/office/powerpoint/2010/main" val="172530823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932934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43D3EF0-D812-BF2C-D197-F0DAF5B2F66C}"/>
              </a:ext>
            </a:extLst>
          </p:cNvPr>
          <p:cNvSpPr>
            <a:spLocks noGrp="1"/>
          </p:cNvSpPr>
          <p:nvPr>
            <p:ph type="title"/>
          </p:nvPr>
        </p:nvSpPr>
        <p:spPr/>
        <p:txBody>
          <a:bodyPr/>
          <a:lstStyle/>
          <a:p>
            <a:r>
              <a:rPr lang="zh-TW" altLang="en-US" dirty="0"/>
              <a:t>實證結果支持：</a:t>
            </a:r>
            <a:r>
              <a:rPr lang="en-US" altLang="zh-TW" dirty="0"/>
              <a:t> Mixed / Win </a:t>
            </a:r>
            <a:r>
              <a:rPr lang="zh-TW" altLang="en-US" dirty="0"/>
              <a:t>較難辨識</a:t>
            </a:r>
          </a:p>
        </p:txBody>
      </p:sp>
      <p:graphicFrame>
        <p:nvGraphicFramePr>
          <p:cNvPr id="6" name="表格 5">
            <a:extLst>
              <a:ext uri="{FF2B5EF4-FFF2-40B4-BE49-F238E27FC236}">
                <a16:creationId xmlns:a16="http://schemas.microsoft.com/office/drawing/2014/main" id="{A37514E4-129E-E918-6967-1C6C41BAC948}"/>
              </a:ext>
            </a:extLst>
          </p:cNvPr>
          <p:cNvGraphicFramePr>
            <a:graphicFrameLocks noGrp="1"/>
          </p:cNvGraphicFramePr>
          <p:nvPr>
            <p:extLst>
              <p:ext uri="{D42A27DB-BD31-4B8C-83A1-F6EECF244321}">
                <p14:modId xmlns:p14="http://schemas.microsoft.com/office/powerpoint/2010/main" val="3703933214"/>
              </p:ext>
            </p:extLst>
          </p:nvPr>
        </p:nvGraphicFramePr>
        <p:xfrm>
          <a:off x="2480982" y="1604627"/>
          <a:ext cx="7230035" cy="2286000"/>
        </p:xfrm>
        <a:graphic>
          <a:graphicData uri="http://schemas.openxmlformats.org/drawingml/2006/table">
            <a:tbl>
              <a:tblPr/>
              <a:tblGrid>
                <a:gridCol w="1446007">
                  <a:extLst>
                    <a:ext uri="{9D8B030D-6E8A-4147-A177-3AD203B41FA5}">
                      <a16:colId xmlns:a16="http://schemas.microsoft.com/office/drawing/2014/main" val="2671538147"/>
                    </a:ext>
                  </a:extLst>
                </a:gridCol>
                <a:gridCol w="1446007">
                  <a:extLst>
                    <a:ext uri="{9D8B030D-6E8A-4147-A177-3AD203B41FA5}">
                      <a16:colId xmlns:a16="http://schemas.microsoft.com/office/drawing/2014/main" val="2851694072"/>
                    </a:ext>
                  </a:extLst>
                </a:gridCol>
                <a:gridCol w="1446007">
                  <a:extLst>
                    <a:ext uri="{9D8B030D-6E8A-4147-A177-3AD203B41FA5}">
                      <a16:colId xmlns:a16="http://schemas.microsoft.com/office/drawing/2014/main" val="2825959585"/>
                    </a:ext>
                  </a:extLst>
                </a:gridCol>
                <a:gridCol w="1446007">
                  <a:extLst>
                    <a:ext uri="{9D8B030D-6E8A-4147-A177-3AD203B41FA5}">
                      <a16:colId xmlns:a16="http://schemas.microsoft.com/office/drawing/2014/main" val="1089842639"/>
                    </a:ext>
                  </a:extLst>
                </a:gridCol>
                <a:gridCol w="1446007">
                  <a:extLst>
                    <a:ext uri="{9D8B030D-6E8A-4147-A177-3AD203B41FA5}">
                      <a16:colId xmlns:a16="http://schemas.microsoft.com/office/drawing/2014/main" val="4240971896"/>
                    </a:ext>
                  </a:extLst>
                </a:gridCol>
              </a:tblGrid>
              <a:tr h="212090">
                <a:tc>
                  <a:txBody>
                    <a:bodyPr/>
                    <a:lstStyle/>
                    <a:p>
                      <a:pPr>
                        <a:buNone/>
                      </a:pPr>
                      <a:r>
                        <a:rPr lang="zh-TW"/>
                        <a:t>實際 \ 預測</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TW"/>
                        <a:t>Pred. Lose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TW"/>
                        <a:t>Pred. Mixed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TW" dirty="0"/>
                        <a:t>Pred. Win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altLang="zh-TW" dirty="0"/>
                        <a:t>Total</a:t>
                      </a:r>
                      <a:endParaRPr lang="zh-TW"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42715371"/>
                  </a:ext>
                </a:extLst>
              </a:tr>
              <a:tr h="371158">
                <a:tc>
                  <a:txBody>
                    <a:bodyPr/>
                    <a:lstStyle/>
                    <a:p>
                      <a:pPr>
                        <a:buNone/>
                      </a:pPr>
                      <a:r>
                        <a:rPr lang="zh-TW" dirty="0"/>
                        <a:t>Actual Lose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TW" dirty="0"/>
                        <a:t>683</a:t>
                      </a:r>
                      <a:br>
                        <a:rPr lang="zh-TW" dirty="0"/>
                      </a:br>
                      <a:r>
                        <a:rPr lang="zh-TW" dirty="0"/>
                        <a:t>89.2%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TW"/>
                        <a:t>77</a:t>
                      </a:r>
                      <a:br>
                        <a:rPr lang="zh-TW"/>
                      </a:br>
                      <a:r>
                        <a:rPr lang="zh-TW"/>
                        <a:t>10.1%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TW" dirty="0"/>
                        <a:t>6</a:t>
                      </a:r>
                      <a:br>
                        <a:rPr lang="zh-TW" dirty="0"/>
                      </a:br>
                      <a:r>
                        <a:rPr lang="zh-TW" dirty="0"/>
                        <a:t>0.8%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altLang="zh-TW" dirty="0"/>
                        <a:t>766</a:t>
                      </a:r>
                    </a:p>
                    <a:p>
                      <a:pPr>
                        <a:buNone/>
                      </a:pPr>
                      <a:r>
                        <a:rPr lang="en-US" altLang="zh-TW" dirty="0"/>
                        <a:t>100%</a:t>
                      </a:r>
                      <a:endParaRPr lang="zh-TW"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63376881"/>
                  </a:ext>
                </a:extLst>
              </a:tr>
              <a:tr h="371158">
                <a:tc>
                  <a:txBody>
                    <a:bodyPr/>
                    <a:lstStyle/>
                    <a:p>
                      <a:pPr>
                        <a:buNone/>
                      </a:pPr>
                      <a:r>
                        <a:rPr lang="zh-TW"/>
                        <a:t>Actual Mixed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TW" dirty="0"/>
                        <a:t>192</a:t>
                      </a:r>
                      <a:br>
                        <a:rPr lang="zh-TW" dirty="0"/>
                      </a:br>
                      <a:r>
                        <a:rPr lang="zh-TW" dirty="0"/>
                        <a:t>68.3%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TW" dirty="0"/>
                        <a:t>80</a:t>
                      </a:r>
                      <a:br>
                        <a:rPr lang="zh-TW" dirty="0"/>
                      </a:br>
                      <a:r>
                        <a:rPr lang="zh-TW" dirty="0"/>
                        <a:t>28.5%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TW"/>
                        <a:t>9</a:t>
                      </a:r>
                      <a:br>
                        <a:rPr lang="zh-TW"/>
                      </a:br>
                      <a:r>
                        <a:rPr lang="zh-TW"/>
                        <a:t>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altLang="zh-TW" dirty="0"/>
                        <a:t>281</a:t>
                      </a:r>
                    </a:p>
                    <a:p>
                      <a:pPr>
                        <a:buNone/>
                      </a:pPr>
                      <a:r>
                        <a:rPr lang="en-US" altLang="zh-TW" dirty="0"/>
                        <a:t>100%</a:t>
                      </a:r>
                      <a:endParaRPr lang="zh-TW"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76261064"/>
                  </a:ext>
                </a:extLst>
              </a:tr>
              <a:tr h="371158">
                <a:tc>
                  <a:txBody>
                    <a:bodyPr/>
                    <a:lstStyle/>
                    <a:p>
                      <a:pPr>
                        <a:buNone/>
                      </a:pPr>
                      <a:r>
                        <a:rPr lang="zh-TW"/>
                        <a:t>Actual Win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TW"/>
                        <a:t>62</a:t>
                      </a:r>
                      <a:br>
                        <a:rPr lang="zh-TW"/>
                      </a:br>
                      <a:r>
                        <a:rPr lang="zh-TW"/>
                        <a:t>72.1%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TW"/>
                        <a:t>17</a:t>
                      </a:r>
                      <a:br>
                        <a:rPr lang="zh-TW"/>
                      </a:br>
                      <a:r>
                        <a:rPr lang="zh-TW"/>
                        <a:t>19.8%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TW" dirty="0"/>
                        <a:t>7</a:t>
                      </a:r>
                      <a:br>
                        <a:rPr lang="zh-TW" dirty="0"/>
                      </a:br>
                      <a:r>
                        <a:rPr lang="zh-TW" dirty="0"/>
                        <a:t>8.1%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altLang="zh-TW" dirty="0"/>
                        <a:t>86</a:t>
                      </a:r>
                    </a:p>
                    <a:p>
                      <a:pPr>
                        <a:buNone/>
                      </a:pPr>
                      <a:r>
                        <a:rPr lang="en-US" altLang="zh-TW" dirty="0"/>
                        <a:t>100%</a:t>
                      </a:r>
                      <a:endParaRPr lang="zh-TW"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9077202"/>
                  </a:ext>
                </a:extLst>
              </a:tr>
            </a:tbl>
          </a:graphicData>
        </a:graphic>
      </p:graphicFrame>
      <p:graphicFrame>
        <p:nvGraphicFramePr>
          <p:cNvPr id="11" name="表格 10">
            <a:extLst>
              <a:ext uri="{FF2B5EF4-FFF2-40B4-BE49-F238E27FC236}">
                <a16:creationId xmlns:a16="http://schemas.microsoft.com/office/drawing/2014/main" id="{563E9700-3B4F-4E44-7FCD-D8D06A9BF745}"/>
              </a:ext>
            </a:extLst>
          </p:cNvPr>
          <p:cNvGraphicFramePr>
            <a:graphicFrameLocks noGrp="1"/>
          </p:cNvGraphicFramePr>
          <p:nvPr>
            <p:extLst>
              <p:ext uri="{D42A27DB-BD31-4B8C-83A1-F6EECF244321}">
                <p14:modId xmlns:p14="http://schemas.microsoft.com/office/powerpoint/2010/main" val="3923881770"/>
              </p:ext>
            </p:extLst>
          </p:nvPr>
        </p:nvGraphicFramePr>
        <p:xfrm>
          <a:off x="838199" y="4241445"/>
          <a:ext cx="10515600" cy="1777368"/>
        </p:xfrm>
        <a:graphic>
          <a:graphicData uri="http://schemas.openxmlformats.org/drawingml/2006/table">
            <a:tbl>
              <a:tblPr firstRow="1" firstCol="1" bandRow="1">
                <a:tableStyleId>{5C22544A-7EE6-4342-B048-85BDC9FD1C3A}</a:tableStyleId>
              </a:tblPr>
              <a:tblGrid>
                <a:gridCol w="2103120">
                  <a:extLst>
                    <a:ext uri="{9D8B030D-6E8A-4147-A177-3AD203B41FA5}">
                      <a16:colId xmlns:a16="http://schemas.microsoft.com/office/drawing/2014/main" val="3907422755"/>
                    </a:ext>
                  </a:extLst>
                </a:gridCol>
                <a:gridCol w="2103120">
                  <a:extLst>
                    <a:ext uri="{9D8B030D-6E8A-4147-A177-3AD203B41FA5}">
                      <a16:colId xmlns:a16="http://schemas.microsoft.com/office/drawing/2014/main" val="81491018"/>
                    </a:ext>
                  </a:extLst>
                </a:gridCol>
                <a:gridCol w="2103120">
                  <a:extLst>
                    <a:ext uri="{9D8B030D-6E8A-4147-A177-3AD203B41FA5}">
                      <a16:colId xmlns:a16="http://schemas.microsoft.com/office/drawing/2014/main" val="309905531"/>
                    </a:ext>
                  </a:extLst>
                </a:gridCol>
                <a:gridCol w="2103120">
                  <a:extLst>
                    <a:ext uri="{9D8B030D-6E8A-4147-A177-3AD203B41FA5}">
                      <a16:colId xmlns:a16="http://schemas.microsoft.com/office/drawing/2014/main" val="2425646147"/>
                    </a:ext>
                  </a:extLst>
                </a:gridCol>
                <a:gridCol w="2103120">
                  <a:extLst>
                    <a:ext uri="{9D8B030D-6E8A-4147-A177-3AD203B41FA5}">
                      <a16:colId xmlns:a16="http://schemas.microsoft.com/office/drawing/2014/main" val="33237580"/>
                    </a:ext>
                  </a:extLst>
                </a:gridCol>
              </a:tblGrid>
              <a:tr h="0">
                <a:tc>
                  <a:txBody>
                    <a:bodyPr/>
                    <a:lstStyle/>
                    <a:p>
                      <a:pPr indent="306070" algn="ctr">
                        <a:lnSpc>
                          <a:spcPct val="115000"/>
                        </a:lnSpc>
                        <a:spcAft>
                          <a:spcPts val="600"/>
                        </a:spcAft>
                        <a:buNone/>
                      </a:pPr>
                      <a:r>
                        <a:rPr lang="zh-TW" sz="1100" kern="100">
                          <a:effectLst/>
                        </a:rPr>
                        <a:t>類別</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Precision</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Recall</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F1-score</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Support</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extLst>
                  <a:ext uri="{0D108BD9-81ED-4DB2-BD59-A6C34878D82A}">
                    <a16:rowId xmlns:a16="http://schemas.microsoft.com/office/drawing/2014/main" val="2809031468"/>
                  </a:ext>
                </a:extLst>
              </a:tr>
              <a:tr h="0">
                <a:tc>
                  <a:txBody>
                    <a:bodyPr/>
                    <a:lstStyle/>
                    <a:p>
                      <a:pPr indent="306070" algn="just">
                        <a:lnSpc>
                          <a:spcPct val="115000"/>
                        </a:lnSpc>
                        <a:spcAft>
                          <a:spcPts val="600"/>
                        </a:spcAft>
                        <a:buNone/>
                      </a:pPr>
                      <a:r>
                        <a:rPr lang="en-US" sz="1100" kern="100">
                          <a:effectLst/>
                        </a:rPr>
                        <a:t>Lose</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0.729</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0.892</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0.802</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766</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extLst>
                  <a:ext uri="{0D108BD9-81ED-4DB2-BD59-A6C34878D82A}">
                    <a16:rowId xmlns:a16="http://schemas.microsoft.com/office/drawing/2014/main" val="3215126701"/>
                  </a:ext>
                </a:extLst>
              </a:tr>
              <a:tr h="0">
                <a:tc>
                  <a:txBody>
                    <a:bodyPr/>
                    <a:lstStyle/>
                    <a:p>
                      <a:pPr indent="306070" algn="just">
                        <a:lnSpc>
                          <a:spcPct val="115000"/>
                        </a:lnSpc>
                        <a:spcAft>
                          <a:spcPts val="600"/>
                        </a:spcAft>
                        <a:buNone/>
                      </a:pPr>
                      <a:r>
                        <a:rPr lang="en-US" sz="1100" kern="100">
                          <a:effectLst/>
                        </a:rPr>
                        <a:t>Mixed</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0.460</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0.285</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0.352</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281</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extLst>
                  <a:ext uri="{0D108BD9-81ED-4DB2-BD59-A6C34878D82A}">
                    <a16:rowId xmlns:a16="http://schemas.microsoft.com/office/drawing/2014/main" val="986055312"/>
                  </a:ext>
                </a:extLst>
              </a:tr>
              <a:tr h="0">
                <a:tc>
                  <a:txBody>
                    <a:bodyPr/>
                    <a:lstStyle/>
                    <a:p>
                      <a:pPr indent="306070" algn="just">
                        <a:lnSpc>
                          <a:spcPct val="115000"/>
                        </a:lnSpc>
                        <a:spcAft>
                          <a:spcPts val="600"/>
                        </a:spcAft>
                        <a:buNone/>
                      </a:pPr>
                      <a:r>
                        <a:rPr lang="en-US" sz="1100" kern="100">
                          <a:effectLst/>
                        </a:rPr>
                        <a:t>Win</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0.318</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dirty="0">
                          <a:effectLst/>
                        </a:rPr>
                        <a:t>0.081</a:t>
                      </a:r>
                      <a:endParaRPr lang="zh-TW" sz="12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0.130</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86</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extLst>
                  <a:ext uri="{0D108BD9-81ED-4DB2-BD59-A6C34878D82A}">
                    <a16:rowId xmlns:a16="http://schemas.microsoft.com/office/drawing/2014/main" val="3899667661"/>
                  </a:ext>
                </a:extLst>
              </a:tr>
              <a:tr h="0">
                <a:tc>
                  <a:txBody>
                    <a:bodyPr/>
                    <a:lstStyle/>
                    <a:p>
                      <a:pPr indent="306070" algn="just">
                        <a:lnSpc>
                          <a:spcPct val="115000"/>
                        </a:lnSpc>
                        <a:spcAft>
                          <a:spcPts val="600"/>
                        </a:spcAft>
                        <a:buNone/>
                      </a:pPr>
                      <a:r>
                        <a:rPr lang="en-US" sz="1100" kern="100">
                          <a:effectLst/>
                        </a:rPr>
                        <a:t>macro avg</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0.502</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dirty="0">
                          <a:effectLst/>
                        </a:rPr>
                        <a:t>0.419</a:t>
                      </a:r>
                      <a:endParaRPr lang="zh-TW" sz="12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0.428</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dirty="0">
                          <a:effectLst/>
                        </a:rPr>
                        <a:t>1133</a:t>
                      </a:r>
                      <a:endParaRPr lang="zh-TW" sz="12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extLst>
                  <a:ext uri="{0D108BD9-81ED-4DB2-BD59-A6C34878D82A}">
                    <a16:rowId xmlns:a16="http://schemas.microsoft.com/office/drawing/2014/main" val="3200311867"/>
                  </a:ext>
                </a:extLst>
              </a:tr>
              <a:tr h="0">
                <a:tc>
                  <a:txBody>
                    <a:bodyPr/>
                    <a:lstStyle/>
                    <a:p>
                      <a:pPr indent="306070" algn="just">
                        <a:lnSpc>
                          <a:spcPct val="115000"/>
                        </a:lnSpc>
                        <a:spcAft>
                          <a:spcPts val="600"/>
                        </a:spcAft>
                        <a:buNone/>
                      </a:pPr>
                      <a:r>
                        <a:rPr lang="en-US" sz="1100" kern="100">
                          <a:effectLst/>
                        </a:rPr>
                        <a:t>weighted avg</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0.631</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0.680</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0.639</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dirty="0">
                          <a:effectLst/>
                        </a:rPr>
                        <a:t>1133</a:t>
                      </a:r>
                      <a:endParaRPr lang="zh-TW" sz="12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extLst>
                  <a:ext uri="{0D108BD9-81ED-4DB2-BD59-A6C34878D82A}">
                    <a16:rowId xmlns:a16="http://schemas.microsoft.com/office/drawing/2014/main" val="722409192"/>
                  </a:ext>
                </a:extLst>
              </a:tr>
            </a:tbl>
          </a:graphicData>
        </a:graphic>
      </p:graphicFrame>
    </p:spTree>
    <p:extLst>
      <p:ext uri="{BB962C8B-B14F-4D97-AF65-F5344CB8AC3E}">
        <p14:creationId xmlns:p14="http://schemas.microsoft.com/office/powerpoint/2010/main" val="1906539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F00410F-BBD2-4605-3C19-B3F8DC0590F4}"/>
              </a:ext>
            </a:extLst>
          </p:cNvPr>
          <p:cNvSpPr>
            <a:spLocks noGrp="1"/>
          </p:cNvSpPr>
          <p:nvPr>
            <p:ph type="title"/>
          </p:nvPr>
        </p:nvSpPr>
        <p:spPr/>
        <p:txBody>
          <a:bodyPr/>
          <a:lstStyle/>
          <a:p>
            <a:r>
              <a:rPr lang="zh-TW" altLang="en-US" dirty="0"/>
              <a:t>實證結果支持：</a:t>
            </a:r>
            <a:r>
              <a:rPr lang="en-US" altLang="zh-TW" dirty="0"/>
              <a:t> Mixed / Win </a:t>
            </a:r>
            <a:r>
              <a:rPr lang="zh-TW" altLang="en-US" dirty="0"/>
              <a:t>較難辨識</a:t>
            </a:r>
          </a:p>
        </p:txBody>
      </p:sp>
      <p:graphicFrame>
        <p:nvGraphicFramePr>
          <p:cNvPr id="4" name="內容版面配置區 3">
            <a:extLst>
              <a:ext uri="{FF2B5EF4-FFF2-40B4-BE49-F238E27FC236}">
                <a16:creationId xmlns:a16="http://schemas.microsoft.com/office/drawing/2014/main" id="{62B9E7FA-5154-5BFD-ABF9-69AA4E442053}"/>
              </a:ext>
            </a:extLst>
          </p:cNvPr>
          <p:cNvGraphicFramePr>
            <a:graphicFrameLocks noGrp="1"/>
          </p:cNvGraphicFramePr>
          <p:nvPr>
            <p:ph idx="1"/>
            <p:extLst>
              <p:ext uri="{D42A27DB-BD31-4B8C-83A1-F6EECF244321}">
                <p14:modId xmlns:p14="http://schemas.microsoft.com/office/powerpoint/2010/main" val="4255777959"/>
              </p:ext>
            </p:extLst>
          </p:nvPr>
        </p:nvGraphicFramePr>
        <p:xfrm>
          <a:off x="838200" y="4798637"/>
          <a:ext cx="10515600" cy="1481140"/>
        </p:xfrm>
        <a:graphic>
          <a:graphicData uri="http://schemas.openxmlformats.org/drawingml/2006/table">
            <a:tbl>
              <a:tblPr firstRow="1" firstCol="1" bandRow="1">
                <a:tableStyleId>{5C22544A-7EE6-4342-B048-85BDC9FD1C3A}</a:tableStyleId>
              </a:tblPr>
              <a:tblGrid>
                <a:gridCol w="2046903">
                  <a:extLst>
                    <a:ext uri="{9D8B030D-6E8A-4147-A177-3AD203B41FA5}">
                      <a16:colId xmlns:a16="http://schemas.microsoft.com/office/drawing/2014/main" val="2055947587"/>
                    </a:ext>
                  </a:extLst>
                </a:gridCol>
                <a:gridCol w="2105219">
                  <a:extLst>
                    <a:ext uri="{9D8B030D-6E8A-4147-A177-3AD203B41FA5}">
                      <a16:colId xmlns:a16="http://schemas.microsoft.com/office/drawing/2014/main" val="2696006895"/>
                    </a:ext>
                  </a:extLst>
                </a:gridCol>
                <a:gridCol w="2127380">
                  <a:extLst>
                    <a:ext uri="{9D8B030D-6E8A-4147-A177-3AD203B41FA5}">
                      <a16:colId xmlns:a16="http://schemas.microsoft.com/office/drawing/2014/main" val="15573184"/>
                    </a:ext>
                  </a:extLst>
                </a:gridCol>
                <a:gridCol w="2105219">
                  <a:extLst>
                    <a:ext uri="{9D8B030D-6E8A-4147-A177-3AD203B41FA5}">
                      <a16:colId xmlns:a16="http://schemas.microsoft.com/office/drawing/2014/main" val="2268414524"/>
                    </a:ext>
                  </a:extLst>
                </a:gridCol>
                <a:gridCol w="2130879">
                  <a:extLst>
                    <a:ext uri="{9D8B030D-6E8A-4147-A177-3AD203B41FA5}">
                      <a16:colId xmlns:a16="http://schemas.microsoft.com/office/drawing/2014/main" val="3618006039"/>
                    </a:ext>
                  </a:extLst>
                </a:gridCol>
              </a:tblGrid>
              <a:tr h="0">
                <a:tc>
                  <a:txBody>
                    <a:bodyPr/>
                    <a:lstStyle/>
                    <a:p>
                      <a:pPr indent="306070" algn="ctr">
                        <a:lnSpc>
                          <a:spcPct val="115000"/>
                        </a:lnSpc>
                        <a:spcAft>
                          <a:spcPts val="600"/>
                        </a:spcAft>
                        <a:buNone/>
                      </a:pPr>
                      <a:r>
                        <a:rPr lang="zh-TW" sz="1100" kern="100">
                          <a:effectLst/>
                        </a:rPr>
                        <a:t>資料集</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Lose F1</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dirty="0">
                          <a:effectLst/>
                        </a:rPr>
                        <a:t>Mixed F1</a:t>
                      </a:r>
                      <a:endParaRPr lang="zh-TW" sz="12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Win F1</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Macro F1</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extLst>
                  <a:ext uri="{0D108BD9-81ED-4DB2-BD59-A6C34878D82A}">
                    <a16:rowId xmlns:a16="http://schemas.microsoft.com/office/drawing/2014/main" val="89587592"/>
                  </a:ext>
                </a:extLst>
              </a:tr>
              <a:tr h="0">
                <a:tc>
                  <a:txBody>
                    <a:bodyPr/>
                    <a:lstStyle/>
                    <a:p>
                      <a:pPr indent="306070" algn="just">
                        <a:lnSpc>
                          <a:spcPct val="115000"/>
                        </a:lnSpc>
                        <a:spcAft>
                          <a:spcPts val="600"/>
                        </a:spcAft>
                        <a:buNone/>
                      </a:pPr>
                      <a:r>
                        <a:rPr lang="zh-TW" sz="1100" kern="100">
                          <a:effectLst/>
                        </a:rPr>
                        <a:t>行政</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0.908</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0.114</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0.119</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0.380</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extLst>
                  <a:ext uri="{0D108BD9-81ED-4DB2-BD59-A6C34878D82A}">
                    <a16:rowId xmlns:a16="http://schemas.microsoft.com/office/drawing/2014/main" val="2537118166"/>
                  </a:ext>
                </a:extLst>
              </a:tr>
              <a:tr h="0">
                <a:tc>
                  <a:txBody>
                    <a:bodyPr/>
                    <a:lstStyle/>
                    <a:p>
                      <a:pPr indent="306070" algn="just">
                        <a:lnSpc>
                          <a:spcPct val="115000"/>
                        </a:lnSpc>
                        <a:spcAft>
                          <a:spcPts val="600"/>
                        </a:spcAft>
                        <a:buNone/>
                      </a:pPr>
                      <a:r>
                        <a:rPr lang="zh-TW" sz="1100" kern="100">
                          <a:effectLst/>
                        </a:rPr>
                        <a:t>民事</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0.802</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0.352</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0.130</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dirty="0">
                          <a:effectLst/>
                        </a:rPr>
                        <a:t>0.428</a:t>
                      </a:r>
                      <a:endParaRPr lang="zh-TW" sz="12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extLst>
                  <a:ext uri="{0D108BD9-81ED-4DB2-BD59-A6C34878D82A}">
                    <a16:rowId xmlns:a16="http://schemas.microsoft.com/office/drawing/2014/main" val="3553194182"/>
                  </a:ext>
                </a:extLst>
              </a:tr>
              <a:tr h="0">
                <a:tc>
                  <a:txBody>
                    <a:bodyPr/>
                    <a:lstStyle/>
                    <a:p>
                      <a:pPr indent="306070" algn="just">
                        <a:lnSpc>
                          <a:spcPct val="115000"/>
                        </a:lnSpc>
                        <a:spcAft>
                          <a:spcPts val="600"/>
                        </a:spcAft>
                        <a:buNone/>
                      </a:pPr>
                      <a:r>
                        <a:rPr lang="zh-TW" sz="1100" kern="100">
                          <a:effectLst/>
                        </a:rPr>
                        <a:t>刑事</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0.974</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0.167</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0.591</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0.577</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extLst>
                  <a:ext uri="{0D108BD9-81ED-4DB2-BD59-A6C34878D82A}">
                    <a16:rowId xmlns:a16="http://schemas.microsoft.com/office/drawing/2014/main" val="2775048789"/>
                  </a:ext>
                </a:extLst>
              </a:tr>
              <a:tr h="0">
                <a:tc>
                  <a:txBody>
                    <a:bodyPr/>
                    <a:lstStyle/>
                    <a:p>
                      <a:pPr indent="306070" algn="just">
                        <a:lnSpc>
                          <a:spcPct val="115000"/>
                        </a:lnSpc>
                        <a:spcAft>
                          <a:spcPts val="600"/>
                        </a:spcAft>
                        <a:buNone/>
                      </a:pPr>
                      <a:r>
                        <a:rPr lang="zh-TW" sz="1100" kern="100">
                          <a:effectLst/>
                        </a:rPr>
                        <a:t>刑事附帶民事</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0.834</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0.878</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0.250</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dirty="0">
                          <a:effectLst/>
                        </a:rPr>
                        <a:t>0.654</a:t>
                      </a:r>
                      <a:endParaRPr lang="zh-TW" sz="12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extLst>
                  <a:ext uri="{0D108BD9-81ED-4DB2-BD59-A6C34878D82A}">
                    <a16:rowId xmlns:a16="http://schemas.microsoft.com/office/drawing/2014/main" val="2755195663"/>
                  </a:ext>
                </a:extLst>
              </a:tr>
            </a:tbl>
          </a:graphicData>
        </a:graphic>
      </p:graphicFrame>
      <p:graphicFrame>
        <p:nvGraphicFramePr>
          <p:cNvPr id="9" name="圖表 8">
            <a:extLst>
              <a:ext uri="{FF2B5EF4-FFF2-40B4-BE49-F238E27FC236}">
                <a16:creationId xmlns:a16="http://schemas.microsoft.com/office/drawing/2014/main" id="{277CB216-E6B3-27F8-145B-8F4B4338EC89}"/>
              </a:ext>
            </a:extLst>
          </p:cNvPr>
          <p:cNvGraphicFramePr/>
          <p:nvPr>
            <p:extLst>
              <p:ext uri="{D42A27DB-BD31-4B8C-83A1-F6EECF244321}">
                <p14:modId xmlns:p14="http://schemas.microsoft.com/office/powerpoint/2010/main" val="1799994736"/>
              </p:ext>
            </p:extLst>
          </p:nvPr>
        </p:nvGraphicFramePr>
        <p:xfrm>
          <a:off x="2611119" y="1451913"/>
          <a:ext cx="6969761" cy="309857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1731396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AEFE4CF-2204-1362-B333-84C41C89F9F2}"/>
              </a:ext>
            </a:extLst>
          </p:cNvPr>
          <p:cNvSpPr>
            <a:spLocks noGrp="1"/>
          </p:cNvSpPr>
          <p:nvPr>
            <p:ph type="title"/>
          </p:nvPr>
        </p:nvSpPr>
        <p:spPr/>
        <p:txBody>
          <a:bodyPr/>
          <a:lstStyle/>
          <a:p>
            <a:r>
              <a:rPr lang="zh-TW" altLang="zh-TW" dirty="0"/>
              <a:t>錯誤分析小結：模型有訊號，但辨識不平均</a:t>
            </a:r>
          </a:p>
        </p:txBody>
      </p:sp>
      <p:graphicFrame>
        <p:nvGraphicFramePr>
          <p:cNvPr id="4" name="內容版面配置區 3">
            <a:extLst>
              <a:ext uri="{FF2B5EF4-FFF2-40B4-BE49-F238E27FC236}">
                <a16:creationId xmlns:a16="http://schemas.microsoft.com/office/drawing/2014/main" id="{54A2B164-DB84-AD8B-19C0-9D5C22BAC0D1}"/>
              </a:ext>
            </a:extLst>
          </p:cNvPr>
          <p:cNvGraphicFramePr>
            <a:graphicFrameLocks noGrp="1"/>
          </p:cNvGraphicFramePr>
          <p:nvPr>
            <p:ph idx="1"/>
            <p:extLst>
              <p:ext uri="{D42A27DB-BD31-4B8C-83A1-F6EECF244321}">
                <p14:modId xmlns:p14="http://schemas.microsoft.com/office/powerpoint/2010/main" val="1915566779"/>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722847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C985649-F1A6-E8D5-42E5-8B6001FB14E4}"/>
              </a:ext>
            </a:extLst>
          </p:cNvPr>
          <p:cNvSpPr>
            <a:spLocks noGrp="1"/>
          </p:cNvSpPr>
          <p:nvPr>
            <p:ph type="title"/>
          </p:nvPr>
        </p:nvSpPr>
        <p:spPr/>
        <p:txBody>
          <a:bodyPr/>
          <a:lstStyle/>
          <a:p>
            <a:r>
              <a:rPr lang="zh-TW" altLang="en-US" dirty="0"/>
              <a:t>結論</a:t>
            </a:r>
          </a:p>
        </p:txBody>
      </p:sp>
      <p:graphicFrame>
        <p:nvGraphicFramePr>
          <p:cNvPr id="4" name="表格 3">
            <a:extLst>
              <a:ext uri="{FF2B5EF4-FFF2-40B4-BE49-F238E27FC236}">
                <a16:creationId xmlns:a16="http://schemas.microsoft.com/office/drawing/2014/main" id="{F5AC6B10-6F25-9671-4A90-39D55550FB9F}"/>
              </a:ext>
            </a:extLst>
          </p:cNvPr>
          <p:cNvGraphicFramePr>
            <a:graphicFrameLocks noGrp="1"/>
          </p:cNvGraphicFramePr>
          <p:nvPr>
            <p:extLst>
              <p:ext uri="{D42A27DB-BD31-4B8C-83A1-F6EECF244321}">
                <p14:modId xmlns:p14="http://schemas.microsoft.com/office/powerpoint/2010/main" val="4262754246"/>
              </p:ext>
            </p:extLst>
          </p:nvPr>
        </p:nvGraphicFramePr>
        <p:xfrm>
          <a:off x="838200" y="2118706"/>
          <a:ext cx="10515600" cy="2926080"/>
        </p:xfrm>
        <a:graphic>
          <a:graphicData uri="http://schemas.openxmlformats.org/drawingml/2006/table">
            <a:tbl>
              <a:tblPr/>
              <a:tblGrid>
                <a:gridCol w="3505200">
                  <a:extLst>
                    <a:ext uri="{9D8B030D-6E8A-4147-A177-3AD203B41FA5}">
                      <a16:colId xmlns:a16="http://schemas.microsoft.com/office/drawing/2014/main" val="4288751472"/>
                    </a:ext>
                  </a:extLst>
                </a:gridCol>
                <a:gridCol w="3505200">
                  <a:extLst>
                    <a:ext uri="{9D8B030D-6E8A-4147-A177-3AD203B41FA5}">
                      <a16:colId xmlns:a16="http://schemas.microsoft.com/office/drawing/2014/main" val="3493997308"/>
                    </a:ext>
                  </a:extLst>
                </a:gridCol>
                <a:gridCol w="3505200">
                  <a:extLst>
                    <a:ext uri="{9D8B030D-6E8A-4147-A177-3AD203B41FA5}">
                      <a16:colId xmlns:a16="http://schemas.microsoft.com/office/drawing/2014/main" val="1621173484"/>
                    </a:ext>
                  </a:extLst>
                </a:gridCol>
              </a:tblGrid>
              <a:tr h="0">
                <a:tc>
                  <a:txBody>
                    <a:bodyPr/>
                    <a:lstStyle/>
                    <a:p>
                      <a:pPr>
                        <a:buNone/>
                      </a:pPr>
                      <a:r>
                        <a:rPr lang="zh-TW"/>
                        <a:t>研究問題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回答</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對應證據</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47169542"/>
                  </a:ext>
                </a:extLst>
              </a:tr>
              <a:tr h="0">
                <a:tc>
                  <a:txBody>
                    <a:bodyPr/>
                    <a:lstStyle/>
                    <a:p>
                      <a:pPr>
                        <a:buNone/>
                      </a:pPr>
                      <a:r>
                        <a:rPr lang="zh-TW"/>
                        <a:t>RQ1 判決文本能否分類裁判結果？</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dirty="0"/>
                        <a:t>可以，但不同結果類別難度不同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Direct SVM 高於 baseline；Lose F1 普遍較高</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86540403"/>
                  </a:ext>
                </a:extLst>
              </a:tr>
              <a:tr h="0">
                <a:tc>
                  <a:txBody>
                    <a:bodyPr/>
                    <a:lstStyle/>
                    <a:p>
                      <a:pPr>
                        <a:buNone/>
                      </a:pPr>
                      <a:r>
                        <a:rPr lang="zh-TW"/>
                        <a:t>RQ2 案件類型是否影響模型表現？</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會，四類案件表現與最佳設定不同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四類案件 Macro F1、最佳特徵與參數不同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70117030"/>
                  </a:ext>
                </a:extLst>
              </a:tr>
              <a:tr h="0">
                <a:tc>
                  <a:txBody>
                    <a:bodyPr/>
                    <a:lstStyle/>
                    <a:p>
                      <a:pPr>
                        <a:buNone/>
                      </a:pPr>
                      <a:r>
                        <a:rPr lang="zh-TW"/>
                        <a:t>RQ3 哪種文字特徵較佳？</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沒有單一最佳特徵</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行政 BoW、民事 TF-IDF、刑事 TF、刑事附帶民事 BoW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15627657"/>
                  </a:ext>
                </a:extLst>
              </a:tr>
              <a:tr h="0">
                <a:tc>
                  <a:txBody>
                    <a:bodyPr/>
                    <a:lstStyle/>
                    <a:p>
                      <a:pPr>
                        <a:buNone/>
                      </a:pPr>
                      <a:r>
                        <a:rPr lang="zh-TW"/>
                        <a:t>RQ4 MNIR 是否優於 Direct SVM？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否，在本研究設定下 Direct SVM 較佳</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dirty="0"/>
                        <a:t>四類案件 Direct SVM Macro F1 均高於 MNIR + SVM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4351027"/>
                  </a:ext>
                </a:extLst>
              </a:tr>
            </a:tbl>
          </a:graphicData>
        </a:graphic>
      </p:graphicFrame>
    </p:spTree>
    <p:extLst>
      <p:ext uri="{BB962C8B-B14F-4D97-AF65-F5344CB8AC3E}">
        <p14:creationId xmlns:p14="http://schemas.microsoft.com/office/powerpoint/2010/main" val="29545848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EBC4569-4D4F-9347-D406-575632CB6DBD}"/>
              </a:ext>
            </a:extLst>
          </p:cNvPr>
          <p:cNvSpPr>
            <a:spLocks noGrp="1"/>
          </p:cNvSpPr>
          <p:nvPr>
            <p:ph type="title"/>
          </p:nvPr>
        </p:nvSpPr>
        <p:spPr/>
        <p:txBody>
          <a:bodyPr/>
          <a:lstStyle/>
          <a:p>
            <a:r>
              <a:rPr lang="zh-TW" altLang="en-US" dirty="0"/>
              <a:t>結論</a:t>
            </a:r>
          </a:p>
        </p:txBody>
      </p:sp>
      <p:graphicFrame>
        <p:nvGraphicFramePr>
          <p:cNvPr id="4" name="內容版面配置區 3">
            <a:extLst>
              <a:ext uri="{FF2B5EF4-FFF2-40B4-BE49-F238E27FC236}">
                <a16:creationId xmlns:a16="http://schemas.microsoft.com/office/drawing/2014/main" id="{18AF154B-D725-4F6F-DF0C-CC0DDBB9B4D6}"/>
              </a:ext>
            </a:extLst>
          </p:cNvPr>
          <p:cNvGraphicFramePr>
            <a:graphicFrameLocks noGrp="1"/>
          </p:cNvGraphicFramePr>
          <p:nvPr>
            <p:ph idx="1"/>
            <p:extLst>
              <p:ext uri="{D42A27DB-BD31-4B8C-83A1-F6EECF244321}">
                <p14:modId xmlns:p14="http://schemas.microsoft.com/office/powerpoint/2010/main" val="1985023513"/>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308030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B9C1B02-F823-23DE-3166-071C604F24C0}"/>
              </a:ext>
            </a:extLst>
          </p:cNvPr>
          <p:cNvSpPr>
            <a:spLocks noGrp="1"/>
          </p:cNvSpPr>
          <p:nvPr>
            <p:ph type="title"/>
          </p:nvPr>
        </p:nvSpPr>
        <p:spPr/>
        <p:txBody>
          <a:bodyPr/>
          <a:lstStyle/>
          <a:p>
            <a:r>
              <a:rPr lang="zh-TW" altLang="en-US" dirty="0"/>
              <a:t>結論</a:t>
            </a:r>
          </a:p>
        </p:txBody>
      </p:sp>
      <p:graphicFrame>
        <p:nvGraphicFramePr>
          <p:cNvPr id="4" name="表格 3">
            <a:extLst>
              <a:ext uri="{FF2B5EF4-FFF2-40B4-BE49-F238E27FC236}">
                <a16:creationId xmlns:a16="http://schemas.microsoft.com/office/drawing/2014/main" id="{20A74FD1-FE66-CEA3-1583-475A2BF16FAA}"/>
              </a:ext>
            </a:extLst>
          </p:cNvPr>
          <p:cNvGraphicFramePr>
            <a:graphicFrameLocks noGrp="1"/>
          </p:cNvGraphicFramePr>
          <p:nvPr>
            <p:extLst>
              <p:ext uri="{D42A27DB-BD31-4B8C-83A1-F6EECF244321}">
                <p14:modId xmlns:p14="http://schemas.microsoft.com/office/powerpoint/2010/main" val="550352538"/>
              </p:ext>
            </p:extLst>
          </p:nvPr>
        </p:nvGraphicFramePr>
        <p:xfrm>
          <a:off x="838200" y="2602800"/>
          <a:ext cx="10515600" cy="1828800"/>
        </p:xfrm>
        <a:graphic>
          <a:graphicData uri="http://schemas.openxmlformats.org/drawingml/2006/table">
            <a:tbl>
              <a:tblPr/>
              <a:tblGrid>
                <a:gridCol w="5257800">
                  <a:extLst>
                    <a:ext uri="{9D8B030D-6E8A-4147-A177-3AD203B41FA5}">
                      <a16:colId xmlns:a16="http://schemas.microsoft.com/office/drawing/2014/main" val="2322809034"/>
                    </a:ext>
                  </a:extLst>
                </a:gridCol>
                <a:gridCol w="5257800">
                  <a:extLst>
                    <a:ext uri="{9D8B030D-6E8A-4147-A177-3AD203B41FA5}">
                      <a16:colId xmlns:a16="http://schemas.microsoft.com/office/drawing/2014/main" val="1391238680"/>
                    </a:ext>
                  </a:extLst>
                </a:gridCol>
              </a:tblGrid>
              <a:tr h="0">
                <a:tc>
                  <a:txBody>
                    <a:bodyPr/>
                    <a:lstStyle/>
                    <a:p>
                      <a:pPr>
                        <a:buNone/>
                      </a:pPr>
                      <a:r>
                        <a:rPr lang="zh-TW"/>
                        <a:t>研究限制</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未來研究方向</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62878878"/>
                  </a:ext>
                </a:extLst>
              </a:tr>
              <a:tr h="0">
                <a:tc>
                  <a:txBody>
                    <a:bodyPr/>
                    <a:lstStyle/>
                    <a:p>
                      <a:pPr>
                        <a:buNone/>
                      </a:pPr>
                      <a:r>
                        <a:rPr lang="zh-TW"/>
                        <a:t>類別不平衡</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加入類別權重、重抽樣或成本敏感學習</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8351522"/>
                  </a:ext>
                </a:extLst>
              </a:tr>
              <a:tr h="0">
                <a:tc>
                  <a:txBody>
                    <a:bodyPr/>
                    <a:lstStyle/>
                    <a:p>
                      <a:pPr>
                        <a:buNone/>
                      </a:pPr>
                      <a:r>
                        <a:rPr lang="zh-TW"/>
                        <a:t>Mixed 標籤複雜</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更細緻區分部分勝訴型態或請求項目</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6611306"/>
                  </a:ext>
                </a:extLst>
              </a:tr>
              <a:tr h="0">
                <a:tc>
                  <a:txBody>
                    <a:bodyPr/>
                    <a:lstStyle/>
                    <a:p>
                      <a:pPr>
                        <a:buNone/>
                      </a:pPr>
                      <a:r>
                        <a:rPr lang="zh-TW"/>
                        <a:t>文本段落尚未分開建模</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dirty="0"/>
                        <a:t>比較主文、事實、理由、當事人主張等段落訊號</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40055025"/>
                  </a:ext>
                </a:extLst>
              </a:tr>
              <a:tr h="0">
                <a:tc>
                  <a:txBody>
                    <a:bodyPr/>
                    <a:lstStyle/>
                    <a:p>
                      <a:pPr>
                        <a:buNone/>
                      </a:pPr>
                      <a:r>
                        <a:rPr lang="zh-TW"/>
                        <a:t>傳統特徵語意有限</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dirty="0"/>
                        <a:t>比較深度語意模型，並保留可解釋性分析</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67447860"/>
                  </a:ext>
                </a:extLst>
              </a:tr>
            </a:tbl>
          </a:graphicData>
        </a:graphic>
      </p:graphicFrame>
    </p:spTree>
    <p:extLst>
      <p:ext uri="{BB962C8B-B14F-4D97-AF65-F5344CB8AC3E}">
        <p14:creationId xmlns:p14="http://schemas.microsoft.com/office/powerpoint/2010/main" val="24978578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FD956B-1863-82CF-FE50-F58E6ED8B619}"/>
              </a:ext>
            </a:extLst>
          </p:cNvPr>
          <p:cNvSpPr>
            <a:spLocks noGrp="1"/>
          </p:cNvSpPr>
          <p:nvPr>
            <p:ph type="title"/>
          </p:nvPr>
        </p:nvSpPr>
        <p:spPr/>
        <p:txBody>
          <a:bodyPr/>
          <a:lstStyle/>
          <a:p>
            <a:r>
              <a:rPr lang="zh-TW" altLang="en-US" dirty="0"/>
              <a:t>判決文本會說話嗎</a:t>
            </a:r>
            <a:r>
              <a:rPr lang="en-US" altLang="zh-TW" dirty="0"/>
              <a:t>?</a:t>
            </a:r>
            <a:endParaRPr lang="zh-TW" altLang="en-US" dirty="0"/>
          </a:p>
        </p:txBody>
      </p:sp>
      <p:sp>
        <p:nvSpPr>
          <p:cNvPr id="3" name="內容版面配置區 2">
            <a:extLst>
              <a:ext uri="{FF2B5EF4-FFF2-40B4-BE49-F238E27FC236}">
                <a16:creationId xmlns:a16="http://schemas.microsoft.com/office/drawing/2014/main" id="{3B202C39-F698-F752-9EC6-C1FEF0EE99B0}"/>
              </a:ext>
            </a:extLst>
          </p:cNvPr>
          <p:cNvSpPr>
            <a:spLocks noGrp="1"/>
          </p:cNvSpPr>
          <p:nvPr>
            <p:ph idx="1"/>
          </p:nvPr>
        </p:nvSpPr>
        <p:spPr/>
        <p:txBody>
          <a:bodyPr/>
          <a:lstStyle/>
          <a:p>
            <a:r>
              <a:rPr lang="zh-TW" altLang="zh-TW" dirty="0"/>
              <a:t>判決文本確實包含可供模型辨識的裁判結果訊號，但模型表現受到案件類型、文字特徵、模型流程與少數類別限制影響。</a:t>
            </a:r>
          </a:p>
          <a:p>
            <a:endParaRPr lang="en-US" altLang="zh-TW" dirty="0"/>
          </a:p>
          <a:p>
            <a:r>
              <a:rPr lang="zh-TW" altLang="zh-TW" b="1" dirty="0"/>
              <a:t>01 模型流程</a:t>
            </a:r>
            <a:br>
              <a:rPr lang="zh-TW" altLang="zh-TW" dirty="0"/>
            </a:br>
            <a:r>
              <a:rPr lang="zh-TW" altLang="zh-TW" dirty="0"/>
              <a:t>Direct SVM 在本研究中優於 MNIR + SVM。</a:t>
            </a:r>
          </a:p>
          <a:p>
            <a:r>
              <a:rPr lang="zh-TW" altLang="zh-TW" b="1" dirty="0"/>
              <a:t>02 文字特徵</a:t>
            </a:r>
            <a:br>
              <a:rPr lang="zh-TW" altLang="zh-TW" dirty="0"/>
            </a:br>
            <a:r>
              <a:rPr lang="zh-TW" altLang="zh-TW" dirty="0"/>
              <a:t>BoW、TF、TF-IDF 沒有單一最佳者。</a:t>
            </a:r>
          </a:p>
          <a:p>
            <a:r>
              <a:rPr lang="zh-TW" altLang="zh-TW" b="1" dirty="0"/>
              <a:t>03 類別辨識</a:t>
            </a:r>
            <a:br>
              <a:rPr lang="zh-TW" altLang="zh-TW" dirty="0"/>
            </a:br>
            <a:r>
              <a:rPr lang="zh-TW" altLang="zh-TW" dirty="0"/>
              <a:t>Mixed / Win 仍是主要辨識限制。</a:t>
            </a:r>
          </a:p>
          <a:p>
            <a:endParaRPr lang="zh-TW" altLang="en-US" dirty="0"/>
          </a:p>
        </p:txBody>
      </p:sp>
    </p:spTree>
    <p:extLst>
      <p:ext uri="{BB962C8B-B14F-4D97-AF65-F5344CB8AC3E}">
        <p14:creationId xmlns:p14="http://schemas.microsoft.com/office/powerpoint/2010/main" val="3124160289"/>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10896</Words>
  <Application>Microsoft Office PowerPoint</Application>
  <PresentationFormat>寬螢幕</PresentationFormat>
  <Paragraphs>843</Paragraphs>
  <Slides>33</Slides>
  <Notes>30</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33</vt:i4>
      </vt:variant>
    </vt:vector>
  </HeadingPairs>
  <TitlesOfParts>
    <vt:vector size="39" baseType="lpstr">
      <vt:lpstr>Aptos</vt:lpstr>
      <vt:lpstr>Aptos Display</vt:lpstr>
      <vt:lpstr>Arial</vt:lpstr>
      <vt:lpstr>Cambria Math</vt:lpstr>
      <vt:lpstr>Times New Roman</vt:lpstr>
      <vt:lpstr>Office 佈景主題</vt:lpstr>
      <vt:lpstr>判決文本會說話嗎? 臺灣智慧財產權裁判結果之文字探勘與 分類研究 </vt:lpstr>
      <vt:lpstr>研究核心</vt:lpstr>
      <vt:lpstr>報告架構</vt:lpstr>
      <vt:lpstr>研究問題成立：背景與動機</vt:lpstr>
      <vt:lpstr>研究問題成立：背景與動機</vt:lpstr>
      <vt:lpstr>研究問題成立：智財案件特性</vt:lpstr>
      <vt:lpstr>研究問題成立：類別不平衡</vt:lpstr>
      <vt:lpstr>研究問題成立：文獻回顧與缺口</vt:lpstr>
      <vt:lpstr>本研究要檢驗什麼?</vt:lpstr>
      <vt:lpstr>研究設計驗證：分類建模</vt:lpstr>
      <vt:lpstr>研究設計驗證：資料與標籤</vt:lpstr>
      <vt:lpstr>研究設計驗證：資料與標籤</vt:lpstr>
      <vt:lpstr>研究設計驗證：特徵與模型</vt:lpstr>
      <vt:lpstr>研究設計驗證：特徵與模型</vt:lpstr>
      <vt:lpstr>研究設計驗證：特徵與模型</vt:lpstr>
      <vt:lpstr>研究設計驗證：特徵與模型</vt:lpstr>
      <vt:lpstr>研究設計驗證：特徵與模型</vt:lpstr>
      <vt:lpstr>研究設計驗證：特徵與模型</vt:lpstr>
      <vt:lpstr>研究設計驗證：特徵與模型</vt:lpstr>
      <vt:lpstr>實證結果支持</vt:lpstr>
      <vt:lpstr>實證結果支持：Direct SVM 較佳</vt:lpstr>
      <vt:lpstr>實證結果支持：Direct SVM 較佳</vt:lpstr>
      <vt:lpstr>實證結果支持：Direct SVM 較佳</vt:lpstr>
      <vt:lpstr>實證結果支持：無單一最佳特徵</vt:lpstr>
      <vt:lpstr>實證結果支持：無單一最佳特徵</vt:lpstr>
      <vt:lpstr>實證結果支持： Mixed / Win 較難辨識</vt:lpstr>
      <vt:lpstr>實證結果支持： Mixed / Win 較難辨識</vt:lpstr>
      <vt:lpstr>實證結果支持： Mixed / Win 較難辨識</vt:lpstr>
      <vt:lpstr>錯誤分析小結：模型有訊號，但辨識不平均</vt:lpstr>
      <vt:lpstr>結論</vt:lpstr>
      <vt:lpstr>結論</vt:lpstr>
      <vt:lpstr>結論</vt:lpstr>
      <vt:lpstr>判決文本會說話嗎?</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陳信全</dc:creator>
  <cp:lastModifiedBy>陳信全</cp:lastModifiedBy>
  <cp:revision>5</cp:revision>
  <dcterms:created xsi:type="dcterms:W3CDTF">2026-06-19T05:04:32Z</dcterms:created>
  <dcterms:modified xsi:type="dcterms:W3CDTF">2026-06-20T09:44:34Z</dcterms:modified>
</cp:coreProperties>
</file>